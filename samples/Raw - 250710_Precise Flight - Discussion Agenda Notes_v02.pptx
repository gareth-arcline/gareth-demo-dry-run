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5206" r:id="rId2"/>
    <p:sldId id="5207" r:id="rId3"/>
    <p:sldId id="5208" r:id="rId4"/>
    <p:sldId id="5209" r:id="rId5"/>
    <p:sldId id="5210" r:id="rId6"/>
    <p:sldId id="5204" r:id="rId7"/>
  </p:sldIdLst>
  <p:sldSz cx="12192000" cy="6858000"/>
  <p:notesSz cx="20104100" cy="11309350"/>
  <p:custDataLst>
    <p:tags r:id="rId9"/>
  </p:custDataLst>
  <p:defaultTextStyle>
    <a:defPPr>
      <a:defRPr lang="en-US"/>
    </a:defPPr>
    <a:lvl1pPr marL="0" algn="l" defTabSz="554401" rtl="0" eaLnBrk="1" latinLnBrk="0" hangingPunct="1">
      <a:defRPr sz="1091" kern="1200">
        <a:solidFill>
          <a:schemeClr val="tx1"/>
        </a:solidFill>
        <a:latin typeface="+mn-lt"/>
        <a:ea typeface="+mn-ea"/>
        <a:cs typeface="+mn-cs"/>
      </a:defRPr>
    </a:lvl1pPr>
    <a:lvl2pPr marL="277200" algn="l" defTabSz="554401" rtl="0" eaLnBrk="1" latinLnBrk="0" hangingPunct="1">
      <a:defRPr sz="1091" kern="1200">
        <a:solidFill>
          <a:schemeClr val="tx1"/>
        </a:solidFill>
        <a:latin typeface="+mn-lt"/>
        <a:ea typeface="+mn-ea"/>
        <a:cs typeface="+mn-cs"/>
      </a:defRPr>
    </a:lvl2pPr>
    <a:lvl3pPr marL="554401" algn="l" defTabSz="554401" rtl="0" eaLnBrk="1" latinLnBrk="0" hangingPunct="1">
      <a:defRPr sz="1091" kern="1200">
        <a:solidFill>
          <a:schemeClr val="tx1"/>
        </a:solidFill>
        <a:latin typeface="+mn-lt"/>
        <a:ea typeface="+mn-ea"/>
        <a:cs typeface="+mn-cs"/>
      </a:defRPr>
    </a:lvl3pPr>
    <a:lvl4pPr marL="831601" algn="l" defTabSz="554401" rtl="0" eaLnBrk="1" latinLnBrk="0" hangingPunct="1">
      <a:defRPr sz="1091" kern="1200">
        <a:solidFill>
          <a:schemeClr val="tx1"/>
        </a:solidFill>
        <a:latin typeface="+mn-lt"/>
        <a:ea typeface="+mn-ea"/>
        <a:cs typeface="+mn-cs"/>
      </a:defRPr>
    </a:lvl4pPr>
    <a:lvl5pPr marL="1108801" algn="l" defTabSz="554401" rtl="0" eaLnBrk="1" latinLnBrk="0" hangingPunct="1">
      <a:defRPr sz="1091" kern="1200">
        <a:solidFill>
          <a:schemeClr val="tx1"/>
        </a:solidFill>
        <a:latin typeface="+mn-lt"/>
        <a:ea typeface="+mn-ea"/>
        <a:cs typeface="+mn-cs"/>
      </a:defRPr>
    </a:lvl5pPr>
    <a:lvl6pPr marL="1386002" algn="l" defTabSz="554401" rtl="0" eaLnBrk="1" latinLnBrk="0" hangingPunct="1">
      <a:defRPr sz="1091" kern="1200">
        <a:solidFill>
          <a:schemeClr val="tx1"/>
        </a:solidFill>
        <a:latin typeface="+mn-lt"/>
        <a:ea typeface="+mn-ea"/>
        <a:cs typeface="+mn-cs"/>
      </a:defRPr>
    </a:lvl6pPr>
    <a:lvl7pPr marL="1663202" algn="l" defTabSz="554401" rtl="0" eaLnBrk="1" latinLnBrk="0" hangingPunct="1">
      <a:defRPr sz="1091" kern="1200">
        <a:solidFill>
          <a:schemeClr val="tx1"/>
        </a:solidFill>
        <a:latin typeface="+mn-lt"/>
        <a:ea typeface="+mn-ea"/>
        <a:cs typeface="+mn-cs"/>
      </a:defRPr>
    </a:lvl7pPr>
    <a:lvl8pPr marL="1940403" algn="l" defTabSz="554401" rtl="0" eaLnBrk="1" latinLnBrk="0" hangingPunct="1">
      <a:defRPr sz="1091" kern="1200">
        <a:solidFill>
          <a:schemeClr val="tx1"/>
        </a:solidFill>
        <a:latin typeface="+mn-lt"/>
        <a:ea typeface="+mn-ea"/>
        <a:cs typeface="+mn-cs"/>
      </a:defRPr>
    </a:lvl8pPr>
    <a:lvl9pPr marL="2217603" algn="l" defTabSz="554401" rtl="0" eaLnBrk="1" latinLnBrk="0" hangingPunct="1">
      <a:defRPr sz="109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13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V" initials="NV" lastIdx="1" clrIdx="0">
    <p:extLst>
      <p:ext uri="{19B8F6BF-5375-455C-9EA6-DF929625EA0E}">
        <p15:presenceInfo xmlns:p15="http://schemas.microsoft.com/office/powerpoint/2012/main" userId="N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FFF"/>
    <a:srgbClr val="234948"/>
    <a:srgbClr val="FFFFCC"/>
    <a:srgbClr val="3AA6B3"/>
    <a:srgbClr val="F2F2F2"/>
    <a:srgbClr val="3A7D7A"/>
    <a:srgbClr val="050A09"/>
    <a:srgbClr val="8CB4AB"/>
    <a:srgbClr val="234A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05" autoAdjust="0"/>
    <p:restoredTop sz="94830" autoAdjust="0"/>
  </p:normalViewPr>
  <p:slideViewPr>
    <p:cSldViewPr>
      <p:cViewPr varScale="1">
        <p:scale>
          <a:sx n="127" d="100"/>
          <a:sy n="127" d="100"/>
        </p:scale>
        <p:origin x="138" y="300"/>
      </p:cViewPr>
      <p:guideLst>
        <p:guide orient="horz" pos="1008"/>
        <p:guide pos="13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gs" Target="tags/tag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C4B139C-2E11-4748-ACA9-B6A16AF9FECD}" type="datetimeFigureOut">
              <a:rPr lang="en-US" smtClean="0"/>
              <a:t>4/17/2026</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E4CA09CB-7D99-7C45-ACDE-A3D3A5A7741B}" type="slidenum">
              <a:rPr lang="en-US" smtClean="0"/>
              <a:t>‹#›</a:t>
            </a:fld>
            <a:endParaRPr lang="en-US"/>
          </a:p>
        </p:txBody>
      </p:sp>
    </p:spTree>
    <p:extLst>
      <p:ext uri="{BB962C8B-B14F-4D97-AF65-F5344CB8AC3E}">
        <p14:creationId xmlns:p14="http://schemas.microsoft.com/office/powerpoint/2010/main" val="799801248"/>
      </p:ext>
    </p:extLst>
  </p:cSld>
  <p:clrMap bg1="lt1" tx1="dk1" bg2="lt2" tx2="dk2" accent1="accent1" accent2="accent2" accent3="accent3" accent4="accent4" accent5="accent5" accent6="accent6" hlink="hlink" folHlink="folHlink"/>
  <p:notesStyle>
    <a:lvl1pPr marL="0" algn="l" defTabSz="554401" rtl="0" eaLnBrk="1" latinLnBrk="0" hangingPunct="1">
      <a:defRPr sz="728" kern="1200">
        <a:solidFill>
          <a:schemeClr val="tx1"/>
        </a:solidFill>
        <a:latin typeface="+mn-lt"/>
        <a:ea typeface="+mn-ea"/>
        <a:cs typeface="+mn-cs"/>
      </a:defRPr>
    </a:lvl1pPr>
    <a:lvl2pPr marL="277200" algn="l" defTabSz="554401" rtl="0" eaLnBrk="1" latinLnBrk="0" hangingPunct="1">
      <a:defRPr sz="728" kern="1200">
        <a:solidFill>
          <a:schemeClr val="tx1"/>
        </a:solidFill>
        <a:latin typeface="+mn-lt"/>
        <a:ea typeface="+mn-ea"/>
        <a:cs typeface="+mn-cs"/>
      </a:defRPr>
    </a:lvl2pPr>
    <a:lvl3pPr marL="554401" algn="l" defTabSz="554401" rtl="0" eaLnBrk="1" latinLnBrk="0" hangingPunct="1">
      <a:defRPr sz="728" kern="1200">
        <a:solidFill>
          <a:schemeClr val="tx1"/>
        </a:solidFill>
        <a:latin typeface="+mn-lt"/>
        <a:ea typeface="+mn-ea"/>
        <a:cs typeface="+mn-cs"/>
      </a:defRPr>
    </a:lvl3pPr>
    <a:lvl4pPr marL="831601" algn="l" defTabSz="554401" rtl="0" eaLnBrk="1" latinLnBrk="0" hangingPunct="1">
      <a:defRPr sz="728" kern="1200">
        <a:solidFill>
          <a:schemeClr val="tx1"/>
        </a:solidFill>
        <a:latin typeface="+mn-lt"/>
        <a:ea typeface="+mn-ea"/>
        <a:cs typeface="+mn-cs"/>
      </a:defRPr>
    </a:lvl4pPr>
    <a:lvl5pPr marL="1108801" algn="l" defTabSz="554401" rtl="0" eaLnBrk="1" latinLnBrk="0" hangingPunct="1">
      <a:defRPr sz="728" kern="1200">
        <a:solidFill>
          <a:schemeClr val="tx1"/>
        </a:solidFill>
        <a:latin typeface="+mn-lt"/>
        <a:ea typeface="+mn-ea"/>
        <a:cs typeface="+mn-cs"/>
      </a:defRPr>
    </a:lvl5pPr>
    <a:lvl6pPr marL="1386002" algn="l" defTabSz="554401" rtl="0" eaLnBrk="1" latinLnBrk="0" hangingPunct="1">
      <a:defRPr sz="728" kern="1200">
        <a:solidFill>
          <a:schemeClr val="tx1"/>
        </a:solidFill>
        <a:latin typeface="+mn-lt"/>
        <a:ea typeface="+mn-ea"/>
        <a:cs typeface="+mn-cs"/>
      </a:defRPr>
    </a:lvl6pPr>
    <a:lvl7pPr marL="1663202" algn="l" defTabSz="554401" rtl="0" eaLnBrk="1" latinLnBrk="0" hangingPunct="1">
      <a:defRPr sz="728" kern="1200">
        <a:solidFill>
          <a:schemeClr val="tx1"/>
        </a:solidFill>
        <a:latin typeface="+mn-lt"/>
        <a:ea typeface="+mn-ea"/>
        <a:cs typeface="+mn-cs"/>
      </a:defRPr>
    </a:lvl7pPr>
    <a:lvl8pPr marL="1940403" algn="l" defTabSz="554401" rtl="0" eaLnBrk="1" latinLnBrk="0" hangingPunct="1">
      <a:defRPr sz="728" kern="1200">
        <a:solidFill>
          <a:schemeClr val="tx1"/>
        </a:solidFill>
        <a:latin typeface="+mn-lt"/>
        <a:ea typeface="+mn-ea"/>
        <a:cs typeface="+mn-cs"/>
      </a:defRPr>
    </a:lvl8pPr>
    <a:lvl9pPr marL="2217603" algn="l" defTabSz="554401" rtl="0" eaLnBrk="1" latinLnBrk="0" hangingPunct="1">
      <a:defRPr sz="72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50A0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03099" y="4298632"/>
            <a:ext cx="1185801" cy="143589"/>
          </a:xfrm>
          <a:prstGeom prst="rect">
            <a:avLst/>
          </a:prstGeom>
        </p:spPr>
      </p:pic>
      <p:sp>
        <p:nvSpPr>
          <p:cNvPr id="6" name="Title 1">
            <a:extLst>
              <a:ext uri="{FF2B5EF4-FFF2-40B4-BE49-F238E27FC236}">
                <a16:creationId xmlns:a16="http://schemas.microsoft.com/office/drawing/2014/main" id="{244DD8A5-69C9-4BA0-9C1D-0AFC352160E4}"/>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Print">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38AB7836-AB0A-D295-24F9-D9BDC454C97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5503100" y="4298631"/>
            <a:ext cx="1185801" cy="143588"/>
          </a:xfrm>
          <a:prstGeom prst="rect">
            <a:avLst/>
          </a:prstGeom>
        </p:spPr>
      </p:pic>
      <p:sp>
        <p:nvSpPr>
          <p:cNvPr id="5" name="Title 1">
            <a:extLst>
              <a:ext uri="{FF2B5EF4-FFF2-40B4-BE49-F238E27FC236}">
                <a16:creationId xmlns:a16="http://schemas.microsoft.com/office/drawing/2014/main" id="{32694F8C-8C1E-41BC-AD91-33F326E80747}"/>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3343609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Subheaders">
    <p:bg>
      <p:bgPr>
        <a:solidFill>
          <a:srgbClr val="050A0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03100" y="5785596"/>
            <a:ext cx="1185801" cy="143589"/>
          </a:xfrm>
          <a:prstGeom prst="rect">
            <a:avLst/>
          </a:prstGeom>
        </p:spPr>
      </p:pic>
      <p:sp>
        <p:nvSpPr>
          <p:cNvPr id="5" name="Text Placeholder 20">
            <a:extLst>
              <a:ext uri="{FF2B5EF4-FFF2-40B4-BE49-F238E27FC236}">
                <a16:creationId xmlns:a16="http://schemas.microsoft.com/office/drawing/2014/main" id="{A91AC574-6EF2-0041-83F2-888B86928E1B}"/>
              </a:ext>
            </a:extLst>
          </p:cNvPr>
          <p:cNvSpPr>
            <a:spLocks noGrp="1"/>
          </p:cNvSpPr>
          <p:nvPr>
            <p:ph type="body" sz="quarter" idx="12" hasCustomPrompt="1"/>
          </p:nvPr>
        </p:nvSpPr>
        <p:spPr>
          <a:xfrm>
            <a:off x="3554395" y="3673241"/>
            <a:ext cx="5083209" cy="465640"/>
          </a:xfrm>
          <a:prstGeom prst="rect">
            <a:avLst/>
          </a:prstGeom>
        </p:spPr>
        <p:txBody>
          <a:bodyPr>
            <a:spAutoFit/>
          </a:bodyPr>
          <a:lstStyle>
            <a:lvl1pPr marL="0" indent="0" algn="ctr">
              <a:buNone/>
              <a:defRPr sz="2400" b="0" i="0">
                <a:solidFill>
                  <a:srgbClr val="DAD9D6"/>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 header</a:t>
            </a:r>
          </a:p>
        </p:txBody>
      </p:sp>
      <p:sp>
        <p:nvSpPr>
          <p:cNvPr id="6" name="Text Placeholder 20">
            <a:extLst>
              <a:ext uri="{FF2B5EF4-FFF2-40B4-BE49-F238E27FC236}">
                <a16:creationId xmlns:a16="http://schemas.microsoft.com/office/drawing/2014/main" id="{F47AA1EC-EDC0-DD4D-B96A-3CFC2AB3022F}"/>
              </a:ext>
            </a:extLst>
          </p:cNvPr>
          <p:cNvSpPr>
            <a:spLocks noGrp="1"/>
          </p:cNvSpPr>
          <p:nvPr>
            <p:ph type="body" sz="quarter" idx="13" hasCustomPrompt="1"/>
          </p:nvPr>
        </p:nvSpPr>
        <p:spPr>
          <a:xfrm>
            <a:off x="3554395" y="4326751"/>
            <a:ext cx="5083209" cy="338554"/>
          </a:xfrm>
          <a:prstGeom prst="rect">
            <a:avLst/>
          </a:prstGeom>
        </p:spPr>
        <p:txBody>
          <a:bodyPr>
            <a:spAutoFit/>
          </a:bodyPr>
          <a:lstStyle>
            <a:lvl1pPr marL="0" indent="0" algn="ctr">
              <a:buNone/>
              <a:defRPr sz="1600" b="0" i="0" cap="all" spc="364" baseline="0">
                <a:solidFill>
                  <a:srgbClr val="DAD9D6"/>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Date</a:t>
            </a:r>
          </a:p>
        </p:txBody>
      </p:sp>
      <p:sp>
        <p:nvSpPr>
          <p:cNvPr id="8" name="Title 1">
            <a:extLst>
              <a:ext uri="{FF2B5EF4-FFF2-40B4-BE49-F238E27FC236}">
                <a16:creationId xmlns:a16="http://schemas.microsoft.com/office/drawing/2014/main" id="{270517C7-D149-499A-AC9C-323A29D82029}"/>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346845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_Subheaders_For Printing">
    <p:bg>
      <p:bgPr>
        <a:solidFill>
          <a:schemeClr val="bg1"/>
        </a:solidFill>
        <a:effectLst/>
      </p:bgPr>
    </p:bg>
    <p:spTree>
      <p:nvGrpSpPr>
        <p:cNvPr id="1" name=""/>
        <p:cNvGrpSpPr/>
        <p:nvPr/>
      </p:nvGrpSpPr>
      <p:grpSpPr>
        <a:xfrm>
          <a:off x="0" y="0"/>
          <a:ext cx="0" cy="0"/>
          <a:chOff x="0" y="0"/>
          <a:chExt cx="0" cy="0"/>
        </a:xfrm>
      </p:grpSpPr>
      <p:sp>
        <p:nvSpPr>
          <p:cNvPr id="5" name="Text Placeholder 20">
            <a:extLst>
              <a:ext uri="{FF2B5EF4-FFF2-40B4-BE49-F238E27FC236}">
                <a16:creationId xmlns:a16="http://schemas.microsoft.com/office/drawing/2014/main" id="{A91AC574-6EF2-0041-83F2-888B86928E1B}"/>
              </a:ext>
            </a:extLst>
          </p:cNvPr>
          <p:cNvSpPr>
            <a:spLocks noGrp="1"/>
          </p:cNvSpPr>
          <p:nvPr>
            <p:ph type="body" sz="quarter" idx="12" hasCustomPrompt="1"/>
          </p:nvPr>
        </p:nvSpPr>
        <p:spPr>
          <a:xfrm>
            <a:off x="3554395" y="3673241"/>
            <a:ext cx="5083209" cy="465640"/>
          </a:xfrm>
          <a:prstGeom prst="rect">
            <a:avLst/>
          </a:prstGeom>
        </p:spPr>
        <p:txBody>
          <a:bodyPr>
            <a:spAutoFit/>
          </a:bodyPr>
          <a:lstStyle>
            <a:lvl1pPr marL="0" indent="0" algn="ctr">
              <a:buNone/>
              <a:defRPr sz="2400" b="0" i="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 header</a:t>
            </a:r>
          </a:p>
        </p:txBody>
      </p:sp>
      <p:sp>
        <p:nvSpPr>
          <p:cNvPr id="6" name="Text Placeholder 20">
            <a:extLst>
              <a:ext uri="{FF2B5EF4-FFF2-40B4-BE49-F238E27FC236}">
                <a16:creationId xmlns:a16="http://schemas.microsoft.com/office/drawing/2014/main" id="{F47AA1EC-EDC0-DD4D-B96A-3CFC2AB3022F}"/>
              </a:ext>
            </a:extLst>
          </p:cNvPr>
          <p:cNvSpPr>
            <a:spLocks noGrp="1"/>
          </p:cNvSpPr>
          <p:nvPr>
            <p:ph type="body" sz="quarter" idx="13" hasCustomPrompt="1"/>
          </p:nvPr>
        </p:nvSpPr>
        <p:spPr>
          <a:xfrm>
            <a:off x="3554395" y="4326751"/>
            <a:ext cx="5083209" cy="338554"/>
          </a:xfrm>
          <a:prstGeom prst="rect">
            <a:avLst/>
          </a:prstGeom>
        </p:spPr>
        <p:txBody>
          <a:bodyPr>
            <a:spAutoFit/>
          </a:bodyPr>
          <a:lstStyle>
            <a:lvl1pPr marL="0" indent="0" algn="ctr">
              <a:buNone/>
              <a:defRPr sz="1600" b="0" i="0" cap="all" spc="364" baseline="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Date</a:t>
            </a:r>
          </a:p>
        </p:txBody>
      </p:sp>
      <p:pic>
        <p:nvPicPr>
          <p:cNvPr id="8" name="Picture 7">
            <a:extLst>
              <a:ext uri="{FF2B5EF4-FFF2-40B4-BE49-F238E27FC236}">
                <a16:creationId xmlns:a16="http://schemas.microsoft.com/office/drawing/2014/main" id="{381E97A9-299E-6B4D-8E1C-A6775223504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03100" y="5785596"/>
            <a:ext cx="1185801" cy="143588"/>
          </a:xfrm>
          <a:prstGeom prst="rect">
            <a:avLst/>
          </a:prstGeom>
        </p:spPr>
      </p:pic>
      <p:sp>
        <p:nvSpPr>
          <p:cNvPr id="7" name="Title 1">
            <a:extLst>
              <a:ext uri="{FF2B5EF4-FFF2-40B4-BE49-F238E27FC236}">
                <a16:creationId xmlns:a16="http://schemas.microsoft.com/office/drawing/2014/main" id="{2CEC7E99-D488-424B-BBAB-1AD467E8CFFA}"/>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292367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Alt">
    <p:bg>
      <p:bgPr>
        <a:solidFill>
          <a:srgbClr val="050A09"/>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5FA585-18C5-1B41-BCE5-29D36CF5CE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9678" y="2991146"/>
            <a:ext cx="4606659" cy="557821"/>
          </a:xfrm>
          <a:prstGeom prst="rect">
            <a:avLst/>
          </a:prstGeom>
        </p:spPr>
      </p:pic>
      <p:sp>
        <p:nvSpPr>
          <p:cNvPr id="5" name="Title 1">
            <a:extLst>
              <a:ext uri="{FF2B5EF4-FFF2-40B4-BE49-F238E27FC236}">
                <a16:creationId xmlns:a16="http://schemas.microsoft.com/office/drawing/2014/main" id="{E1811264-5840-4637-ADF2-7FEBF008C769}"/>
              </a:ext>
            </a:extLst>
          </p:cNvPr>
          <p:cNvSpPr>
            <a:spLocks noGrp="1"/>
          </p:cNvSpPr>
          <p:nvPr>
            <p:ph type="title" hasCustomPrompt="1"/>
          </p:nvPr>
        </p:nvSpPr>
        <p:spPr>
          <a:xfrm>
            <a:off x="3551402" y="3777522"/>
            <a:ext cx="5083209" cy="373272"/>
          </a:xfrm>
        </p:spPr>
        <p:txBody>
          <a:bodyPr vert="horz" wrap="square" lIns="91440" tIns="45720" rIns="91440" bIns="45720" anchor="t" anchorCtr="0">
            <a:noAutofit/>
          </a:bodyPr>
          <a:lstStyle>
            <a:lvl1pPr algn="ctr">
              <a:lnSpc>
                <a:spcPct val="100000"/>
              </a:lnSpc>
              <a:spcBef>
                <a:spcPts val="0"/>
              </a:spcBef>
              <a:spcAft>
                <a:spcPts val="0"/>
              </a:spcAft>
              <a:defRPr sz="20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804609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Alt_Print">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C256A394-7568-644A-7D1C-53820AC359AF}"/>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6" name="Title 1">
            <a:extLst>
              <a:ext uri="{FF2B5EF4-FFF2-40B4-BE49-F238E27FC236}">
                <a16:creationId xmlns:a16="http://schemas.microsoft.com/office/drawing/2014/main" id="{E0D14E2F-1CD4-4CC5-9966-0ED3F45DCE47}"/>
              </a:ext>
            </a:extLst>
          </p:cNvPr>
          <p:cNvSpPr>
            <a:spLocks noGrp="1"/>
          </p:cNvSpPr>
          <p:nvPr>
            <p:ph type="title" hasCustomPrompt="1"/>
          </p:nvPr>
        </p:nvSpPr>
        <p:spPr>
          <a:xfrm>
            <a:off x="3551402" y="3777522"/>
            <a:ext cx="5083209" cy="373272"/>
          </a:xfrm>
        </p:spPr>
        <p:txBody>
          <a:bodyPr vert="horz" wrap="square" lIns="91440" tIns="45720" rIns="91440" bIns="45720" anchor="t" anchorCtr="0">
            <a:noAutofit/>
          </a:bodyPr>
          <a:lstStyle>
            <a:lvl1pPr algn="ctr">
              <a:lnSpc>
                <a:spcPct val="100000"/>
              </a:lnSpc>
              <a:spcBef>
                <a:spcPts val="0"/>
              </a:spcBef>
              <a:spcAft>
                <a:spcPts val="0"/>
              </a:spcAft>
              <a:defRPr sz="20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230885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nly">
    <p:bg>
      <p:bgPr>
        <a:solidFill>
          <a:schemeClr val="bg1"/>
        </a:solidFill>
        <a:effectLst/>
      </p:bgPr>
    </p:bg>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3DEA9B6E-FD68-FBA4-0992-41FCC3203A6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3"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1007978" y="1276254"/>
            <a:ext cx="10176043"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6739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E30325A6-CD34-3494-0186-10F3594DD372}"/>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11" name="Picture 10">
            <a:extLst>
              <a:ext uri="{FF2B5EF4-FFF2-40B4-BE49-F238E27FC236}">
                <a16:creationId xmlns:a16="http://schemas.microsoft.com/office/drawing/2014/main" id="{7D0476F8-ED60-F445-900A-600C4161F87C}"/>
              </a:ext>
            </a:extLst>
          </p:cNvPr>
          <p:cNvPicPr>
            <a:picLocks noChangeAspect="1"/>
          </p:cNvPicPr>
          <p:nvPr userDrawn="1"/>
        </p:nvPicPr>
        <p:blipFill>
          <a:blip r:embed="rId3"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C432157A-C647-40F0-850F-F4F5602D60BD}"/>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A2256208-074A-4815-84DA-966ADEFC937B}"/>
              </a:ext>
            </a:extLst>
          </p:cNvPr>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p:bg>
      <p:bgPr>
        <a:solidFill>
          <a:srgbClr val="050A09"/>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12F2F55-AEC5-6F47-ADAB-A4DF1C130B60}"/>
              </a:ext>
            </a:extLst>
          </p:cNvPr>
          <p:cNvGrpSpPr/>
          <p:nvPr userDrawn="1"/>
        </p:nvGrpSpPr>
        <p:grpSpPr>
          <a:xfrm>
            <a:off x="0" y="1307134"/>
            <a:ext cx="4660739" cy="4687391"/>
            <a:chOff x="0" y="2155561"/>
            <a:chExt cx="7685364" cy="7729855"/>
          </a:xfrm>
        </p:grpSpPr>
        <p:sp>
          <p:nvSpPr>
            <p:cNvPr id="6" name="object 2">
              <a:extLst>
                <a:ext uri="{FF2B5EF4-FFF2-40B4-BE49-F238E27FC236}">
                  <a16:creationId xmlns:a16="http://schemas.microsoft.com/office/drawing/2014/main" id="{4F26E701-E9AD-A047-AFDD-82AFB8198EEB}"/>
                </a:ext>
              </a:extLst>
            </p:cNvPr>
            <p:cNvSpPr/>
            <p:nvPr/>
          </p:nvSpPr>
          <p:spPr>
            <a:xfrm>
              <a:off x="3418949" y="2557465"/>
              <a:ext cx="1986280" cy="1969135"/>
            </a:xfrm>
            <a:custGeom>
              <a:avLst/>
              <a:gdLst/>
              <a:ahLst/>
              <a:cxnLst/>
              <a:rect l="l" t="t" r="r" b="b"/>
              <a:pathLst>
                <a:path w="1986279" h="1969135">
                  <a:moveTo>
                    <a:pt x="1986075" y="984451"/>
                  </a:moveTo>
                  <a:lnTo>
                    <a:pt x="1984930" y="1032150"/>
                  </a:lnTo>
                  <a:lnTo>
                    <a:pt x="1981529" y="1079263"/>
                  </a:lnTo>
                  <a:lnTo>
                    <a:pt x="1975925" y="1125738"/>
                  </a:lnTo>
                  <a:lnTo>
                    <a:pt x="1968169" y="1171524"/>
                  </a:lnTo>
                  <a:lnTo>
                    <a:pt x="1958314" y="1216570"/>
                  </a:lnTo>
                  <a:lnTo>
                    <a:pt x="1946411" y="1260823"/>
                  </a:lnTo>
                  <a:lnTo>
                    <a:pt x="1932513" y="1304232"/>
                  </a:lnTo>
                  <a:lnTo>
                    <a:pt x="1916671" y="1346746"/>
                  </a:lnTo>
                  <a:lnTo>
                    <a:pt x="1898938" y="1388314"/>
                  </a:lnTo>
                  <a:lnTo>
                    <a:pt x="1879366" y="1428882"/>
                  </a:lnTo>
                  <a:lnTo>
                    <a:pt x="1858006" y="1468401"/>
                  </a:lnTo>
                  <a:lnTo>
                    <a:pt x="1834911" y="1506818"/>
                  </a:lnTo>
                  <a:lnTo>
                    <a:pt x="1810132" y="1544082"/>
                  </a:lnTo>
                  <a:lnTo>
                    <a:pt x="1783722" y="1580141"/>
                  </a:lnTo>
                  <a:lnTo>
                    <a:pt x="1755733" y="1614944"/>
                  </a:lnTo>
                  <a:lnTo>
                    <a:pt x="1726216" y="1648439"/>
                  </a:lnTo>
                  <a:lnTo>
                    <a:pt x="1695224" y="1680574"/>
                  </a:lnTo>
                  <a:lnTo>
                    <a:pt x="1662809" y="1711298"/>
                  </a:lnTo>
                  <a:lnTo>
                    <a:pt x="1629022" y="1740560"/>
                  </a:lnTo>
                  <a:lnTo>
                    <a:pt x="1593917" y="1768308"/>
                  </a:lnTo>
                  <a:lnTo>
                    <a:pt x="1557544" y="1794490"/>
                  </a:lnTo>
                  <a:lnTo>
                    <a:pt x="1519956" y="1819055"/>
                  </a:lnTo>
                  <a:lnTo>
                    <a:pt x="1481204" y="1841950"/>
                  </a:lnTo>
                  <a:lnTo>
                    <a:pt x="1441342" y="1863126"/>
                  </a:lnTo>
                  <a:lnTo>
                    <a:pt x="1400420" y="1882529"/>
                  </a:lnTo>
                  <a:lnTo>
                    <a:pt x="1358492" y="1900109"/>
                  </a:lnTo>
                  <a:lnTo>
                    <a:pt x="1315608" y="1915814"/>
                  </a:lnTo>
                  <a:lnTo>
                    <a:pt x="1271821" y="1929592"/>
                  </a:lnTo>
                  <a:lnTo>
                    <a:pt x="1227183" y="1941392"/>
                  </a:lnTo>
                  <a:lnTo>
                    <a:pt x="1181746" y="1951162"/>
                  </a:lnTo>
                  <a:lnTo>
                    <a:pt x="1135562" y="1958851"/>
                  </a:lnTo>
                  <a:lnTo>
                    <a:pt x="1088683" y="1964407"/>
                  </a:lnTo>
                  <a:lnTo>
                    <a:pt x="1041161" y="1967778"/>
                  </a:lnTo>
                  <a:lnTo>
                    <a:pt x="993048" y="1968913"/>
                  </a:lnTo>
                  <a:lnTo>
                    <a:pt x="944933" y="1967778"/>
                  </a:lnTo>
                  <a:lnTo>
                    <a:pt x="897409" y="1964407"/>
                  </a:lnTo>
                  <a:lnTo>
                    <a:pt x="850529" y="1958851"/>
                  </a:lnTo>
                  <a:lnTo>
                    <a:pt x="804343" y="1951162"/>
                  </a:lnTo>
                  <a:lnTo>
                    <a:pt x="758905" y="1941392"/>
                  </a:lnTo>
                  <a:lnTo>
                    <a:pt x="714265" y="1929592"/>
                  </a:lnTo>
                  <a:lnTo>
                    <a:pt x="670477" y="1915814"/>
                  </a:lnTo>
                  <a:lnTo>
                    <a:pt x="627592" y="1900109"/>
                  </a:lnTo>
                  <a:lnTo>
                    <a:pt x="585663" y="1882529"/>
                  </a:lnTo>
                  <a:lnTo>
                    <a:pt x="544740" y="1863126"/>
                  </a:lnTo>
                  <a:lnTo>
                    <a:pt x="504877" y="1841950"/>
                  </a:lnTo>
                  <a:lnTo>
                    <a:pt x="466125" y="1819055"/>
                  </a:lnTo>
                  <a:lnTo>
                    <a:pt x="428536" y="1794490"/>
                  </a:lnTo>
                  <a:lnTo>
                    <a:pt x="392162" y="1768308"/>
                  </a:lnTo>
                  <a:lnTo>
                    <a:pt x="357056" y="1740560"/>
                  </a:lnTo>
                  <a:lnTo>
                    <a:pt x="323269" y="1711298"/>
                  </a:lnTo>
                  <a:lnTo>
                    <a:pt x="290853" y="1680574"/>
                  </a:lnTo>
                  <a:lnTo>
                    <a:pt x="259861" y="1648439"/>
                  </a:lnTo>
                  <a:lnTo>
                    <a:pt x="230344" y="1614944"/>
                  </a:lnTo>
                  <a:lnTo>
                    <a:pt x="202354" y="1580141"/>
                  </a:lnTo>
                  <a:lnTo>
                    <a:pt x="175944" y="1544082"/>
                  </a:lnTo>
                  <a:lnTo>
                    <a:pt x="151165" y="1506818"/>
                  </a:lnTo>
                  <a:lnTo>
                    <a:pt x="128069" y="1468401"/>
                  </a:lnTo>
                  <a:lnTo>
                    <a:pt x="106709" y="1428882"/>
                  </a:lnTo>
                  <a:lnTo>
                    <a:pt x="87137" y="1388314"/>
                  </a:lnTo>
                  <a:lnTo>
                    <a:pt x="69403" y="1346746"/>
                  </a:lnTo>
                  <a:lnTo>
                    <a:pt x="53562" y="1304232"/>
                  </a:lnTo>
                  <a:lnTo>
                    <a:pt x="39663" y="1260823"/>
                  </a:lnTo>
                  <a:lnTo>
                    <a:pt x="27761" y="1216570"/>
                  </a:lnTo>
                  <a:lnTo>
                    <a:pt x="17905" y="1171524"/>
                  </a:lnTo>
                  <a:lnTo>
                    <a:pt x="10150" y="1125738"/>
                  </a:lnTo>
                  <a:lnTo>
                    <a:pt x="4545" y="1079263"/>
                  </a:lnTo>
                  <a:lnTo>
                    <a:pt x="1145" y="1032150"/>
                  </a:lnTo>
                  <a:lnTo>
                    <a:pt x="0" y="984451"/>
                  </a:lnTo>
                  <a:lnTo>
                    <a:pt x="1145" y="936753"/>
                  </a:lnTo>
                  <a:lnTo>
                    <a:pt x="4545" y="889641"/>
                  </a:lnTo>
                  <a:lnTo>
                    <a:pt x="10150" y="843167"/>
                  </a:lnTo>
                  <a:lnTo>
                    <a:pt x="17905" y="797382"/>
                  </a:lnTo>
                  <a:lnTo>
                    <a:pt x="27761" y="752337"/>
                  </a:lnTo>
                  <a:lnTo>
                    <a:pt x="39663" y="708084"/>
                  </a:lnTo>
                  <a:lnTo>
                    <a:pt x="53562" y="664675"/>
                  </a:lnTo>
                  <a:lnTo>
                    <a:pt x="69403" y="622162"/>
                  </a:lnTo>
                  <a:lnTo>
                    <a:pt x="87137" y="580595"/>
                  </a:lnTo>
                  <a:lnTo>
                    <a:pt x="106709" y="540027"/>
                  </a:lnTo>
                  <a:lnTo>
                    <a:pt x="128069" y="500509"/>
                  </a:lnTo>
                  <a:lnTo>
                    <a:pt x="151165" y="462092"/>
                  </a:lnTo>
                  <a:lnTo>
                    <a:pt x="175944" y="424829"/>
                  </a:lnTo>
                  <a:lnTo>
                    <a:pt x="202354" y="388770"/>
                  </a:lnTo>
                  <a:lnTo>
                    <a:pt x="230344" y="353967"/>
                  </a:lnTo>
                  <a:lnTo>
                    <a:pt x="259861" y="320473"/>
                  </a:lnTo>
                  <a:lnTo>
                    <a:pt x="290853" y="288338"/>
                  </a:lnTo>
                  <a:lnTo>
                    <a:pt x="323269" y="257613"/>
                  </a:lnTo>
                  <a:lnTo>
                    <a:pt x="357056" y="228352"/>
                  </a:lnTo>
                  <a:lnTo>
                    <a:pt x="392162" y="200604"/>
                  </a:lnTo>
                  <a:lnTo>
                    <a:pt x="428536" y="174422"/>
                  </a:lnTo>
                  <a:lnTo>
                    <a:pt x="466125" y="149858"/>
                  </a:lnTo>
                  <a:lnTo>
                    <a:pt x="504877" y="126962"/>
                  </a:lnTo>
                  <a:lnTo>
                    <a:pt x="544740" y="105787"/>
                  </a:lnTo>
                  <a:lnTo>
                    <a:pt x="585663" y="86383"/>
                  </a:lnTo>
                  <a:lnTo>
                    <a:pt x="627592" y="68803"/>
                  </a:lnTo>
                  <a:lnTo>
                    <a:pt x="670477" y="53099"/>
                  </a:lnTo>
                  <a:lnTo>
                    <a:pt x="714265" y="39320"/>
                  </a:lnTo>
                  <a:lnTo>
                    <a:pt x="758905" y="27521"/>
                  </a:lnTo>
                  <a:lnTo>
                    <a:pt x="804343" y="17751"/>
                  </a:lnTo>
                  <a:lnTo>
                    <a:pt x="850529" y="10062"/>
                  </a:lnTo>
                  <a:lnTo>
                    <a:pt x="897409" y="4506"/>
                  </a:lnTo>
                  <a:lnTo>
                    <a:pt x="944933" y="1135"/>
                  </a:lnTo>
                  <a:lnTo>
                    <a:pt x="993048" y="0"/>
                  </a:lnTo>
                  <a:lnTo>
                    <a:pt x="1041161" y="1135"/>
                  </a:lnTo>
                  <a:lnTo>
                    <a:pt x="1088683" y="4506"/>
                  </a:lnTo>
                  <a:lnTo>
                    <a:pt x="1135562" y="10062"/>
                  </a:lnTo>
                  <a:lnTo>
                    <a:pt x="1181746" y="17751"/>
                  </a:lnTo>
                  <a:lnTo>
                    <a:pt x="1227183" y="27521"/>
                  </a:lnTo>
                  <a:lnTo>
                    <a:pt x="1271821" y="39320"/>
                  </a:lnTo>
                  <a:lnTo>
                    <a:pt x="1315608" y="53099"/>
                  </a:lnTo>
                  <a:lnTo>
                    <a:pt x="1358492" y="68803"/>
                  </a:lnTo>
                  <a:lnTo>
                    <a:pt x="1400420" y="86383"/>
                  </a:lnTo>
                  <a:lnTo>
                    <a:pt x="1441342" y="105787"/>
                  </a:lnTo>
                  <a:lnTo>
                    <a:pt x="1481204" y="126962"/>
                  </a:lnTo>
                  <a:lnTo>
                    <a:pt x="1519956" y="149858"/>
                  </a:lnTo>
                  <a:lnTo>
                    <a:pt x="1557544" y="174422"/>
                  </a:lnTo>
                  <a:lnTo>
                    <a:pt x="1593917" y="200604"/>
                  </a:lnTo>
                  <a:lnTo>
                    <a:pt x="1629022" y="228352"/>
                  </a:lnTo>
                  <a:lnTo>
                    <a:pt x="1662809" y="257613"/>
                  </a:lnTo>
                  <a:lnTo>
                    <a:pt x="1695224" y="288338"/>
                  </a:lnTo>
                  <a:lnTo>
                    <a:pt x="1726216" y="320473"/>
                  </a:lnTo>
                  <a:lnTo>
                    <a:pt x="1755733" y="353967"/>
                  </a:lnTo>
                  <a:lnTo>
                    <a:pt x="1783722" y="388770"/>
                  </a:lnTo>
                  <a:lnTo>
                    <a:pt x="1810132" y="424829"/>
                  </a:lnTo>
                  <a:lnTo>
                    <a:pt x="1834911" y="462092"/>
                  </a:lnTo>
                  <a:lnTo>
                    <a:pt x="1858006" y="500509"/>
                  </a:lnTo>
                  <a:lnTo>
                    <a:pt x="1879366" y="540027"/>
                  </a:lnTo>
                  <a:lnTo>
                    <a:pt x="1898938" y="580595"/>
                  </a:lnTo>
                  <a:lnTo>
                    <a:pt x="1916671" y="622162"/>
                  </a:lnTo>
                  <a:lnTo>
                    <a:pt x="1932513" y="664675"/>
                  </a:lnTo>
                  <a:lnTo>
                    <a:pt x="1946411" y="708084"/>
                  </a:lnTo>
                  <a:lnTo>
                    <a:pt x="1958314" y="752337"/>
                  </a:lnTo>
                  <a:lnTo>
                    <a:pt x="1968169" y="797382"/>
                  </a:lnTo>
                  <a:lnTo>
                    <a:pt x="1975925" y="843167"/>
                  </a:lnTo>
                  <a:lnTo>
                    <a:pt x="1981529" y="889641"/>
                  </a:lnTo>
                  <a:lnTo>
                    <a:pt x="1984930" y="936753"/>
                  </a:lnTo>
                  <a:lnTo>
                    <a:pt x="1986075" y="984451"/>
                  </a:lnTo>
                  <a:close/>
                </a:path>
              </a:pathLst>
            </a:custGeom>
            <a:ln w="20941" cmpd="sng">
              <a:solidFill>
                <a:schemeClr val="accent3">
                  <a:lumMod val="100000"/>
                </a:schemeClr>
              </a:solidFill>
              <a:prstDash val="solid"/>
            </a:ln>
          </p:spPr>
          <p:txBody>
            <a:bodyPr wrap="square" lIns="0" tIns="0" rIns="0" bIns="0" rtlCol="0"/>
            <a:lstStyle/>
            <a:p>
              <a:endParaRPr sz="1092"/>
            </a:p>
          </p:txBody>
        </p:sp>
        <p:sp>
          <p:nvSpPr>
            <p:cNvPr id="7" name="object 3">
              <a:extLst>
                <a:ext uri="{FF2B5EF4-FFF2-40B4-BE49-F238E27FC236}">
                  <a16:creationId xmlns:a16="http://schemas.microsoft.com/office/drawing/2014/main" id="{0D00226C-FF33-B449-851D-4E658E3ADB32}"/>
                </a:ext>
              </a:extLst>
            </p:cNvPr>
            <p:cNvSpPr/>
            <p:nvPr/>
          </p:nvSpPr>
          <p:spPr>
            <a:xfrm>
              <a:off x="5846404" y="2155561"/>
              <a:ext cx="1838960" cy="7729855"/>
            </a:xfrm>
            <a:custGeom>
              <a:avLst/>
              <a:gdLst/>
              <a:ahLst/>
              <a:cxnLst/>
              <a:rect l="l" t="t" r="r" b="b"/>
              <a:pathLst>
                <a:path w="1838959" h="7729855">
                  <a:moveTo>
                    <a:pt x="1838959" y="7729785"/>
                  </a:moveTo>
                  <a:lnTo>
                    <a:pt x="0" y="7729785"/>
                  </a:lnTo>
                  <a:lnTo>
                    <a:pt x="0" y="1189167"/>
                  </a:lnTo>
                  <a:lnTo>
                    <a:pt x="1838959" y="0"/>
                  </a:lnTo>
                  <a:lnTo>
                    <a:pt x="1838959" y="7729785"/>
                  </a:lnTo>
                  <a:close/>
                </a:path>
              </a:pathLst>
            </a:custGeom>
            <a:ln w="20941">
              <a:solidFill>
                <a:srgbClr val="8CB4AB"/>
              </a:solidFill>
            </a:ln>
          </p:spPr>
          <p:txBody>
            <a:bodyPr wrap="square" lIns="0" tIns="0" rIns="0" bIns="0" rtlCol="0"/>
            <a:lstStyle/>
            <a:p>
              <a:endParaRPr sz="1092"/>
            </a:p>
          </p:txBody>
        </p:sp>
        <p:sp>
          <p:nvSpPr>
            <p:cNvPr id="8" name="object 4">
              <a:extLst>
                <a:ext uri="{FF2B5EF4-FFF2-40B4-BE49-F238E27FC236}">
                  <a16:creationId xmlns:a16="http://schemas.microsoft.com/office/drawing/2014/main" id="{D212BCA5-A0BE-9749-8B41-4A910FD0A09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8693F29-CC0E-4E4E-B914-3C5F7B8566C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52944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1_Print">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12F2F55-AEC5-6F47-ADAB-A4DF1C130B60}"/>
              </a:ext>
            </a:extLst>
          </p:cNvPr>
          <p:cNvGrpSpPr/>
          <p:nvPr userDrawn="1"/>
        </p:nvGrpSpPr>
        <p:grpSpPr>
          <a:xfrm>
            <a:off x="0" y="1307134"/>
            <a:ext cx="4660739" cy="4687391"/>
            <a:chOff x="0" y="2155561"/>
            <a:chExt cx="7685364" cy="7729855"/>
          </a:xfrm>
        </p:grpSpPr>
        <p:sp>
          <p:nvSpPr>
            <p:cNvPr id="6" name="object 2">
              <a:extLst>
                <a:ext uri="{FF2B5EF4-FFF2-40B4-BE49-F238E27FC236}">
                  <a16:creationId xmlns:a16="http://schemas.microsoft.com/office/drawing/2014/main" id="{4F26E701-E9AD-A047-AFDD-82AFB8198EEB}"/>
                </a:ext>
              </a:extLst>
            </p:cNvPr>
            <p:cNvSpPr/>
            <p:nvPr/>
          </p:nvSpPr>
          <p:spPr>
            <a:xfrm>
              <a:off x="3418949" y="2557465"/>
              <a:ext cx="1986280" cy="1969135"/>
            </a:xfrm>
            <a:custGeom>
              <a:avLst/>
              <a:gdLst/>
              <a:ahLst/>
              <a:cxnLst/>
              <a:rect l="l" t="t" r="r" b="b"/>
              <a:pathLst>
                <a:path w="1986279" h="1969135">
                  <a:moveTo>
                    <a:pt x="1986075" y="984451"/>
                  </a:moveTo>
                  <a:lnTo>
                    <a:pt x="1984930" y="1032150"/>
                  </a:lnTo>
                  <a:lnTo>
                    <a:pt x="1981529" y="1079263"/>
                  </a:lnTo>
                  <a:lnTo>
                    <a:pt x="1975925" y="1125738"/>
                  </a:lnTo>
                  <a:lnTo>
                    <a:pt x="1968169" y="1171524"/>
                  </a:lnTo>
                  <a:lnTo>
                    <a:pt x="1958314" y="1216570"/>
                  </a:lnTo>
                  <a:lnTo>
                    <a:pt x="1946411" y="1260823"/>
                  </a:lnTo>
                  <a:lnTo>
                    <a:pt x="1932513" y="1304232"/>
                  </a:lnTo>
                  <a:lnTo>
                    <a:pt x="1916671" y="1346746"/>
                  </a:lnTo>
                  <a:lnTo>
                    <a:pt x="1898938" y="1388314"/>
                  </a:lnTo>
                  <a:lnTo>
                    <a:pt x="1879366" y="1428882"/>
                  </a:lnTo>
                  <a:lnTo>
                    <a:pt x="1858006" y="1468401"/>
                  </a:lnTo>
                  <a:lnTo>
                    <a:pt x="1834911" y="1506818"/>
                  </a:lnTo>
                  <a:lnTo>
                    <a:pt x="1810132" y="1544082"/>
                  </a:lnTo>
                  <a:lnTo>
                    <a:pt x="1783722" y="1580141"/>
                  </a:lnTo>
                  <a:lnTo>
                    <a:pt x="1755733" y="1614944"/>
                  </a:lnTo>
                  <a:lnTo>
                    <a:pt x="1726216" y="1648439"/>
                  </a:lnTo>
                  <a:lnTo>
                    <a:pt x="1695224" y="1680574"/>
                  </a:lnTo>
                  <a:lnTo>
                    <a:pt x="1662809" y="1711298"/>
                  </a:lnTo>
                  <a:lnTo>
                    <a:pt x="1629022" y="1740560"/>
                  </a:lnTo>
                  <a:lnTo>
                    <a:pt x="1593917" y="1768308"/>
                  </a:lnTo>
                  <a:lnTo>
                    <a:pt x="1557544" y="1794490"/>
                  </a:lnTo>
                  <a:lnTo>
                    <a:pt x="1519956" y="1819055"/>
                  </a:lnTo>
                  <a:lnTo>
                    <a:pt x="1481204" y="1841950"/>
                  </a:lnTo>
                  <a:lnTo>
                    <a:pt x="1441342" y="1863126"/>
                  </a:lnTo>
                  <a:lnTo>
                    <a:pt x="1400420" y="1882529"/>
                  </a:lnTo>
                  <a:lnTo>
                    <a:pt x="1358492" y="1900109"/>
                  </a:lnTo>
                  <a:lnTo>
                    <a:pt x="1315608" y="1915814"/>
                  </a:lnTo>
                  <a:lnTo>
                    <a:pt x="1271821" y="1929592"/>
                  </a:lnTo>
                  <a:lnTo>
                    <a:pt x="1227183" y="1941392"/>
                  </a:lnTo>
                  <a:lnTo>
                    <a:pt x="1181746" y="1951162"/>
                  </a:lnTo>
                  <a:lnTo>
                    <a:pt x="1135562" y="1958851"/>
                  </a:lnTo>
                  <a:lnTo>
                    <a:pt x="1088683" y="1964407"/>
                  </a:lnTo>
                  <a:lnTo>
                    <a:pt x="1041161" y="1967778"/>
                  </a:lnTo>
                  <a:lnTo>
                    <a:pt x="993048" y="1968913"/>
                  </a:lnTo>
                  <a:lnTo>
                    <a:pt x="944933" y="1967778"/>
                  </a:lnTo>
                  <a:lnTo>
                    <a:pt x="897409" y="1964407"/>
                  </a:lnTo>
                  <a:lnTo>
                    <a:pt x="850529" y="1958851"/>
                  </a:lnTo>
                  <a:lnTo>
                    <a:pt x="804343" y="1951162"/>
                  </a:lnTo>
                  <a:lnTo>
                    <a:pt x="758905" y="1941392"/>
                  </a:lnTo>
                  <a:lnTo>
                    <a:pt x="714265" y="1929592"/>
                  </a:lnTo>
                  <a:lnTo>
                    <a:pt x="670477" y="1915814"/>
                  </a:lnTo>
                  <a:lnTo>
                    <a:pt x="627592" y="1900109"/>
                  </a:lnTo>
                  <a:lnTo>
                    <a:pt x="585663" y="1882529"/>
                  </a:lnTo>
                  <a:lnTo>
                    <a:pt x="544740" y="1863126"/>
                  </a:lnTo>
                  <a:lnTo>
                    <a:pt x="504877" y="1841950"/>
                  </a:lnTo>
                  <a:lnTo>
                    <a:pt x="466125" y="1819055"/>
                  </a:lnTo>
                  <a:lnTo>
                    <a:pt x="428536" y="1794490"/>
                  </a:lnTo>
                  <a:lnTo>
                    <a:pt x="392162" y="1768308"/>
                  </a:lnTo>
                  <a:lnTo>
                    <a:pt x="357056" y="1740560"/>
                  </a:lnTo>
                  <a:lnTo>
                    <a:pt x="323269" y="1711298"/>
                  </a:lnTo>
                  <a:lnTo>
                    <a:pt x="290853" y="1680574"/>
                  </a:lnTo>
                  <a:lnTo>
                    <a:pt x="259861" y="1648439"/>
                  </a:lnTo>
                  <a:lnTo>
                    <a:pt x="230344" y="1614944"/>
                  </a:lnTo>
                  <a:lnTo>
                    <a:pt x="202354" y="1580141"/>
                  </a:lnTo>
                  <a:lnTo>
                    <a:pt x="175944" y="1544082"/>
                  </a:lnTo>
                  <a:lnTo>
                    <a:pt x="151165" y="1506818"/>
                  </a:lnTo>
                  <a:lnTo>
                    <a:pt x="128069" y="1468401"/>
                  </a:lnTo>
                  <a:lnTo>
                    <a:pt x="106709" y="1428882"/>
                  </a:lnTo>
                  <a:lnTo>
                    <a:pt x="87137" y="1388314"/>
                  </a:lnTo>
                  <a:lnTo>
                    <a:pt x="69403" y="1346746"/>
                  </a:lnTo>
                  <a:lnTo>
                    <a:pt x="53562" y="1304232"/>
                  </a:lnTo>
                  <a:lnTo>
                    <a:pt x="39663" y="1260823"/>
                  </a:lnTo>
                  <a:lnTo>
                    <a:pt x="27761" y="1216570"/>
                  </a:lnTo>
                  <a:lnTo>
                    <a:pt x="17905" y="1171524"/>
                  </a:lnTo>
                  <a:lnTo>
                    <a:pt x="10150" y="1125738"/>
                  </a:lnTo>
                  <a:lnTo>
                    <a:pt x="4545" y="1079263"/>
                  </a:lnTo>
                  <a:lnTo>
                    <a:pt x="1145" y="1032150"/>
                  </a:lnTo>
                  <a:lnTo>
                    <a:pt x="0" y="984451"/>
                  </a:lnTo>
                  <a:lnTo>
                    <a:pt x="1145" y="936753"/>
                  </a:lnTo>
                  <a:lnTo>
                    <a:pt x="4545" y="889641"/>
                  </a:lnTo>
                  <a:lnTo>
                    <a:pt x="10150" y="843167"/>
                  </a:lnTo>
                  <a:lnTo>
                    <a:pt x="17905" y="797382"/>
                  </a:lnTo>
                  <a:lnTo>
                    <a:pt x="27761" y="752337"/>
                  </a:lnTo>
                  <a:lnTo>
                    <a:pt x="39663" y="708084"/>
                  </a:lnTo>
                  <a:lnTo>
                    <a:pt x="53562" y="664675"/>
                  </a:lnTo>
                  <a:lnTo>
                    <a:pt x="69403" y="622162"/>
                  </a:lnTo>
                  <a:lnTo>
                    <a:pt x="87137" y="580595"/>
                  </a:lnTo>
                  <a:lnTo>
                    <a:pt x="106709" y="540027"/>
                  </a:lnTo>
                  <a:lnTo>
                    <a:pt x="128069" y="500509"/>
                  </a:lnTo>
                  <a:lnTo>
                    <a:pt x="151165" y="462092"/>
                  </a:lnTo>
                  <a:lnTo>
                    <a:pt x="175944" y="424829"/>
                  </a:lnTo>
                  <a:lnTo>
                    <a:pt x="202354" y="388770"/>
                  </a:lnTo>
                  <a:lnTo>
                    <a:pt x="230344" y="353967"/>
                  </a:lnTo>
                  <a:lnTo>
                    <a:pt x="259861" y="320473"/>
                  </a:lnTo>
                  <a:lnTo>
                    <a:pt x="290853" y="288338"/>
                  </a:lnTo>
                  <a:lnTo>
                    <a:pt x="323269" y="257613"/>
                  </a:lnTo>
                  <a:lnTo>
                    <a:pt x="357056" y="228352"/>
                  </a:lnTo>
                  <a:lnTo>
                    <a:pt x="392162" y="200604"/>
                  </a:lnTo>
                  <a:lnTo>
                    <a:pt x="428536" y="174422"/>
                  </a:lnTo>
                  <a:lnTo>
                    <a:pt x="466125" y="149858"/>
                  </a:lnTo>
                  <a:lnTo>
                    <a:pt x="504877" y="126962"/>
                  </a:lnTo>
                  <a:lnTo>
                    <a:pt x="544740" y="105787"/>
                  </a:lnTo>
                  <a:lnTo>
                    <a:pt x="585663" y="86383"/>
                  </a:lnTo>
                  <a:lnTo>
                    <a:pt x="627592" y="68803"/>
                  </a:lnTo>
                  <a:lnTo>
                    <a:pt x="670477" y="53099"/>
                  </a:lnTo>
                  <a:lnTo>
                    <a:pt x="714265" y="39320"/>
                  </a:lnTo>
                  <a:lnTo>
                    <a:pt x="758905" y="27521"/>
                  </a:lnTo>
                  <a:lnTo>
                    <a:pt x="804343" y="17751"/>
                  </a:lnTo>
                  <a:lnTo>
                    <a:pt x="850529" y="10062"/>
                  </a:lnTo>
                  <a:lnTo>
                    <a:pt x="897409" y="4506"/>
                  </a:lnTo>
                  <a:lnTo>
                    <a:pt x="944933" y="1135"/>
                  </a:lnTo>
                  <a:lnTo>
                    <a:pt x="993048" y="0"/>
                  </a:lnTo>
                  <a:lnTo>
                    <a:pt x="1041161" y="1135"/>
                  </a:lnTo>
                  <a:lnTo>
                    <a:pt x="1088683" y="4506"/>
                  </a:lnTo>
                  <a:lnTo>
                    <a:pt x="1135562" y="10062"/>
                  </a:lnTo>
                  <a:lnTo>
                    <a:pt x="1181746" y="17751"/>
                  </a:lnTo>
                  <a:lnTo>
                    <a:pt x="1227183" y="27521"/>
                  </a:lnTo>
                  <a:lnTo>
                    <a:pt x="1271821" y="39320"/>
                  </a:lnTo>
                  <a:lnTo>
                    <a:pt x="1315608" y="53099"/>
                  </a:lnTo>
                  <a:lnTo>
                    <a:pt x="1358492" y="68803"/>
                  </a:lnTo>
                  <a:lnTo>
                    <a:pt x="1400420" y="86383"/>
                  </a:lnTo>
                  <a:lnTo>
                    <a:pt x="1441342" y="105787"/>
                  </a:lnTo>
                  <a:lnTo>
                    <a:pt x="1481204" y="126962"/>
                  </a:lnTo>
                  <a:lnTo>
                    <a:pt x="1519956" y="149858"/>
                  </a:lnTo>
                  <a:lnTo>
                    <a:pt x="1557544" y="174422"/>
                  </a:lnTo>
                  <a:lnTo>
                    <a:pt x="1593917" y="200604"/>
                  </a:lnTo>
                  <a:lnTo>
                    <a:pt x="1629022" y="228352"/>
                  </a:lnTo>
                  <a:lnTo>
                    <a:pt x="1662809" y="257613"/>
                  </a:lnTo>
                  <a:lnTo>
                    <a:pt x="1695224" y="288338"/>
                  </a:lnTo>
                  <a:lnTo>
                    <a:pt x="1726216" y="320473"/>
                  </a:lnTo>
                  <a:lnTo>
                    <a:pt x="1755733" y="353967"/>
                  </a:lnTo>
                  <a:lnTo>
                    <a:pt x="1783722" y="388770"/>
                  </a:lnTo>
                  <a:lnTo>
                    <a:pt x="1810132" y="424829"/>
                  </a:lnTo>
                  <a:lnTo>
                    <a:pt x="1834911" y="462092"/>
                  </a:lnTo>
                  <a:lnTo>
                    <a:pt x="1858006" y="500509"/>
                  </a:lnTo>
                  <a:lnTo>
                    <a:pt x="1879366" y="540027"/>
                  </a:lnTo>
                  <a:lnTo>
                    <a:pt x="1898938" y="580595"/>
                  </a:lnTo>
                  <a:lnTo>
                    <a:pt x="1916671" y="622162"/>
                  </a:lnTo>
                  <a:lnTo>
                    <a:pt x="1932513" y="664675"/>
                  </a:lnTo>
                  <a:lnTo>
                    <a:pt x="1946411" y="708084"/>
                  </a:lnTo>
                  <a:lnTo>
                    <a:pt x="1958314" y="752337"/>
                  </a:lnTo>
                  <a:lnTo>
                    <a:pt x="1968169" y="797382"/>
                  </a:lnTo>
                  <a:lnTo>
                    <a:pt x="1975925" y="843167"/>
                  </a:lnTo>
                  <a:lnTo>
                    <a:pt x="1981529" y="889641"/>
                  </a:lnTo>
                  <a:lnTo>
                    <a:pt x="1984930" y="936753"/>
                  </a:lnTo>
                  <a:lnTo>
                    <a:pt x="1986075" y="984451"/>
                  </a:lnTo>
                  <a:close/>
                </a:path>
              </a:pathLst>
            </a:custGeom>
            <a:ln w="20941" cmpd="sng">
              <a:solidFill>
                <a:schemeClr val="accent3">
                  <a:lumMod val="100000"/>
                </a:schemeClr>
              </a:solidFill>
              <a:prstDash val="solid"/>
            </a:ln>
          </p:spPr>
          <p:txBody>
            <a:bodyPr wrap="square" lIns="0" tIns="0" rIns="0" bIns="0" rtlCol="0"/>
            <a:lstStyle/>
            <a:p>
              <a:endParaRPr sz="1092"/>
            </a:p>
          </p:txBody>
        </p:sp>
        <p:sp>
          <p:nvSpPr>
            <p:cNvPr id="7" name="object 3">
              <a:extLst>
                <a:ext uri="{FF2B5EF4-FFF2-40B4-BE49-F238E27FC236}">
                  <a16:creationId xmlns:a16="http://schemas.microsoft.com/office/drawing/2014/main" id="{0D00226C-FF33-B449-851D-4E658E3ADB32}"/>
                </a:ext>
              </a:extLst>
            </p:cNvPr>
            <p:cNvSpPr/>
            <p:nvPr/>
          </p:nvSpPr>
          <p:spPr>
            <a:xfrm>
              <a:off x="5846404" y="2155561"/>
              <a:ext cx="1838960" cy="7729855"/>
            </a:xfrm>
            <a:custGeom>
              <a:avLst/>
              <a:gdLst/>
              <a:ahLst/>
              <a:cxnLst/>
              <a:rect l="l" t="t" r="r" b="b"/>
              <a:pathLst>
                <a:path w="1838959" h="7729855">
                  <a:moveTo>
                    <a:pt x="1838959" y="7729785"/>
                  </a:moveTo>
                  <a:lnTo>
                    <a:pt x="0" y="7729785"/>
                  </a:lnTo>
                  <a:lnTo>
                    <a:pt x="0" y="1189167"/>
                  </a:lnTo>
                  <a:lnTo>
                    <a:pt x="1838959" y="0"/>
                  </a:lnTo>
                  <a:lnTo>
                    <a:pt x="1838959" y="7729785"/>
                  </a:lnTo>
                  <a:close/>
                </a:path>
              </a:pathLst>
            </a:custGeom>
            <a:ln w="20941">
              <a:solidFill>
                <a:srgbClr val="8CB4AB"/>
              </a:solidFill>
            </a:ln>
          </p:spPr>
          <p:txBody>
            <a:bodyPr wrap="square" lIns="0" tIns="0" rIns="0" bIns="0" rtlCol="0"/>
            <a:lstStyle/>
            <a:p>
              <a:endParaRPr sz="1092"/>
            </a:p>
          </p:txBody>
        </p:sp>
        <p:sp>
          <p:nvSpPr>
            <p:cNvPr id="8" name="object 4">
              <a:extLst>
                <a:ext uri="{FF2B5EF4-FFF2-40B4-BE49-F238E27FC236}">
                  <a16:creationId xmlns:a16="http://schemas.microsoft.com/office/drawing/2014/main" id="{D212BCA5-A0BE-9749-8B41-4A910FD0A09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8693F29-CC0E-4E4E-B914-3C5F7B8566C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768566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2">
    <p:bg>
      <p:bgPr>
        <a:solidFill>
          <a:srgbClr val="050A09"/>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93D5D3E-94DA-7F4D-9AD4-B495DBE423F3}"/>
              </a:ext>
            </a:extLst>
          </p:cNvPr>
          <p:cNvGrpSpPr/>
          <p:nvPr userDrawn="1"/>
        </p:nvGrpSpPr>
        <p:grpSpPr>
          <a:xfrm>
            <a:off x="0" y="1342206"/>
            <a:ext cx="5405491" cy="4648879"/>
            <a:chOff x="0" y="2213397"/>
            <a:chExt cx="8913430" cy="7666346"/>
          </a:xfrm>
        </p:grpSpPr>
        <p:sp>
          <p:nvSpPr>
            <p:cNvPr id="11" name="object 2">
              <a:extLst>
                <a:ext uri="{FF2B5EF4-FFF2-40B4-BE49-F238E27FC236}">
                  <a16:creationId xmlns:a16="http://schemas.microsoft.com/office/drawing/2014/main" id="{185AB7C7-A25B-0D45-A27C-F94771F9850E}"/>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64D4E926-387E-904E-9195-E8F0F797E12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4A14946E-770F-4E47-8896-B3D8B932AB46}"/>
                </a:ext>
              </a:extLst>
            </p:cNvPr>
            <p:cNvSpPr/>
            <p:nvPr/>
          </p:nvSpPr>
          <p:spPr>
            <a:xfrm>
              <a:off x="6501804" y="2213397"/>
              <a:ext cx="2296160" cy="4149090"/>
            </a:xfrm>
            <a:custGeom>
              <a:avLst/>
              <a:gdLst/>
              <a:ahLst/>
              <a:cxnLst/>
              <a:rect l="l" t="t" r="r" b="b"/>
              <a:pathLst>
                <a:path w="2296159" h="4149090">
                  <a:moveTo>
                    <a:pt x="17549" y="4148575"/>
                  </a:moveTo>
                  <a:lnTo>
                    <a:pt x="67942" y="4147868"/>
                  </a:lnTo>
                  <a:lnTo>
                    <a:pt x="118064" y="4146181"/>
                  </a:lnTo>
                  <a:lnTo>
                    <a:pt x="167906" y="4143526"/>
                  </a:lnTo>
                  <a:lnTo>
                    <a:pt x="217454" y="4139911"/>
                  </a:lnTo>
                  <a:lnTo>
                    <a:pt x="266699" y="4135348"/>
                  </a:lnTo>
                  <a:lnTo>
                    <a:pt x="315629" y="4129846"/>
                  </a:lnTo>
                  <a:lnTo>
                    <a:pt x="364233" y="4123415"/>
                  </a:lnTo>
                  <a:lnTo>
                    <a:pt x="412500" y="4116066"/>
                  </a:lnTo>
                  <a:lnTo>
                    <a:pt x="460418" y="4107809"/>
                  </a:lnTo>
                  <a:lnTo>
                    <a:pt x="507978" y="4098654"/>
                  </a:lnTo>
                  <a:lnTo>
                    <a:pt x="555166" y="4088611"/>
                  </a:lnTo>
                  <a:lnTo>
                    <a:pt x="601974" y="4077691"/>
                  </a:lnTo>
                  <a:lnTo>
                    <a:pt x="648388" y="4065903"/>
                  </a:lnTo>
                  <a:lnTo>
                    <a:pt x="694399" y="4053257"/>
                  </a:lnTo>
                  <a:lnTo>
                    <a:pt x="739995" y="4039765"/>
                  </a:lnTo>
                  <a:lnTo>
                    <a:pt x="785164" y="4025436"/>
                  </a:lnTo>
                  <a:lnTo>
                    <a:pt x="829897" y="4010279"/>
                  </a:lnTo>
                  <a:lnTo>
                    <a:pt x="874181" y="3994307"/>
                  </a:lnTo>
                  <a:lnTo>
                    <a:pt x="918006" y="3977527"/>
                  </a:lnTo>
                  <a:lnTo>
                    <a:pt x="961360" y="3959952"/>
                  </a:lnTo>
                  <a:lnTo>
                    <a:pt x="1004233" y="3941590"/>
                  </a:lnTo>
                  <a:lnTo>
                    <a:pt x="1046613" y="3922453"/>
                  </a:lnTo>
                  <a:lnTo>
                    <a:pt x="1088489" y="3902549"/>
                  </a:lnTo>
                  <a:lnTo>
                    <a:pt x="1129850" y="3881891"/>
                  </a:lnTo>
                  <a:lnTo>
                    <a:pt x="1170685" y="3860486"/>
                  </a:lnTo>
                  <a:lnTo>
                    <a:pt x="1210982" y="3838347"/>
                  </a:lnTo>
                  <a:lnTo>
                    <a:pt x="1250732" y="3815482"/>
                  </a:lnTo>
                  <a:lnTo>
                    <a:pt x="1289921" y="3791902"/>
                  </a:lnTo>
                  <a:lnTo>
                    <a:pt x="1328540" y="3767618"/>
                  </a:lnTo>
                  <a:lnTo>
                    <a:pt x="1366578" y="3742639"/>
                  </a:lnTo>
                  <a:lnTo>
                    <a:pt x="1404022" y="3716976"/>
                  </a:lnTo>
                  <a:lnTo>
                    <a:pt x="1440863" y="3690638"/>
                  </a:lnTo>
                  <a:lnTo>
                    <a:pt x="1477088" y="3663636"/>
                  </a:lnTo>
                  <a:lnTo>
                    <a:pt x="1512688" y="3635981"/>
                  </a:lnTo>
                  <a:lnTo>
                    <a:pt x="1547650" y="3607682"/>
                  </a:lnTo>
                  <a:lnTo>
                    <a:pt x="1581963" y="3578749"/>
                  </a:lnTo>
                  <a:lnTo>
                    <a:pt x="1615617" y="3549192"/>
                  </a:lnTo>
                  <a:lnTo>
                    <a:pt x="1648600" y="3519023"/>
                  </a:lnTo>
                  <a:lnTo>
                    <a:pt x="1680902" y="3488251"/>
                  </a:lnTo>
                  <a:lnTo>
                    <a:pt x="1712510" y="3456885"/>
                  </a:lnTo>
                  <a:lnTo>
                    <a:pt x="1743415" y="3424937"/>
                  </a:lnTo>
                  <a:lnTo>
                    <a:pt x="1773604" y="3392416"/>
                  </a:lnTo>
                  <a:lnTo>
                    <a:pt x="1803067" y="3359334"/>
                  </a:lnTo>
                  <a:lnTo>
                    <a:pt x="1831793" y="3325698"/>
                  </a:lnTo>
                  <a:lnTo>
                    <a:pt x="1859770" y="3291521"/>
                  </a:lnTo>
                  <a:lnTo>
                    <a:pt x="1886987" y="3256812"/>
                  </a:lnTo>
                  <a:lnTo>
                    <a:pt x="1913434" y="3221581"/>
                  </a:lnTo>
                  <a:lnTo>
                    <a:pt x="1939099" y="3185839"/>
                  </a:lnTo>
                  <a:lnTo>
                    <a:pt x="1963971" y="3149595"/>
                  </a:lnTo>
                  <a:lnTo>
                    <a:pt x="1988038" y="3112861"/>
                  </a:lnTo>
                  <a:lnTo>
                    <a:pt x="2011291" y="3075645"/>
                  </a:lnTo>
                  <a:lnTo>
                    <a:pt x="2033717" y="3037958"/>
                  </a:lnTo>
                  <a:lnTo>
                    <a:pt x="2055305" y="2999811"/>
                  </a:lnTo>
                  <a:lnTo>
                    <a:pt x="2076045" y="2961213"/>
                  </a:lnTo>
                  <a:lnTo>
                    <a:pt x="2095926" y="2922175"/>
                  </a:lnTo>
                  <a:lnTo>
                    <a:pt x="2114935" y="2882707"/>
                  </a:lnTo>
                  <a:lnTo>
                    <a:pt x="2133063" y="2842819"/>
                  </a:lnTo>
                  <a:lnTo>
                    <a:pt x="2150297" y="2802521"/>
                  </a:lnTo>
                  <a:lnTo>
                    <a:pt x="2166627" y="2761823"/>
                  </a:lnTo>
                  <a:lnTo>
                    <a:pt x="2182042" y="2720736"/>
                  </a:lnTo>
                  <a:lnTo>
                    <a:pt x="2196531" y="2679269"/>
                  </a:lnTo>
                  <a:lnTo>
                    <a:pt x="2210082" y="2637434"/>
                  </a:lnTo>
                  <a:lnTo>
                    <a:pt x="2222684" y="2595239"/>
                  </a:lnTo>
                  <a:lnTo>
                    <a:pt x="2234326" y="2552696"/>
                  </a:lnTo>
                  <a:lnTo>
                    <a:pt x="2244998" y="2509814"/>
                  </a:lnTo>
                  <a:lnTo>
                    <a:pt x="2254687" y="2466603"/>
                  </a:lnTo>
                  <a:lnTo>
                    <a:pt x="2263384" y="2423074"/>
                  </a:lnTo>
                  <a:lnTo>
                    <a:pt x="2271076" y="2379238"/>
                  </a:lnTo>
                  <a:lnTo>
                    <a:pt x="2277753" y="2335103"/>
                  </a:lnTo>
                  <a:lnTo>
                    <a:pt x="2283403" y="2290680"/>
                  </a:lnTo>
                  <a:lnTo>
                    <a:pt x="2288015" y="2245980"/>
                  </a:lnTo>
                  <a:lnTo>
                    <a:pt x="2291579" y="2201012"/>
                  </a:lnTo>
                  <a:lnTo>
                    <a:pt x="2294083" y="2155788"/>
                  </a:lnTo>
                  <a:lnTo>
                    <a:pt x="2295516" y="2110316"/>
                  </a:lnTo>
                  <a:lnTo>
                    <a:pt x="2295867" y="2064607"/>
                  </a:lnTo>
                  <a:lnTo>
                    <a:pt x="2295129" y="2018902"/>
                  </a:lnTo>
                  <a:lnTo>
                    <a:pt x="2293311" y="1973444"/>
                  </a:lnTo>
                  <a:lnTo>
                    <a:pt x="2290425" y="1928241"/>
                  </a:lnTo>
                  <a:lnTo>
                    <a:pt x="2286481" y="1883305"/>
                  </a:lnTo>
                  <a:lnTo>
                    <a:pt x="2281490" y="1838645"/>
                  </a:lnTo>
                  <a:lnTo>
                    <a:pt x="2275464" y="1794272"/>
                  </a:lnTo>
                  <a:lnTo>
                    <a:pt x="2268414" y="1750195"/>
                  </a:lnTo>
                  <a:lnTo>
                    <a:pt x="2260351" y="1706424"/>
                  </a:lnTo>
                  <a:lnTo>
                    <a:pt x="2251287" y="1662970"/>
                  </a:lnTo>
                  <a:lnTo>
                    <a:pt x="2241232" y="1619843"/>
                  </a:lnTo>
                  <a:lnTo>
                    <a:pt x="2230198" y="1577053"/>
                  </a:lnTo>
                  <a:lnTo>
                    <a:pt x="2218196" y="1534609"/>
                  </a:lnTo>
                  <a:lnTo>
                    <a:pt x="2205237" y="1492522"/>
                  </a:lnTo>
                  <a:lnTo>
                    <a:pt x="2191333" y="1450803"/>
                  </a:lnTo>
                  <a:lnTo>
                    <a:pt x="2176494" y="1409460"/>
                  </a:lnTo>
                  <a:lnTo>
                    <a:pt x="2160732" y="1368505"/>
                  </a:lnTo>
                  <a:lnTo>
                    <a:pt x="2144058" y="1327946"/>
                  </a:lnTo>
                  <a:lnTo>
                    <a:pt x="2126483" y="1287795"/>
                  </a:lnTo>
                  <a:lnTo>
                    <a:pt x="2108019" y="1248062"/>
                  </a:lnTo>
                  <a:lnTo>
                    <a:pt x="2088676" y="1208756"/>
                  </a:lnTo>
                  <a:lnTo>
                    <a:pt x="2068466" y="1169887"/>
                  </a:lnTo>
                  <a:lnTo>
                    <a:pt x="2047400" y="1131466"/>
                  </a:lnTo>
                  <a:lnTo>
                    <a:pt x="2025490" y="1093503"/>
                  </a:lnTo>
                  <a:lnTo>
                    <a:pt x="2002746" y="1056007"/>
                  </a:lnTo>
                  <a:lnTo>
                    <a:pt x="1979179" y="1018990"/>
                  </a:lnTo>
                  <a:lnTo>
                    <a:pt x="1954801" y="982460"/>
                  </a:lnTo>
                  <a:lnTo>
                    <a:pt x="1929624" y="946428"/>
                  </a:lnTo>
                  <a:lnTo>
                    <a:pt x="1903658" y="910904"/>
                  </a:lnTo>
                  <a:lnTo>
                    <a:pt x="1876914" y="875898"/>
                  </a:lnTo>
                  <a:lnTo>
                    <a:pt x="1849404" y="841421"/>
                  </a:lnTo>
                  <a:lnTo>
                    <a:pt x="1821139" y="807482"/>
                  </a:lnTo>
                  <a:lnTo>
                    <a:pt x="1792129" y="774091"/>
                  </a:lnTo>
                  <a:lnTo>
                    <a:pt x="1762388" y="741258"/>
                  </a:lnTo>
                  <a:lnTo>
                    <a:pt x="1731924" y="708995"/>
                  </a:lnTo>
                  <a:lnTo>
                    <a:pt x="1700751" y="677309"/>
                  </a:lnTo>
                  <a:lnTo>
                    <a:pt x="1668878" y="646213"/>
                  </a:lnTo>
                  <a:lnTo>
                    <a:pt x="1636317" y="615715"/>
                  </a:lnTo>
                  <a:lnTo>
                    <a:pt x="1603080" y="585825"/>
                  </a:lnTo>
                  <a:lnTo>
                    <a:pt x="1569177" y="556555"/>
                  </a:lnTo>
                  <a:lnTo>
                    <a:pt x="1534620" y="527914"/>
                  </a:lnTo>
                  <a:lnTo>
                    <a:pt x="1499420" y="499912"/>
                  </a:lnTo>
                  <a:lnTo>
                    <a:pt x="1463588" y="472558"/>
                  </a:lnTo>
                  <a:lnTo>
                    <a:pt x="1427136" y="445864"/>
                  </a:lnTo>
                  <a:lnTo>
                    <a:pt x="1390074" y="419840"/>
                  </a:lnTo>
                  <a:lnTo>
                    <a:pt x="1352414" y="394494"/>
                  </a:lnTo>
                  <a:lnTo>
                    <a:pt x="1314166" y="369838"/>
                  </a:lnTo>
                  <a:lnTo>
                    <a:pt x="1275343" y="345882"/>
                  </a:lnTo>
                  <a:lnTo>
                    <a:pt x="1235955" y="322635"/>
                  </a:lnTo>
                  <a:lnTo>
                    <a:pt x="1196014" y="300108"/>
                  </a:lnTo>
                  <a:lnTo>
                    <a:pt x="1155531" y="278310"/>
                  </a:lnTo>
                  <a:lnTo>
                    <a:pt x="1114516" y="257252"/>
                  </a:lnTo>
                  <a:lnTo>
                    <a:pt x="1072982" y="236945"/>
                  </a:lnTo>
                  <a:lnTo>
                    <a:pt x="1030939" y="217397"/>
                  </a:lnTo>
                  <a:lnTo>
                    <a:pt x="988399" y="198619"/>
                  </a:lnTo>
                  <a:lnTo>
                    <a:pt x="945373" y="180621"/>
                  </a:lnTo>
                  <a:lnTo>
                    <a:pt x="901871" y="163413"/>
                  </a:lnTo>
                  <a:lnTo>
                    <a:pt x="857906" y="147006"/>
                  </a:lnTo>
                  <a:lnTo>
                    <a:pt x="813488" y="131409"/>
                  </a:lnTo>
                  <a:lnTo>
                    <a:pt x="768629" y="116632"/>
                  </a:lnTo>
                  <a:lnTo>
                    <a:pt x="723340" y="102686"/>
                  </a:lnTo>
                  <a:lnTo>
                    <a:pt x="677632" y="89580"/>
                  </a:lnTo>
                  <a:lnTo>
                    <a:pt x="631516" y="77325"/>
                  </a:lnTo>
                  <a:lnTo>
                    <a:pt x="585003" y="65930"/>
                  </a:lnTo>
                  <a:lnTo>
                    <a:pt x="538105" y="55407"/>
                  </a:lnTo>
                  <a:lnTo>
                    <a:pt x="490833" y="45764"/>
                  </a:lnTo>
                  <a:lnTo>
                    <a:pt x="443198" y="37012"/>
                  </a:lnTo>
                  <a:lnTo>
                    <a:pt x="395211" y="29161"/>
                  </a:lnTo>
                  <a:lnTo>
                    <a:pt x="346884" y="22221"/>
                  </a:lnTo>
                  <a:lnTo>
                    <a:pt x="298227" y="16203"/>
                  </a:lnTo>
                  <a:lnTo>
                    <a:pt x="249253" y="11115"/>
                  </a:lnTo>
                  <a:lnTo>
                    <a:pt x="199971" y="6969"/>
                  </a:lnTo>
                  <a:lnTo>
                    <a:pt x="150394" y="3775"/>
                  </a:lnTo>
                  <a:lnTo>
                    <a:pt x="100532" y="1541"/>
                  </a:lnTo>
                  <a:lnTo>
                    <a:pt x="50397" y="280"/>
                  </a:lnTo>
                  <a:lnTo>
                    <a:pt x="0" y="0"/>
                  </a:lnTo>
                  <a:lnTo>
                    <a:pt x="17549" y="4148575"/>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A30E2D06-2E6A-6945-8BE0-79A90660FE07}"/>
                </a:ext>
              </a:extLst>
            </p:cNvPr>
            <p:cNvSpPr/>
            <p:nvPr/>
          </p:nvSpPr>
          <p:spPr>
            <a:xfrm>
              <a:off x="3420610" y="2725099"/>
              <a:ext cx="1849755" cy="1849755"/>
            </a:xfrm>
            <a:custGeom>
              <a:avLst/>
              <a:gdLst/>
              <a:ahLst/>
              <a:cxnLst/>
              <a:rect l="l" t="t" r="r" b="b"/>
              <a:pathLst>
                <a:path w="1849754" h="1849754">
                  <a:moveTo>
                    <a:pt x="1849252" y="924631"/>
                  </a:moveTo>
                  <a:lnTo>
                    <a:pt x="1848049" y="877050"/>
                  </a:lnTo>
                  <a:lnTo>
                    <a:pt x="1844479" y="830094"/>
                  </a:lnTo>
                  <a:lnTo>
                    <a:pt x="1838599" y="783820"/>
                  </a:lnTo>
                  <a:lnTo>
                    <a:pt x="1830468" y="738287"/>
                  </a:lnTo>
                  <a:lnTo>
                    <a:pt x="1820144" y="693553"/>
                  </a:lnTo>
                  <a:lnTo>
                    <a:pt x="1807685" y="649676"/>
                  </a:lnTo>
                  <a:lnTo>
                    <a:pt x="1793149" y="606714"/>
                  </a:lnTo>
                  <a:lnTo>
                    <a:pt x="1776594" y="564725"/>
                  </a:lnTo>
                  <a:lnTo>
                    <a:pt x="1758078" y="523767"/>
                  </a:lnTo>
                  <a:lnTo>
                    <a:pt x="1737660" y="483899"/>
                  </a:lnTo>
                  <a:lnTo>
                    <a:pt x="1715397" y="445178"/>
                  </a:lnTo>
                  <a:lnTo>
                    <a:pt x="1691348" y="407663"/>
                  </a:lnTo>
                  <a:lnTo>
                    <a:pt x="1665570" y="371412"/>
                  </a:lnTo>
                  <a:lnTo>
                    <a:pt x="1638121" y="336482"/>
                  </a:lnTo>
                  <a:lnTo>
                    <a:pt x="1609061" y="302932"/>
                  </a:lnTo>
                  <a:lnTo>
                    <a:pt x="1578446" y="270820"/>
                  </a:lnTo>
                  <a:lnTo>
                    <a:pt x="1546335" y="240204"/>
                  </a:lnTo>
                  <a:lnTo>
                    <a:pt x="1512787" y="211142"/>
                  </a:lnTo>
                  <a:lnTo>
                    <a:pt x="1477858" y="183693"/>
                  </a:lnTo>
                  <a:lnTo>
                    <a:pt x="1441607" y="157913"/>
                  </a:lnTo>
                  <a:lnTo>
                    <a:pt x="1404093" y="133863"/>
                  </a:lnTo>
                  <a:lnTo>
                    <a:pt x="1365373" y="111599"/>
                  </a:lnTo>
                  <a:lnTo>
                    <a:pt x="1325506" y="91179"/>
                  </a:lnTo>
                  <a:lnTo>
                    <a:pt x="1284549" y="72662"/>
                  </a:lnTo>
                  <a:lnTo>
                    <a:pt x="1242560" y="56106"/>
                  </a:lnTo>
                  <a:lnTo>
                    <a:pt x="1199599" y="41570"/>
                  </a:lnTo>
                  <a:lnTo>
                    <a:pt x="1155722" y="29110"/>
                  </a:lnTo>
                  <a:lnTo>
                    <a:pt x="1110988" y="18785"/>
                  </a:lnTo>
                  <a:lnTo>
                    <a:pt x="1065454" y="10653"/>
                  </a:lnTo>
                  <a:lnTo>
                    <a:pt x="1019180" y="4773"/>
                  </a:lnTo>
                  <a:lnTo>
                    <a:pt x="972223" y="1203"/>
                  </a:lnTo>
                  <a:lnTo>
                    <a:pt x="924642" y="0"/>
                  </a:lnTo>
                  <a:lnTo>
                    <a:pt x="877061" y="1203"/>
                  </a:lnTo>
                  <a:lnTo>
                    <a:pt x="830104" y="4773"/>
                  </a:lnTo>
                  <a:lnTo>
                    <a:pt x="783830" y="10653"/>
                  </a:lnTo>
                  <a:lnTo>
                    <a:pt x="738297" y="18785"/>
                  </a:lnTo>
                  <a:lnTo>
                    <a:pt x="693563" y="29110"/>
                  </a:lnTo>
                  <a:lnTo>
                    <a:pt x="649685" y="41570"/>
                  </a:lnTo>
                  <a:lnTo>
                    <a:pt x="606723" y="56106"/>
                  </a:lnTo>
                  <a:lnTo>
                    <a:pt x="564734" y="72662"/>
                  </a:lnTo>
                  <a:lnTo>
                    <a:pt x="523776" y="91179"/>
                  </a:lnTo>
                  <a:lnTo>
                    <a:pt x="483907" y="111599"/>
                  </a:lnTo>
                  <a:lnTo>
                    <a:pt x="445186" y="133863"/>
                  </a:lnTo>
                  <a:lnTo>
                    <a:pt x="407670" y="157913"/>
                  </a:lnTo>
                  <a:lnTo>
                    <a:pt x="371418" y="183693"/>
                  </a:lnTo>
                  <a:lnTo>
                    <a:pt x="336488" y="211142"/>
                  </a:lnTo>
                  <a:lnTo>
                    <a:pt x="302937" y="240204"/>
                  </a:lnTo>
                  <a:lnTo>
                    <a:pt x="270825" y="270820"/>
                  </a:lnTo>
                  <a:lnTo>
                    <a:pt x="240209" y="302932"/>
                  </a:lnTo>
                  <a:lnTo>
                    <a:pt x="211146" y="336482"/>
                  </a:lnTo>
                  <a:lnTo>
                    <a:pt x="183696" y="371412"/>
                  </a:lnTo>
                  <a:lnTo>
                    <a:pt x="157917" y="407663"/>
                  </a:lnTo>
                  <a:lnTo>
                    <a:pt x="133866" y="445178"/>
                  </a:lnTo>
                  <a:lnTo>
                    <a:pt x="111601" y="483899"/>
                  </a:lnTo>
                  <a:lnTo>
                    <a:pt x="91181" y="523767"/>
                  </a:lnTo>
                  <a:lnTo>
                    <a:pt x="72664" y="564725"/>
                  </a:lnTo>
                  <a:lnTo>
                    <a:pt x="56108" y="606714"/>
                  </a:lnTo>
                  <a:lnTo>
                    <a:pt x="41571" y="649676"/>
                  </a:lnTo>
                  <a:lnTo>
                    <a:pt x="29110" y="693553"/>
                  </a:lnTo>
                  <a:lnTo>
                    <a:pt x="18785" y="738287"/>
                  </a:lnTo>
                  <a:lnTo>
                    <a:pt x="10654" y="783820"/>
                  </a:lnTo>
                  <a:lnTo>
                    <a:pt x="4773" y="830094"/>
                  </a:lnTo>
                  <a:lnTo>
                    <a:pt x="1203" y="877050"/>
                  </a:lnTo>
                  <a:lnTo>
                    <a:pt x="0" y="924631"/>
                  </a:lnTo>
                  <a:lnTo>
                    <a:pt x="1203" y="972212"/>
                  </a:lnTo>
                  <a:lnTo>
                    <a:pt x="4773" y="1019168"/>
                  </a:lnTo>
                  <a:lnTo>
                    <a:pt x="10654" y="1065442"/>
                  </a:lnTo>
                  <a:lnTo>
                    <a:pt x="18785" y="1110975"/>
                  </a:lnTo>
                  <a:lnTo>
                    <a:pt x="29110" y="1155709"/>
                  </a:lnTo>
                  <a:lnTo>
                    <a:pt x="41571" y="1199586"/>
                  </a:lnTo>
                  <a:lnTo>
                    <a:pt x="56108" y="1242548"/>
                  </a:lnTo>
                  <a:lnTo>
                    <a:pt x="72664" y="1284537"/>
                  </a:lnTo>
                  <a:lnTo>
                    <a:pt x="91181" y="1325495"/>
                  </a:lnTo>
                  <a:lnTo>
                    <a:pt x="111601" y="1365363"/>
                  </a:lnTo>
                  <a:lnTo>
                    <a:pt x="133866" y="1404084"/>
                  </a:lnTo>
                  <a:lnTo>
                    <a:pt x="157917" y="1441599"/>
                  </a:lnTo>
                  <a:lnTo>
                    <a:pt x="183696" y="1477851"/>
                  </a:lnTo>
                  <a:lnTo>
                    <a:pt x="211146" y="1512780"/>
                  </a:lnTo>
                  <a:lnTo>
                    <a:pt x="240209" y="1546330"/>
                  </a:lnTo>
                  <a:lnTo>
                    <a:pt x="270825" y="1578442"/>
                  </a:lnTo>
                  <a:lnTo>
                    <a:pt x="302937" y="1609058"/>
                  </a:lnTo>
                  <a:lnTo>
                    <a:pt x="336488" y="1638120"/>
                  </a:lnTo>
                  <a:lnTo>
                    <a:pt x="371418" y="1665569"/>
                  </a:lnTo>
                  <a:lnTo>
                    <a:pt x="407670" y="1691349"/>
                  </a:lnTo>
                  <a:lnTo>
                    <a:pt x="445186" y="1715399"/>
                  </a:lnTo>
                  <a:lnTo>
                    <a:pt x="483907" y="1737663"/>
                  </a:lnTo>
                  <a:lnTo>
                    <a:pt x="523776" y="1758083"/>
                  </a:lnTo>
                  <a:lnTo>
                    <a:pt x="564734" y="1776600"/>
                  </a:lnTo>
                  <a:lnTo>
                    <a:pt x="606723" y="1793156"/>
                  </a:lnTo>
                  <a:lnTo>
                    <a:pt x="649685" y="1807693"/>
                  </a:lnTo>
                  <a:lnTo>
                    <a:pt x="693563" y="1820152"/>
                  </a:lnTo>
                  <a:lnTo>
                    <a:pt x="738297" y="1830477"/>
                  </a:lnTo>
                  <a:lnTo>
                    <a:pt x="783830" y="1838609"/>
                  </a:lnTo>
                  <a:lnTo>
                    <a:pt x="830104" y="1844489"/>
                  </a:lnTo>
                  <a:lnTo>
                    <a:pt x="877061" y="1848059"/>
                  </a:lnTo>
                  <a:lnTo>
                    <a:pt x="924642" y="1849263"/>
                  </a:lnTo>
                  <a:lnTo>
                    <a:pt x="972223" y="1848059"/>
                  </a:lnTo>
                  <a:lnTo>
                    <a:pt x="1019180" y="1844489"/>
                  </a:lnTo>
                  <a:lnTo>
                    <a:pt x="1065454" y="1838609"/>
                  </a:lnTo>
                  <a:lnTo>
                    <a:pt x="1110988" y="1830477"/>
                  </a:lnTo>
                  <a:lnTo>
                    <a:pt x="1155722" y="1820152"/>
                  </a:lnTo>
                  <a:lnTo>
                    <a:pt x="1199599" y="1807693"/>
                  </a:lnTo>
                  <a:lnTo>
                    <a:pt x="1242560" y="1793156"/>
                  </a:lnTo>
                  <a:lnTo>
                    <a:pt x="1284549" y="1776600"/>
                  </a:lnTo>
                  <a:lnTo>
                    <a:pt x="1325506" y="1758083"/>
                  </a:lnTo>
                  <a:lnTo>
                    <a:pt x="1365373" y="1737663"/>
                  </a:lnTo>
                  <a:lnTo>
                    <a:pt x="1404093" y="1715399"/>
                  </a:lnTo>
                  <a:lnTo>
                    <a:pt x="1441607" y="1691349"/>
                  </a:lnTo>
                  <a:lnTo>
                    <a:pt x="1477858" y="1665569"/>
                  </a:lnTo>
                  <a:lnTo>
                    <a:pt x="1512787" y="1638120"/>
                  </a:lnTo>
                  <a:lnTo>
                    <a:pt x="1546335" y="1609058"/>
                  </a:lnTo>
                  <a:lnTo>
                    <a:pt x="1578446" y="1578442"/>
                  </a:lnTo>
                  <a:lnTo>
                    <a:pt x="1609061" y="1546330"/>
                  </a:lnTo>
                  <a:lnTo>
                    <a:pt x="1638121" y="1512780"/>
                  </a:lnTo>
                  <a:lnTo>
                    <a:pt x="1665570" y="1477851"/>
                  </a:lnTo>
                  <a:lnTo>
                    <a:pt x="1691348" y="1441599"/>
                  </a:lnTo>
                  <a:lnTo>
                    <a:pt x="1715397" y="1404084"/>
                  </a:lnTo>
                  <a:lnTo>
                    <a:pt x="1737660" y="1365363"/>
                  </a:lnTo>
                  <a:lnTo>
                    <a:pt x="1758078" y="1325495"/>
                  </a:lnTo>
                  <a:lnTo>
                    <a:pt x="1776594" y="1284537"/>
                  </a:lnTo>
                  <a:lnTo>
                    <a:pt x="1793149" y="1242548"/>
                  </a:lnTo>
                  <a:lnTo>
                    <a:pt x="1807685" y="1199586"/>
                  </a:lnTo>
                  <a:lnTo>
                    <a:pt x="1820144" y="1155709"/>
                  </a:lnTo>
                  <a:lnTo>
                    <a:pt x="1830468" y="1110975"/>
                  </a:lnTo>
                  <a:lnTo>
                    <a:pt x="1838599" y="1065442"/>
                  </a:lnTo>
                  <a:lnTo>
                    <a:pt x="1844479" y="1019168"/>
                  </a:lnTo>
                  <a:lnTo>
                    <a:pt x="1848049" y="972212"/>
                  </a:lnTo>
                  <a:lnTo>
                    <a:pt x="1849252" y="924631"/>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B987ECBF-0401-6849-8B9D-41707FC219E2}"/>
                </a:ext>
              </a:extLst>
            </p:cNvPr>
            <p:cNvSpPr/>
            <p:nvPr/>
          </p:nvSpPr>
          <p:spPr>
            <a:xfrm>
              <a:off x="3006025" y="8230648"/>
              <a:ext cx="5907405" cy="1649095"/>
            </a:xfrm>
            <a:custGeom>
              <a:avLst/>
              <a:gdLst/>
              <a:ahLst/>
              <a:cxnLst/>
              <a:rect l="l" t="t" r="r" b="b"/>
              <a:pathLst>
                <a:path w="5907405" h="1649095">
                  <a:moveTo>
                    <a:pt x="0" y="1648913"/>
                  </a:moveTo>
                  <a:lnTo>
                    <a:pt x="4747195" y="1648913"/>
                  </a:lnTo>
                  <a:lnTo>
                    <a:pt x="5907317" y="0"/>
                  </a:lnTo>
                  <a:lnTo>
                    <a:pt x="1343990" y="0"/>
                  </a:lnTo>
                  <a:lnTo>
                    <a:pt x="0" y="1648913"/>
                  </a:lnTo>
                  <a:close/>
                </a:path>
              </a:pathLst>
            </a:custGeom>
            <a:ln w="20941">
              <a:solidFill>
                <a:srgbClr val="8CB4AB"/>
              </a:solidFill>
            </a:ln>
          </p:spPr>
          <p:txBody>
            <a:bodyPr wrap="square" lIns="0" tIns="0" rIns="0" bIns="0" rtlCol="0"/>
            <a:lstStyle/>
            <a:p>
              <a:endParaRPr sz="1092"/>
            </a:p>
          </p:txBody>
        </p:sp>
        <p:sp>
          <p:nvSpPr>
            <p:cNvPr id="16" name="object 7">
              <a:extLst>
                <a:ext uri="{FF2B5EF4-FFF2-40B4-BE49-F238E27FC236}">
                  <a16:creationId xmlns:a16="http://schemas.microsoft.com/office/drawing/2014/main" id="{A43D0FAB-2CF6-F740-8736-22EC152BA14E}"/>
                </a:ext>
              </a:extLst>
            </p:cNvPr>
            <p:cNvSpPr/>
            <p:nvPr/>
          </p:nvSpPr>
          <p:spPr>
            <a:xfrm>
              <a:off x="4350016" y="6909485"/>
              <a:ext cx="2007870" cy="1321435"/>
            </a:xfrm>
            <a:custGeom>
              <a:avLst/>
              <a:gdLst/>
              <a:ahLst/>
              <a:cxnLst/>
              <a:rect l="l" t="t" r="r" b="b"/>
              <a:pathLst>
                <a:path w="2007870" h="1321434">
                  <a:moveTo>
                    <a:pt x="1003697" y="0"/>
                  </a:moveTo>
                  <a:lnTo>
                    <a:pt x="2007383" y="1321163"/>
                  </a:lnTo>
                  <a:lnTo>
                    <a:pt x="0" y="1321163"/>
                  </a:lnTo>
                  <a:lnTo>
                    <a:pt x="1003697" y="0"/>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AF74FD04-7CE3-48FA-AC81-73ACA28774B2}"/>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675867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2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513E535-A31F-3C4B-87BF-458FF3AFD002}"/>
              </a:ext>
            </a:extLst>
          </p:cNvPr>
          <p:cNvGrpSpPr/>
          <p:nvPr userDrawn="1"/>
        </p:nvGrpSpPr>
        <p:grpSpPr>
          <a:xfrm>
            <a:off x="0" y="1342206"/>
            <a:ext cx="5405491" cy="4648879"/>
            <a:chOff x="0" y="2213397"/>
            <a:chExt cx="8913430" cy="7666346"/>
          </a:xfrm>
        </p:grpSpPr>
        <p:sp>
          <p:nvSpPr>
            <p:cNvPr id="11" name="object 2">
              <a:extLst>
                <a:ext uri="{FF2B5EF4-FFF2-40B4-BE49-F238E27FC236}">
                  <a16:creationId xmlns:a16="http://schemas.microsoft.com/office/drawing/2014/main" id="{9C6F276E-2096-F942-A893-C9AE47C12B5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87107BF2-2C8C-0947-ACC4-AB7FE34284F5}"/>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087F8415-A0F2-C64B-9452-AC2E7640040E}"/>
                </a:ext>
              </a:extLst>
            </p:cNvPr>
            <p:cNvSpPr/>
            <p:nvPr/>
          </p:nvSpPr>
          <p:spPr>
            <a:xfrm>
              <a:off x="6501804" y="2213397"/>
              <a:ext cx="2296160" cy="4149090"/>
            </a:xfrm>
            <a:custGeom>
              <a:avLst/>
              <a:gdLst/>
              <a:ahLst/>
              <a:cxnLst/>
              <a:rect l="l" t="t" r="r" b="b"/>
              <a:pathLst>
                <a:path w="2296159" h="4149090">
                  <a:moveTo>
                    <a:pt x="17549" y="4148575"/>
                  </a:moveTo>
                  <a:lnTo>
                    <a:pt x="67942" y="4147868"/>
                  </a:lnTo>
                  <a:lnTo>
                    <a:pt x="118064" y="4146181"/>
                  </a:lnTo>
                  <a:lnTo>
                    <a:pt x="167906" y="4143526"/>
                  </a:lnTo>
                  <a:lnTo>
                    <a:pt x="217454" y="4139911"/>
                  </a:lnTo>
                  <a:lnTo>
                    <a:pt x="266699" y="4135348"/>
                  </a:lnTo>
                  <a:lnTo>
                    <a:pt x="315629" y="4129846"/>
                  </a:lnTo>
                  <a:lnTo>
                    <a:pt x="364233" y="4123415"/>
                  </a:lnTo>
                  <a:lnTo>
                    <a:pt x="412500" y="4116066"/>
                  </a:lnTo>
                  <a:lnTo>
                    <a:pt x="460418" y="4107809"/>
                  </a:lnTo>
                  <a:lnTo>
                    <a:pt x="507978" y="4098654"/>
                  </a:lnTo>
                  <a:lnTo>
                    <a:pt x="555166" y="4088611"/>
                  </a:lnTo>
                  <a:lnTo>
                    <a:pt x="601974" y="4077691"/>
                  </a:lnTo>
                  <a:lnTo>
                    <a:pt x="648388" y="4065903"/>
                  </a:lnTo>
                  <a:lnTo>
                    <a:pt x="694399" y="4053257"/>
                  </a:lnTo>
                  <a:lnTo>
                    <a:pt x="739995" y="4039765"/>
                  </a:lnTo>
                  <a:lnTo>
                    <a:pt x="785164" y="4025436"/>
                  </a:lnTo>
                  <a:lnTo>
                    <a:pt x="829897" y="4010279"/>
                  </a:lnTo>
                  <a:lnTo>
                    <a:pt x="874181" y="3994307"/>
                  </a:lnTo>
                  <a:lnTo>
                    <a:pt x="918006" y="3977527"/>
                  </a:lnTo>
                  <a:lnTo>
                    <a:pt x="961360" y="3959952"/>
                  </a:lnTo>
                  <a:lnTo>
                    <a:pt x="1004233" y="3941590"/>
                  </a:lnTo>
                  <a:lnTo>
                    <a:pt x="1046613" y="3922453"/>
                  </a:lnTo>
                  <a:lnTo>
                    <a:pt x="1088489" y="3902549"/>
                  </a:lnTo>
                  <a:lnTo>
                    <a:pt x="1129850" y="3881891"/>
                  </a:lnTo>
                  <a:lnTo>
                    <a:pt x="1170685" y="3860486"/>
                  </a:lnTo>
                  <a:lnTo>
                    <a:pt x="1210982" y="3838347"/>
                  </a:lnTo>
                  <a:lnTo>
                    <a:pt x="1250732" y="3815482"/>
                  </a:lnTo>
                  <a:lnTo>
                    <a:pt x="1289921" y="3791902"/>
                  </a:lnTo>
                  <a:lnTo>
                    <a:pt x="1328540" y="3767618"/>
                  </a:lnTo>
                  <a:lnTo>
                    <a:pt x="1366578" y="3742639"/>
                  </a:lnTo>
                  <a:lnTo>
                    <a:pt x="1404022" y="3716976"/>
                  </a:lnTo>
                  <a:lnTo>
                    <a:pt x="1440863" y="3690638"/>
                  </a:lnTo>
                  <a:lnTo>
                    <a:pt x="1477088" y="3663636"/>
                  </a:lnTo>
                  <a:lnTo>
                    <a:pt x="1512688" y="3635981"/>
                  </a:lnTo>
                  <a:lnTo>
                    <a:pt x="1547650" y="3607682"/>
                  </a:lnTo>
                  <a:lnTo>
                    <a:pt x="1581963" y="3578749"/>
                  </a:lnTo>
                  <a:lnTo>
                    <a:pt x="1615617" y="3549192"/>
                  </a:lnTo>
                  <a:lnTo>
                    <a:pt x="1648600" y="3519023"/>
                  </a:lnTo>
                  <a:lnTo>
                    <a:pt x="1680902" y="3488251"/>
                  </a:lnTo>
                  <a:lnTo>
                    <a:pt x="1712510" y="3456885"/>
                  </a:lnTo>
                  <a:lnTo>
                    <a:pt x="1743415" y="3424937"/>
                  </a:lnTo>
                  <a:lnTo>
                    <a:pt x="1773604" y="3392416"/>
                  </a:lnTo>
                  <a:lnTo>
                    <a:pt x="1803067" y="3359334"/>
                  </a:lnTo>
                  <a:lnTo>
                    <a:pt x="1831793" y="3325698"/>
                  </a:lnTo>
                  <a:lnTo>
                    <a:pt x="1859770" y="3291521"/>
                  </a:lnTo>
                  <a:lnTo>
                    <a:pt x="1886987" y="3256812"/>
                  </a:lnTo>
                  <a:lnTo>
                    <a:pt x="1913434" y="3221581"/>
                  </a:lnTo>
                  <a:lnTo>
                    <a:pt x="1939099" y="3185839"/>
                  </a:lnTo>
                  <a:lnTo>
                    <a:pt x="1963971" y="3149595"/>
                  </a:lnTo>
                  <a:lnTo>
                    <a:pt x="1988038" y="3112861"/>
                  </a:lnTo>
                  <a:lnTo>
                    <a:pt x="2011291" y="3075645"/>
                  </a:lnTo>
                  <a:lnTo>
                    <a:pt x="2033717" y="3037958"/>
                  </a:lnTo>
                  <a:lnTo>
                    <a:pt x="2055305" y="2999811"/>
                  </a:lnTo>
                  <a:lnTo>
                    <a:pt x="2076045" y="2961213"/>
                  </a:lnTo>
                  <a:lnTo>
                    <a:pt x="2095926" y="2922175"/>
                  </a:lnTo>
                  <a:lnTo>
                    <a:pt x="2114935" y="2882707"/>
                  </a:lnTo>
                  <a:lnTo>
                    <a:pt x="2133063" y="2842819"/>
                  </a:lnTo>
                  <a:lnTo>
                    <a:pt x="2150297" y="2802521"/>
                  </a:lnTo>
                  <a:lnTo>
                    <a:pt x="2166627" y="2761823"/>
                  </a:lnTo>
                  <a:lnTo>
                    <a:pt x="2182042" y="2720736"/>
                  </a:lnTo>
                  <a:lnTo>
                    <a:pt x="2196531" y="2679269"/>
                  </a:lnTo>
                  <a:lnTo>
                    <a:pt x="2210082" y="2637434"/>
                  </a:lnTo>
                  <a:lnTo>
                    <a:pt x="2222684" y="2595239"/>
                  </a:lnTo>
                  <a:lnTo>
                    <a:pt x="2234326" y="2552696"/>
                  </a:lnTo>
                  <a:lnTo>
                    <a:pt x="2244998" y="2509814"/>
                  </a:lnTo>
                  <a:lnTo>
                    <a:pt x="2254687" y="2466603"/>
                  </a:lnTo>
                  <a:lnTo>
                    <a:pt x="2263384" y="2423074"/>
                  </a:lnTo>
                  <a:lnTo>
                    <a:pt x="2271076" y="2379238"/>
                  </a:lnTo>
                  <a:lnTo>
                    <a:pt x="2277753" y="2335103"/>
                  </a:lnTo>
                  <a:lnTo>
                    <a:pt x="2283403" y="2290680"/>
                  </a:lnTo>
                  <a:lnTo>
                    <a:pt x="2288015" y="2245980"/>
                  </a:lnTo>
                  <a:lnTo>
                    <a:pt x="2291579" y="2201012"/>
                  </a:lnTo>
                  <a:lnTo>
                    <a:pt x="2294083" y="2155788"/>
                  </a:lnTo>
                  <a:lnTo>
                    <a:pt x="2295516" y="2110316"/>
                  </a:lnTo>
                  <a:lnTo>
                    <a:pt x="2295867" y="2064607"/>
                  </a:lnTo>
                  <a:lnTo>
                    <a:pt x="2295129" y="2018902"/>
                  </a:lnTo>
                  <a:lnTo>
                    <a:pt x="2293311" y="1973444"/>
                  </a:lnTo>
                  <a:lnTo>
                    <a:pt x="2290425" y="1928241"/>
                  </a:lnTo>
                  <a:lnTo>
                    <a:pt x="2286481" y="1883305"/>
                  </a:lnTo>
                  <a:lnTo>
                    <a:pt x="2281490" y="1838645"/>
                  </a:lnTo>
                  <a:lnTo>
                    <a:pt x="2275464" y="1794272"/>
                  </a:lnTo>
                  <a:lnTo>
                    <a:pt x="2268414" y="1750195"/>
                  </a:lnTo>
                  <a:lnTo>
                    <a:pt x="2260351" y="1706424"/>
                  </a:lnTo>
                  <a:lnTo>
                    <a:pt x="2251287" y="1662970"/>
                  </a:lnTo>
                  <a:lnTo>
                    <a:pt x="2241232" y="1619843"/>
                  </a:lnTo>
                  <a:lnTo>
                    <a:pt x="2230198" y="1577053"/>
                  </a:lnTo>
                  <a:lnTo>
                    <a:pt x="2218196" y="1534609"/>
                  </a:lnTo>
                  <a:lnTo>
                    <a:pt x="2205237" y="1492522"/>
                  </a:lnTo>
                  <a:lnTo>
                    <a:pt x="2191333" y="1450803"/>
                  </a:lnTo>
                  <a:lnTo>
                    <a:pt x="2176494" y="1409460"/>
                  </a:lnTo>
                  <a:lnTo>
                    <a:pt x="2160732" y="1368505"/>
                  </a:lnTo>
                  <a:lnTo>
                    <a:pt x="2144058" y="1327946"/>
                  </a:lnTo>
                  <a:lnTo>
                    <a:pt x="2126483" y="1287795"/>
                  </a:lnTo>
                  <a:lnTo>
                    <a:pt x="2108019" y="1248062"/>
                  </a:lnTo>
                  <a:lnTo>
                    <a:pt x="2088676" y="1208756"/>
                  </a:lnTo>
                  <a:lnTo>
                    <a:pt x="2068466" y="1169887"/>
                  </a:lnTo>
                  <a:lnTo>
                    <a:pt x="2047400" y="1131466"/>
                  </a:lnTo>
                  <a:lnTo>
                    <a:pt x="2025490" y="1093503"/>
                  </a:lnTo>
                  <a:lnTo>
                    <a:pt x="2002746" y="1056007"/>
                  </a:lnTo>
                  <a:lnTo>
                    <a:pt x="1979179" y="1018990"/>
                  </a:lnTo>
                  <a:lnTo>
                    <a:pt x="1954801" y="982460"/>
                  </a:lnTo>
                  <a:lnTo>
                    <a:pt x="1929624" y="946428"/>
                  </a:lnTo>
                  <a:lnTo>
                    <a:pt x="1903658" y="910904"/>
                  </a:lnTo>
                  <a:lnTo>
                    <a:pt x="1876914" y="875898"/>
                  </a:lnTo>
                  <a:lnTo>
                    <a:pt x="1849404" y="841421"/>
                  </a:lnTo>
                  <a:lnTo>
                    <a:pt x="1821139" y="807482"/>
                  </a:lnTo>
                  <a:lnTo>
                    <a:pt x="1792129" y="774091"/>
                  </a:lnTo>
                  <a:lnTo>
                    <a:pt x="1762388" y="741258"/>
                  </a:lnTo>
                  <a:lnTo>
                    <a:pt x="1731924" y="708995"/>
                  </a:lnTo>
                  <a:lnTo>
                    <a:pt x="1700751" y="677309"/>
                  </a:lnTo>
                  <a:lnTo>
                    <a:pt x="1668878" y="646213"/>
                  </a:lnTo>
                  <a:lnTo>
                    <a:pt x="1636317" y="615715"/>
                  </a:lnTo>
                  <a:lnTo>
                    <a:pt x="1603080" y="585825"/>
                  </a:lnTo>
                  <a:lnTo>
                    <a:pt x="1569177" y="556555"/>
                  </a:lnTo>
                  <a:lnTo>
                    <a:pt x="1534620" y="527914"/>
                  </a:lnTo>
                  <a:lnTo>
                    <a:pt x="1499420" y="499912"/>
                  </a:lnTo>
                  <a:lnTo>
                    <a:pt x="1463588" y="472558"/>
                  </a:lnTo>
                  <a:lnTo>
                    <a:pt x="1427136" y="445864"/>
                  </a:lnTo>
                  <a:lnTo>
                    <a:pt x="1390074" y="419840"/>
                  </a:lnTo>
                  <a:lnTo>
                    <a:pt x="1352414" y="394494"/>
                  </a:lnTo>
                  <a:lnTo>
                    <a:pt x="1314166" y="369838"/>
                  </a:lnTo>
                  <a:lnTo>
                    <a:pt x="1275343" y="345882"/>
                  </a:lnTo>
                  <a:lnTo>
                    <a:pt x="1235955" y="322635"/>
                  </a:lnTo>
                  <a:lnTo>
                    <a:pt x="1196014" y="300108"/>
                  </a:lnTo>
                  <a:lnTo>
                    <a:pt x="1155531" y="278310"/>
                  </a:lnTo>
                  <a:lnTo>
                    <a:pt x="1114516" y="257252"/>
                  </a:lnTo>
                  <a:lnTo>
                    <a:pt x="1072982" y="236945"/>
                  </a:lnTo>
                  <a:lnTo>
                    <a:pt x="1030939" y="217397"/>
                  </a:lnTo>
                  <a:lnTo>
                    <a:pt x="988399" y="198619"/>
                  </a:lnTo>
                  <a:lnTo>
                    <a:pt x="945373" y="180621"/>
                  </a:lnTo>
                  <a:lnTo>
                    <a:pt x="901871" y="163413"/>
                  </a:lnTo>
                  <a:lnTo>
                    <a:pt x="857906" y="147006"/>
                  </a:lnTo>
                  <a:lnTo>
                    <a:pt x="813488" y="131409"/>
                  </a:lnTo>
                  <a:lnTo>
                    <a:pt x="768629" y="116632"/>
                  </a:lnTo>
                  <a:lnTo>
                    <a:pt x="723340" y="102686"/>
                  </a:lnTo>
                  <a:lnTo>
                    <a:pt x="677632" y="89580"/>
                  </a:lnTo>
                  <a:lnTo>
                    <a:pt x="631516" y="77325"/>
                  </a:lnTo>
                  <a:lnTo>
                    <a:pt x="585003" y="65930"/>
                  </a:lnTo>
                  <a:lnTo>
                    <a:pt x="538105" y="55407"/>
                  </a:lnTo>
                  <a:lnTo>
                    <a:pt x="490833" y="45764"/>
                  </a:lnTo>
                  <a:lnTo>
                    <a:pt x="443198" y="37012"/>
                  </a:lnTo>
                  <a:lnTo>
                    <a:pt x="395211" y="29161"/>
                  </a:lnTo>
                  <a:lnTo>
                    <a:pt x="346884" y="22221"/>
                  </a:lnTo>
                  <a:lnTo>
                    <a:pt x="298227" y="16203"/>
                  </a:lnTo>
                  <a:lnTo>
                    <a:pt x="249253" y="11115"/>
                  </a:lnTo>
                  <a:lnTo>
                    <a:pt x="199971" y="6969"/>
                  </a:lnTo>
                  <a:lnTo>
                    <a:pt x="150394" y="3775"/>
                  </a:lnTo>
                  <a:lnTo>
                    <a:pt x="100532" y="1541"/>
                  </a:lnTo>
                  <a:lnTo>
                    <a:pt x="50397" y="280"/>
                  </a:lnTo>
                  <a:lnTo>
                    <a:pt x="0" y="0"/>
                  </a:lnTo>
                  <a:lnTo>
                    <a:pt x="17549" y="4148575"/>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D7A250FD-778D-4A47-8672-7DDC85E0559F}"/>
                </a:ext>
              </a:extLst>
            </p:cNvPr>
            <p:cNvSpPr/>
            <p:nvPr/>
          </p:nvSpPr>
          <p:spPr>
            <a:xfrm>
              <a:off x="3420610" y="2725099"/>
              <a:ext cx="1849755" cy="1849755"/>
            </a:xfrm>
            <a:custGeom>
              <a:avLst/>
              <a:gdLst/>
              <a:ahLst/>
              <a:cxnLst/>
              <a:rect l="l" t="t" r="r" b="b"/>
              <a:pathLst>
                <a:path w="1849754" h="1849754">
                  <a:moveTo>
                    <a:pt x="1849252" y="924631"/>
                  </a:moveTo>
                  <a:lnTo>
                    <a:pt x="1848049" y="877050"/>
                  </a:lnTo>
                  <a:lnTo>
                    <a:pt x="1844479" y="830094"/>
                  </a:lnTo>
                  <a:lnTo>
                    <a:pt x="1838599" y="783820"/>
                  </a:lnTo>
                  <a:lnTo>
                    <a:pt x="1830468" y="738287"/>
                  </a:lnTo>
                  <a:lnTo>
                    <a:pt x="1820144" y="693553"/>
                  </a:lnTo>
                  <a:lnTo>
                    <a:pt x="1807685" y="649676"/>
                  </a:lnTo>
                  <a:lnTo>
                    <a:pt x="1793149" y="606714"/>
                  </a:lnTo>
                  <a:lnTo>
                    <a:pt x="1776594" y="564725"/>
                  </a:lnTo>
                  <a:lnTo>
                    <a:pt x="1758078" y="523767"/>
                  </a:lnTo>
                  <a:lnTo>
                    <a:pt x="1737660" y="483899"/>
                  </a:lnTo>
                  <a:lnTo>
                    <a:pt x="1715397" y="445178"/>
                  </a:lnTo>
                  <a:lnTo>
                    <a:pt x="1691348" y="407663"/>
                  </a:lnTo>
                  <a:lnTo>
                    <a:pt x="1665570" y="371412"/>
                  </a:lnTo>
                  <a:lnTo>
                    <a:pt x="1638121" y="336482"/>
                  </a:lnTo>
                  <a:lnTo>
                    <a:pt x="1609061" y="302932"/>
                  </a:lnTo>
                  <a:lnTo>
                    <a:pt x="1578446" y="270820"/>
                  </a:lnTo>
                  <a:lnTo>
                    <a:pt x="1546335" y="240204"/>
                  </a:lnTo>
                  <a:lnTo>
                    <a:pt x="1512787" y="211142"/>
                  </a:lnTo>
                  <a:lnTo>
                    <a:pt x="1477858" y="183693"/>
                  </a:lnTo>
                  <a:lnTo>
                    <a:pt x="1441607" y="157913"/>
                  </a:lnTo>
                  <a:lnTo>
                    <a:pt x="1404093" y="133863"/>
                  </a:lnTo>
                  <a:lnTo>
                    <a:pt x="1365373" y="111599"/>
                  </a:lnTo>
                  <a:lnTo>
                    <a:pt x="1325506" y="91179"/>
                  </a:lnTo>
                  <a:lnTo>
                    <a:pt x="1284549" y="72662"/>
                  </a:lnTo>
                  <a:lnTo>
                    <a:pt x="1242560" y="56106"/>
                  </a:lnTo>
                  <a:lnTo>
                    <a:pt x="1199599" y="41570"/>
                  </a:lnTo>
                  <a:lnTo>
                    <a:pt x="1155722" y="29110"/>
                  </a:lnTo>
                  <a:lnTo>
                    <a:pt x="1110988" y="18785"/>
                  </a:lnTo>
                  <a:lnTo>
                    <a:pt x="1065454" y="10653"/>
                  </a:lnTo>
                  <a:lnTo>
                    <a:pt x="1019180" y="4773"/>
                  </a:lnTo>
                  <a:lnTo>
                    <a:pt x="972223" y="1203"/>
                  </a:lnTo>
                  <a:lnTo>
                    <a:pt x="924642" y="0"/>
                  </a:lnTo>
                  <a:lnTo>
                    <a:pt x="877061" y="1203"/>
                  </a:lnTo>
                  <a:lnTo>
                    <a:pt x="830104" y="4773"/>
                  </a:lnTo>
                  <a:lnTo>
                    <a:pt x="783830" y="10653"/>
                  </a:lnTo>
                  <a:lnTo>
                    <a:pt x="738297" y="18785"/>
                  </a:lnTo>
                  <a:lnTo>
                    <a:pt x="693563" y="29110"/>
                  </a:lnTo>
                  <a:lnTo>
                    <a:pt x="649685" y="41570"/>
                  </a:lnTo>
                  <a:lnTo>
                    <a:pt x="606723" y="56106"/>
                  </a:lnTo>
                  <a:lnTo>
                    <a:pt x="564734" y="72662"/>
                  </a:lnTo>
                  <a:lnTo>
                    <a:pt x="523776" y="91179"/>
                  </a:lnTo>
                  <a:lnTo>
                    <a:pt x="483907" y="111599"/>
                  </a:lnTo>
                  <a:lnTo>
                    <a:pt x="445186" y="133863"/>
                  </a:lnTo>
                  <a:lnTo>
                    <a:pt x="407670" y="157913"/>
                  </a:lnTo>
                  <a:lnTo>
                    <a:pt x="371418" y="183693"/>
                  </a:lnTo>
                  <a:lnTo>
                    <a:pt x="336488" y="211142"/>
                  </a:lnTo>
                  <a:lnTo>
                    <a:pt x="302937" y="240204"/>
                  </a:lnTo>
                  <a:lnTo>
                    <a:pt x="270825" y="270820"/>
                  </a:lnTo>
                  <a:lnTo>
                    <a:pt x="240209" y="302932"/>
                  </a:lnTo>
                  <a:lnTo>
                    <a:pt x="211146" y="336482"/>
                  </a:lnTo>
                  <a:lnTo>
                    <a:pt x="183696" y="371412"/>
                  </a:lnTo>
                  <a:lnTo>
                    <a:pt x="157917" y="407663"/>
                  </a:lnTo>
                  <a:lnTo>
                    <a:pt x="133866" y="445178"/>
                  </a:lnTo>
                  <a:lnTo>
                    <a:pt x="111601" y="483899"/>
                  </a:lnTo>
                  <a:lnTo>
                    <a:pt x="91181" y="523767"/>
                  </a:lnTo>
                  <a:lnTo>
                    <a:pt x="72664" y="564725"/>
                  </a:lnTo>
                  <a:lnTo>
                    <a:pt x="56108" y="606714"/>
                  </a:lnTo>
                  <a:lnTo>
                    <a:pt x="41571" y="649676"/>
                  </a:lnTo>
                  <a:lnTo>
                    <a:pt x="29110" y="693553"/>
                  </a:lnTo>
                  <a:lnTo>
                    <a:pt x="18785" y="738287"/>
                  </a:lnTo>
                  <a:lnTo>
                    <a:pt x="10654" y="783820"/>
                  </a:lnTo>
                  <a:lnTo>
                    <a:pt x="4773" y="830094"/>
                  </a:lnTo>
                  <a:lnTo>
                    <a:pt x="1203" y="877050"/>
                  </a:lnTo>
                  <a:lnTo>
                    <a:pt x="0" y="924631"/>
                  </a:lnTo>
                  <a:lnTo>
                    <a:pt x="1203" y="972212"/>
                  </a:lnTo>
                  <a:lnTo>
                    <a:pt x="4773" y="1019168"/>
                  </a:lnTo>
                  <a:lnTo>
                    <a:pt x="10654" y="1065442"/>
                  </a:lnTo>
                  <a:lnTo>
                    <a:pt x="18785" y="1110975"/>
                  </a:lnTo>
                  <a:lnTo>
                    <a:pt x="29110" y="1155709"/>
                  </a:lnTo>
                  <a:lnTo>
                    <a:pt x="41571" y="1199586"/>
                  </a:lnTo>
                  <a:lnTo>
                    <a:pt x="56108" y="1242548"/>
                  </a:lnTo>
                  <a:lnTo>
                    <a:pt x="72664" y="1284537"/>
                  </a:lnTo>
                  <a:lnTo>
                    <a:pt x="91181" y="1325495"/>
                  </a:lnTo>
                  <a:lnTo>
                    <a:pt x="111601" y="1365363"/>
                  </a:lnTo>
                  <a:lnTo>
                    <a:pt x="133866" y="1404084"/>
                  </a:lnTo>
                  <a:lnTo>
                    <a:pt x="157917" y="1441599"/>
                  </a:lnTo>
                  <a:lnTo>
                    <a:pt x="183696" y="1477851"/>
                  </a:lnTo>
                  <a:lnTo>
                    <a:pt x="211146" y="1512780"/>
                  </a:lnTo>
                  <a:lnTo>
                    <a:pt x="240209" y="1546330"/>
                  </a:lnTo>
                  <a:lnTo>
                    <a:pt x="270825" y="1578442"/>
                  </a:lnTo>
                  <a:lnTo>
                    <a:pt x="302937" y="1609058"/>
                  </a:lnTo>
                  <a:lnTo>
                    <a:pt x="336488" y="1638120"/>
                  </a:lnTo>
                  <a:lnTo>
                    <a:pt x="371418" y="1665569"/>
                  </a:lnTo>
                  <a:lnTo>
                    <a:pt x="407670" y="1691349"/>
                  </a:lnTo>
                  <a:lnTo>
                    <a:pt x="445186" y="1715399"/>
                  </a:lnTo>
                  <a:lnTo>
                    <a:pt x="483907" y="1737663"/>
                  </a:lnTo>
                  <a:lnTo>
                    <a:pt x="523776" y="1758083"/>
                  </a:lnTo>
                  <a:lnTo>
                    <a:pt x="564734" y="1776600"/>
                  </a:lnTo>
                  <a:lnTo>
                    <a:pt x="606723" y="1793156"/>
                  </a:lnTo>
                  <a:lnTo>
                    <a:pt x="649685" y="1807693"/>
                  </a:lnTo>
                  <a:lnTo>
                    <a:pt x="693563" y="1820152"/>
                  </a:lnTo>
                  <a:lnTo>
                    <a:pt x="738297" y="1830477"/>
                  </a:lnTo>
                  <a:lnTo>
                    <a:pt x="783830" y="1838609"/>
                  </a:lnTo>
                  <a:lnTo>
                    <a:pt x="830104" y="1844489"/>
                  </a:lnTo>
                  <a:lnTo>
                    <a:pt x="877061" y="1848059"/>
                  </a:lnTo>
                  <a:lnTo>
                    <a:pt x="924642" y="1849263"/>
                  </a:lnTo>
                  <a:lnTo>
                    <a:pt x="972223" y="1848059"/>
                  </a:lnTo>
                  <a:lnTo>
                    <a:pt x="1019180" y="1844489"/>
                  </a:lnTo>
                  <a:lnTo>
                    <a:pt x="1065454" y="1838609"/>
                  </a:lnTo>
                  <a:lnTo>
                    <a:pt x="1110988" y="1830477"/>
                  </a:lnTo>
                  <a:lnTo>
                    <a:pt x="1155722" y="1820152"/>
                  </a:lnTo>
                  <a:lnTo>
                    <a:pt x="1199599" y="1807693"/>
                  </a:lnTo>
                  <a:lnTo>
                    <a:pt x="1242560" y="1793156"/>
                  </a:lnTo>
                  <a:lnTo>
                    <a:pt x="1284549" y="1776600"/>
                  </a:lnTo>
                  <a:lnTo>
                    <a:pt x="1325506" y="1758083"/>
                  </a:lnTo>
                  <a:lnTo>
                    <a:pt x="1365373" y="1737663"/>
                  </a:lnTo>
                  <a:lnTo>
                    <a:pt x="1404093" y="1715399"/>
                  </a:lnTo>
                  <a:lnTo>
                    <a:pt x="1441607" y="1691349"/>
                  </a:lnTo>
                  <a:lnTo>
                    <a:pt x="1477858" y="1665569"/>
                  </a:lnTo>
                  <a:lnTo>
                    <a:pt x="1512787" y="1638120"/>
                  </a:lnTo>
                  <a:lnTo>
                    <a:pt x="1546335" y="1609058"/>
                  </a:lnTo>
                  <a:lnTo>
                    <a:pt x="1578446" y="1578442"/>
                  </a:lnTo>
                  <a:lnTo>
                    <a:pt x="1609061" y="1546330"/>
                  </a:lnTo>
                  <a:lnTo>
                    <a:pt x="1638121" y="1512780"/>
                  </a:lnTo>
                  <a:lnTo>
                    <a:pt x="1665570" y="1477851"/>
                  </a:lnTo>
                  <a:lnTo>
                    <a:pt x="1691348" y="1441599"/>
                  </a:lnTo>
                  <a:lnTo>
                    <a:pt x="1715397" y="1404084"/>
                  </a:lnTo>
                  <a:lnTo>
                    <a:pt x="1737660" y="1365363"/>
                  </a:lnTo>
                  <a:lnTo>
                    <a:pt x="1758078" y="1325495"/>
                  </a:lnTo>
                  <a:lnTo>
                    <a:pt x="1776594" y="1284537"/>
                  </a:lnTo>
                  <a:lnTo>
                    <a:pt x="1793149" y="1242548"/>
                  </a:lnTo>
                  <a:lnTo>
                    <a:pt x="1807685" y="1199586"/>
                  </a:lnTo>
                  <a:lnTo>
                    <a:pt x="1820144" y="1155709"/>
                  </a:lnTo>
                  <a:lnTo>
                    <a:pt x="1830468" y="1110975"/>
                  </a:lnTo>
                  <a:lnTo>
                    <a:pt x="1838599" y="1065442"/>
                  </a:lnTo>
                  <a:lnTo>
                    <a:pt x="1844479" y="1019168"/>
                  </a:lnTo>
                  <a:lnTo>
                    <a:pt x="1848049" y="972212"/>
                  </a:lnTo>
                  <a:lnTo>
                    <a:pt x="1849252" y="924631"/>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A6DF1410-D138-7343-84C7-407E97E18681}"/>
                </a:ext>
              </a:extLst>
            </p:cNvPr>
            <p:cNvSpPr/>
            <p:nvPr/>
          </p:nvSpPr>
          <p:spPr>
            <a:xfrm>
              <a:off x="3006025" y="8230648"/>
              <a:ext cx="5907405" cy="1649095"/>
            </a:xfrm>
            <a:custGeom>
              <a:avLst/>
              <a:gdLst/>
              <a:ahLst/>
              <a:cxnLst/>
              <a:rect l="l" t="t" r="r" b="b"/>
              <a:pathLst>
                <a:path w="5907405" h="1649095">
                  <a:moveTo>
                    <a:pt x="0" y="1648913"/>
                  </a:moveTo>
                  <a:lnTo>
                    <a:pt x="4747195" y="1648913"/>
                  </a:lnTo>
                  <a:lnTo>
                    <a:pt x="5907317" y="0"/>
                  </a:lnTo>
                  <a:lnTo>
                    <a:pt x="1343990" y="0"/>
                  </a:lnTo>
                  <a:lnTo>
                    <a:pt x="0" y="1648913"/>
                  </a:lnTo>
                  <a:close/>
                </a:path>
              </a:pathLst>
            </a:custGeom>
            <a:ln w="20941">
              <a:solidFill>
                <a:srgbClr val="8CB4AB"/>
              </a:solidFill>
            </a:ln>
          </p:spPr>
          <p:txBody>
            <a:bodyPr wrap="square" lIns="0" tIns="0" rIns="0" bIns="0" rtlCol="0"/>
            <a:lstStyle/>
            <a:p>
              <a:endParaRPr sz="1092"/>
            </a:p>
          </p:txBody>
        </p:sp>
        <p:sp>
          <p:nvSpPr>
            <p:cNvPr id="16" name="object 7">
              <a:extLst>
                <a:ext uri="{FF2B5EF4-FFF2-40B4-BE49-F238E27FC236}">
                  <a16:creationId xmlns:a16="http://schemas.microsoft.com/office/drawing/2014/main" id="{A65E66D9-0D6F-F84C-880A-08939CD67C28}"/>
                </a:ext>
              </a:extLst>
            </p:cNvPr>
            <p:cNvSpPr/>
            <p:nvPr/>
          </p:nvSpPr>
          <p:spPr>
            <a:xfrm>
              <a:off x="4350016" y="6909485"/>
              <a:ext cx="2007870" cy="1321435"/>
            </a:xfrm>
            <a:custGeom>
              <a:avLst/>
              <a:gdLst/>
              <a:ahLst/>
              <a:cxnLst/>
              <a:rect l="l" t="t" r="r" b="b"/>
              <a:pathLst>
                <a:path w="2007870" h="1321434">
                  <a:moveTo>
                    <a:pt x="1003697" y="0"/>
                  </a:moveTo>
                  <a:lnTo>
                    <a:pt x="2007383" y="1321163"/>
                  </a:lnTo>
                  <a:lnTo>
                    <a:pt x="0" y="1321163"/>
                  </a:lnTo>
                  <a:lnTo>
                    <a:pt x="1003697" y="0"/>
                  </a:lnTo>
                  <a:close/>
                </a:path>
              </a:pathLst>
            </a:custGeom>
            <a:ln w="20941">
              <a:solidFill>
                <a:srgbClr val="8CB4AB"/>
              </a:solidFill>
            </a:ln>
          </p:spPr>
          <p:txBody>
            <a:bodyPr wrap="square" lIns="0" tIns="0" rIns="0" bIns="0" rtlCol="0"/>
            <a:lstStyle/>
            <a:p>
              <a:endParaRPr sz="1092"/>
            </a:p>
          </p:txBody>
        </p:sp>
      </p:grpSp>
      <p:sp>
        <p:nvSpPr>
          <p:cNvPr id="17" name="Title 12">
            <a:extLst>
              <a:ext uri="{FF2B5EF4-FFF2-40B4-BE49-F238E27FC236}">
                <a16:creationId xmlns:a16="http://schemas.microsoft.com/office/drawing/2014/main" id="{EF042FF8-B728-4A65-A30A-67F8B14675D2}"/>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428103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3">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0B8A835-D3EB-8342-8E8F-9C70AA2DC650}"/>
              </a:ext>
            </a:extLst>
          </p:cNvPr>
          <p:cNvGrpSpPr/>
          <p:nvPr userDrawn="1"/>
        </p:nvGrpSpPr>
        <p:grpSpPr>
          <a:xfrm>
            <a:off x="1" y="1342749"/>
            <a:ext cx="5014122" cy="4651580"/>
            <a:chOff x="0" y="2214292"/>
            <a:chExt cx="8268079" cy="7670800"/>
          </a:xfrm>
        </p:grpSpPr>
        <p:sp>
          <p:nvSpPr>
            <p:cNvPr id="18" name="object 2">
              <a:extLst>
                <a:ext uri="{FF2B5EF4-FFF2-40B4-BE49-F238E27FC236}">
                  <a16:creationId xmlns:a16="http://schemas.microsoft.com/office/drawing/2014/main" id="{18306D2B-33EE-FE44-9392-ED06E1E87F5D}"/>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07CBC67F-372D-9D46-A2BD-45FBDF2B1D90}"/>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0D8C2C4E-30FB-1946-9A81-DED0A3FC7845}"/>
                </a:ext>
              </a:extLst>
            </p:cNvPr>
            <p:cNvSpPr/>
            <p:nvPr/>
          </p:nvSpPr>
          <p:spPr>
            <a:xfrm>
              <a:off x="5986524" y="2214292"/>
              <a:ext cx="2281555" cy="7670800"/>
            </a:xfrm>
            <a:custGeom>
              <a:avLst/>
              <a:gdLst/>
              <a:ahLst/>
              <a:cxnLst/>
              <a:rect l="l" t="t" r="r" b="b"/>
              <a:pathLst>
                <a:path w="2281554" h="7670800">
                  <a:moveTo>
                    <a:pt x="0" y="3532290"/>
                  </a:moveTo>
                  <a:lnTo>
                    <a:pt x="49992" y="3531676"/>
                  </a:lnTo>
                  <a:lnTo>
                    <a:pt x="99673" y="3529847"/>
                  </a:lnTo>
                  <a:lnTo>
                    <a:pt x="149026" y="3526818"/>
                  </a:lnTo>
                  <a:lnTo>
                    <a:pt x="198037" y="3522606"/>
                  </a:lnTo>
                  <a:lnTo>
                    <a:pt x="246691" y="3517227"/>
                  </a:lnTo>
                  <a:lnTo>
                    <a:pt x="294972" y="3510700"/>
                  </a:lnTo>
                  <a:lnTo>
                    <a:pt x="342864" y="3503039"/>
                  </a:lnTo>
                  <a:lnTo>
                    <a:pt x="390354" y="3494262"/>
                  </a:lnTo>
                  <a:lnTo>
                    <a:pt x="437425" y="3484385"/>
                  </a:lnTo>
                  <a:lnTo>
                    <a:pt x="484063" y="3473424"/>
                  </a:lnTo>
                  <a:lnTo>
                    <a:pt x="530251" y="3461398"/>
                  </a:lnTo>
                  <a:lnTo>
                    <a:pt x="575976" y="3448321"/>
                  </a:lnTo>
                  <a:lnTo>
                    <a:pt x="621221" y="3434211"/>
                  </a:lnTo>
                  <a:lnTo>
                    <a:pt x="665972" y="3419084"/>
                  </a:lnTo>
                  <a:lnTo>
                    <a:pt x="710214" y="3402957"/>
                  </a:lnTo>
                  <a:lnTo>
                    <a:pt x="753930" y="3385846"/>
                  </a:lnTo>
                  <a:lnTo>
                    <a:pt x="797106" y="3367769"/>
                  </a:lnTo>
                  <a:lnTo>
                    <a:pt x="839727" y="3348741"/>
                  </a:lnTo>
                  <a:lnTo>
                    <a:pt x="881778" y="3328780"/>
                  </a:lnTo>
                  <a:lnTo>
                    <a:pt x="923242" y="3307901"/>
                  </a:lnTo>
                  <a:lnTo>
                    <a:pt x="964106" y="3286122"/>
                  </a:lnTo>
                  <a:lnTo>
                    <a:pt x="1004354" y="3263459"/>
                  </a:lnTo>
                  <a:lnTo>
                    <a:pt x="1043970" y="3239929"/>
                  </a:lnTo>
                  <a:lnTo>
                    <a:pt x="1082940" y="3215548"/>
                  </a:lnTo>
                  <a:lnTo>
                    <a:pt x="1121247" y="3190333"/>
                  </a:lnTo>
                  <a:lnTo>
                    <a:pt x="1158878" y="3164300"/>
                  </a:lnTo>
                  <a:lnTo>
                    <a:pt x="1195817" y="3137467"/>
                  </a:lnTo>
                  <a:lnTo>
                    <a:pt x="1232048" y="3109849"/>
                  </a:lnTo>
                  <a:lnTo>
                    <a:pt x="1267556" y="3081464"/>
                  </a:lnTo>
                  <a:lnTo>
                    <a:pt x="1302327" y="3052328"/>
                  </a:lnTo>
                  <a:lnTo>
                    <a:pt x="1336345" y="3022457"/>
                  </a:lnTo>
                  <a:lnTo>
                    <a:pt x="1369594" y="2991869"/>
                  </a:lnTo>
                  <a:lnTo>
                    <a:pt x="1402060" y="2960580"/>
                  </a:lnTo>
                  <a:lnTo>
                    <a:pt x="1433727" y="2928605"/>
                  </a:lnTo>
                  <a:lnTo>
                    <a:pt x="1464580" y="2895963"/>
                  </a:lnTo>
                  <a:lnTo>
                    <a:pt x="1494604" y="2862670"/>
                  </a:lnTo>
                  <a:lnTo>
                    <a:pt x="1523784" y="2828742"/>
                  </a:lnTo>
                  <a:lnTo>
                    <a:pt x="1552104" y="2794195"/>
                  </a:lnTo>
                  <a:lnTo>
                    <a:pt x="1579549" y="2759048"/>
                  </a:lnTo>
                  <a:lnTo>
                    <a:pt x="1606105" y="2723315"/>
                  </a:lnTo>
                  <a:lnTo>
                    <a:pt x="1631755" y="2687014"/>
                  </a:lnTo>
                  <a:lnTo>
                    <a:pt x="1656485" y="2650161"/>
                  </a:lnTo>
                  <a:lnTo>
                    <a:pt x="1680279" y="2612773"/>
                  </a:lnTo>
                  <a:lnTo>
                    <a:pt x="1703123" y="2574867"/>
                  </a:lnTo>
                  <a:lnTo>
                    <a:pt x="1725000" y="2536458"/>
                  </a:lnTo>
                  <a:lnTo>
                    <a:pt x="1745896" y="2497565"/>
                  </a:lnTo>
                  <a:lnTo>
                    <a:pt x="1765796" y="2458202"/>
                  </a:lnTo>
                  <a:lnTo>
                    <a:pt x="1784684" y="2418388"/>
                  </a:lnTo>
                  <a:lnTo>
                    <a:pt x="1802545" y="2378139"/>
                  </a:lnTo>
                  <a:lnTo>
                    <a:pt x="1819364" y="2337470"/>
                  </a:lnTo>
                  <a:lnTo>
                    <a:pt x="1835126" y="2296399"/>
                  </a:lnTo>
                  <a:lnTo>
                    <a:pt x="1849815" y="2254943"/>
                  </a:lnTo>
                  <a:lnTo>
                    <a:pt x="1863417" y="2213117"/>
                  </a:lnTo>
                  <a:lnTo>
                    <a:pt x="1875915" y="2170940"/>
                  </a:lnTo>
                  <a:lnTo>
                    <a:pt x="1887296" y="2128426"/>
                  </a:lnTo>
                  <a:lnTo>
                    <a:pt x="1897543" y="2085593"/>
                  </a:lnTo>
                  <a:lnTo>
                    <a:pt x="1906642" y="2042458"/>
                  </a:lnTo>
                  <a:lnTo>
                    <a:pt x="1914576" y="1999037"/>
                  </a:lnTo>
                  <a:lnTo>
                    <a:pt x="1921332" y="1955346"/>
                  </a:lnTo>
                  <a:lnTo>
                    <a:pt x="1926894" y="1911403"/>
                  </a:lnTo>
                  <a:lnTo>
                    <a:pt x="1931246" y="1867223"/>
                  </a:lnTo>
                  <a:lnTo>
                    <a:pt x="1934373" y="1822824"/>
                  </a:lnTo>
                  <a:lnTo>
                    <a:pt x="1936261" y="1778222"/>
                  </a:lnTo>
                  <a:lnTo>
                    <a:pt x="1936893" y="1733434"/>
                  </a:lnTo>
                  <a:lnTo>
                    <a:pt x="1936241" y="1687985"/>
                  </a:lnTo>
                  <a:lnTo>
                    <a:pt x="1934293" y="1642824"/>
                  </a:lnTo>
                  <a:lnTo>
                    <a:pt x="1931066" y="1597966"/>
                  </a:lnTo>
                  <a:lnTo>
                    <a:pt x="1926576" y="1553425"/>
                  </a:lnTo>
                  <a:lnTo>
                    <a:pt x="1920839" y="1509215"/>
                  </a:lnTo>
                  <a:lnTo>
                    <a:pt x="1913871" y="1465351"/>
                  </a:lnTo>
                  <a:lnTo>
                    <a:pt x="1905688" y="1421846"/>
                  </a:lnTo>
                  <a:lnTo>
                    <a:pt x="1896305" y="1378715"/>
                  </a:lnTo>
                  <a:lnTo>
                    <a:pt x="1885739" y="1335972"/>
                  </a:lnTo>
                  <a:lnTo>
                    <a:pt x="1874006" y="1293632"/>
                  </a:lnTo>
                  <a:lnTo>
                    <a:pt x="1861121" y="1251708"/>
                  </a:lnTo>
                  <a:lnTo>
                    <a:pt x="1847101" y="1210216"/>
                  </a:lnTo>
                  <a:lnTo>
                    <a:pt x="1831961" y="1169168"/>
                  </a:lnTo>
                  <a:lnTo>
                    <a:pt x="1815718" y="1128581"/>
                  </a:lnTo>
                  <a:lnTo>
                    <a:pt x="1798386" y="1088467"/>
                  </a:lnTo>
                  <a:lnTo>
                    <a:pt x="1779984" y="1048841"/>
                  </a:lnTo>
                  <a:lnTo>
                    <a:pt x="1760525" y="1009718"/>
                  </a:lnTo>
                  <a:lnTo>
                    <a:pt x="1740027" y="971112"/>
                  </a:lnTo>
                  <a:lnTo>
                    <a:pt x="1718505" y="933036"/>
                  </a:lnTo>
                  <a:lnTo>
                    <a:pt x="1695975" y="895505"/>
                  </a:lnTo>
                  <a:lnTo>
                    <a:pt x="1672453" y="858535"/>
                  </a:lnTo>
                  <a:lnTo>
                    <a:pt x="1647955" y="822137"/>
                  </a:lnTo>
                  <a:lnTo>
                    <a:pt x="1622497" y="786328"/>
                  </a:lnTo>
                  <a:lnTo>
                    <a:pt x="1596094" y="751121"/>
                  </a:lnTo>
                  <a:lnTo>
                    <a:pt x="1568764" y="716531"/>
                  </a:lnTo>
                  <a:lnTo>
                    <a:pt x="1540521" y="682572"/>
                  </a:lnTo>
                  <a:lnTo>
                    <a:pt x="1511383" y="649257"/>
                  </a:lnTo>
                  <a:lnTo>
                    <a:pt x="1481363" y="616603"/>
                  </a:lnTo>
                  <a:lnTo>
                    <a:pt x="1450480" y="584621"/>
                  </a:lnTo>
                  <a:lnTo>
                    <a:pt x="1418748" y="553328"/>
                  </a:lnTo>
                  <a:lnTo>
                    <a:pt x="1386183" y="522737"/>
                  </a:lnTo>
                  <a:lnTo>
                    <a:pt x="1352802" y="492862"/>
                  </a:lnTo>
                  <a:lnTo>
                    <a:pt x="1318621" y="463719"/>
                  </a:lnTo>
                  <a:lnTo>
                    <a:pt x="1283654" y="435320"/>
                  </a:lnTo>
                  <a:lnTo>
                    <a:pt x="1247920" y="407680"/>
                  </a:lnTo>
                  <a:lnTo>
                    <a:pt x="1211432" y="380814"/>
                  </a:lnTo>
                  <a:lnTo>
                    <a:pt x="1174207" y="354736"/>
                  </a:lnTo>
                  <a:lnTo>
                    <a:pt x="1136262" y="329460"/>
                  </a:lnTo>
                  <a:lnTo>
                    <a:pt x="1097612" y="305001"/>
                  </a:lnTo>
                  <a:lnTo>
                    <a:pt x="1058273" y="281372"/>
                  </a:lnTo>
                  <a:lnTo>
                    <a:pt x="1018260" y="258588"/>
                  </a:lnTo>
                  <a:lnTo>
                    <a:pt x="977591" y="236663"/>
                  </a:lnTo>
                  <a:lnTo>
                    <a:pt x="936281" y="215612"/>
                  </a:lnTo>
                  <a:lnTo>
                    <a:pt x="894345" y="195449"/>
                  </a:lnTo>
                  <a:lnTo>
                    <a:pt x="851801" y="176187"/>
                  </a:lnTo>
                  <a:lnTo>
                    <a:pt x="808663" y="157842"/>
                  </a:lnTo>
                  <a:lnTo>
                    <a:pt x="764947" y="140427"/>
                  </a:lnTo>
                  <a:lnTo>
                    <a:pt x="720671" y="123958"/>
                  </a:lnTo>
                  <a:lnTo>
                    <a:pt x="675848" y="108447"/>
                  </a:lnTo>
                  <a:lnTo>
                    <a:pt x="630497" y="93910"/>
                  </a:lnTo>
                  <a:lnTo>
                    <a:pt x="584632" y="80360"/>
                  </a:lnTo>
                  <a:lnTo>
                    <a:pt x="538269" y="67813"/>
                  </a:lnTo>
                  <a:lnTo>
                    <a:pt x="491425" y="56281"/>
                  </a:lnTo>
                  <a:lnTo>
                    <a:pt x="444115" y="45781"/>
                  </a:lnTo>
                  <a:lnTo>
                    <a:pt x="396355" y="36324"/>
                  </a:lnTo>
                  <a:lnTo>
                    <a:pt x="348161" y="27927"/>
                  </a:lnTo>
                  <a:lnTo>
                    <a:pt x="299550" y="20604"/>
                  </a:lnTo>
                  <a:lnTo>
                    <a:pt x="250536" y="14367"/>
                  </a:lnTo>
                  <a:lnTo>
                    <a:pt x="201137" y="9233"/>
                  </a:lnTo>
                  <a:lnTo>
                    <a:pt x="151368" y="5215"/>
                  </a:lnTo>
                  <a:lnTo>
                    <a:pt x="101245" y="2327"/>
                  </a:lnTo>
                  <a:lnTo>
                    <a:pt x="50783" y="584"/>
                  </a:lnTo>
                  <a:lnTo>
                    <a:pt x="0" y="0"/>
                  </a:lnTo>
                  <a:lnTo>
                    <a:pt x="0" y="7670216"/>
                  </a:lnTo>
                  <a:lnTo>
                    <a:pt x="50944" y="7669710"/>
                  </a:lnTo>
                  <a:lnTo>
                    <a:pt x="101615" y="7668200"/>
                  </a:lnTo>
                  <a:lnTo>
                    <a:pt x="152002" y="7665696"/>
                  </a:lnTo>
                  <a:lnTo>
                    <a:pt x="202093" y="7662209"/>
                  </a:lnTo>
                  <a:lnTo>
                    <a:pt x="251876" y="7657748"/>
                  </a:lnTo>
                  <a:lnTo>
                    <a:pt x="301339" y="7652326"/>
                  </a:lnTo>
                  <a:lnTo>
                    <a:pt x="350472" y="7645951"/>
                  </a:lnTo>
                  <a:lnTo>
                    <a:pt x="399262" y="7638635"/>
                  </a:lnTo>
                  <a:lnTo>
                    <a:pt x="447698" y="7630388"/>
                  </a:lnTo>
                  <a:lnTo>
                    <a:pt x="495768" y="7621221"/>
                  </a:lnTo>
                  <a:lnTo>
                    <a:pt x="543461" y="7611144"/>
                  </a:lnTo>
                  <a:lnTo>
                    <a:pt x="590765" y="7600168"/>
                  </a:lnTo>
                  <a:lnTo>
                    <a:pt x="637669" y="7588302"/>
                  </a:lnTo>
                  <a:lnTo>
                    <a:pt x="684161" y="7575559"/>
                  </a:lnTo>
                  <a:lnTo>
                    <a:pt x="730229" y="7561948"/>
                  </a:lnTo>
                  <a:lnTo>
                    <a:pt x="775861" y="7547479"/>
                  </a:lnTo>
                  <a:lnTo>
                    <a:pt x="821047" y="7532164"/>
                  </a:lnTo>
                  <a:lnTo>
                    <a:pt x="865775" y="7516013"/>
                  </a:lnTo>
                  <a:lnTo>
                    <a:pt x="910032" y="7499035"/>
                  </a:lnTo>
                  <a:lnTo>
                    <a:pt x="953808" y="7481243"/>
                  </a:lnTo>
                  <a:lnTo>
                    <a:pt x="997091" y="7462646"/>
                  </a:lnTo>
                  <a:lnTo>
                    <a:pt x="1039869" y="7443255"/>
                  </a:lnTo>
                  <a:lnTo>
                    <a:pt x="1082130" y="7423080"/>
                  </a:lnTo>
                  <a:lnTo>
                    <a:pt x="1123864" y="7402131"/>
                  </a:lnTo>
                  <a:lnTo>
                    <a:pt x="1165058" y="7380421"/>
                  </a:lnTo>
                  <a:lnTo>
                    <a:pt x="1205700" y="7357958"/>
                  </a:lnTo>
                  <a:lnTo>
                    <a:pt x="1245781" y="7334753"/>
                  </a:lnTo>
                  <a:lnTo>
                    <a:pt x="1285286" y="7310817"/>
                  </a:lnTo>
                  <a:lnTo>
                    <a:pt x="1324206" y="7286161"/>
                  </a:lnTo>
                  <a:lnTo>
                    <a:pt x="1362529" y="7260794"/>
                  </a:lnTo>
                  <a:lnTo>
                    <a:pt x="1400242" y="7234728"/>
                  </a:lnTo>
                  <a:lnTo>
                    <a:pt x="1437334" y="7207973"/>
                  </a:lnTo>
                  <a:lnTo>
                    <a:pt x="1473795" y="7180540"/>
                  </a:lnTo>
                  <a:lnTo>
                    <a:pt x="1509611" y="7152438"/>
                  </a:lnTo>
                  <a:lnTo>
                    <a:pt x="1544772" y="7123679"/>
                  </a:lnTo>
                  <a:lnTo>
                    <a:pt x="1579266" y="7094272"/>
                  </a:lnTo>
                  <a:lnTo>
                    <a:pt x="1613081" y="7064229"/>
                  </a:lnTo>
                  <a:lnTo>
                    <a:pt x="1646206" y="7033561"/>
                  </a:lnTo>
                  <a:lnTo>
                    <a:pt x="1678630" y="7002276"/>
                  </a:lnTo>
                  <a:lnTo>
                    <a:pt x="1710339" y="6970387"/>
                  </a:lnTo>
                  <a:lnTo>
                    <a:pt x="1741324" y="6937903"/>
                  </a:lnTo>
                  <a:lnTo>
                    <a:pt x="1771572" y="6904836"/>
                  </a:lnTo>
                  <a:lnTo>
                    <a:pt x="1801072" y="6871194"/>
                  </a:lnTo>
                  <a:lnTo>
                    <a:pt x="1829813" y="6836990"/>
                  </a:lnTo>
                  <a:lnTo>
                    <a:pt x="1857782" y="6802234"/>
                  </a:lnTo>
                  <a:lnTo>
                    <a:pt x="1884968" y="6766935"/>
                  </a:lnTo>
                  <a:lnTo>
                    <a:pt x="1911359" y="6731105"/>
                  </a:lnTo>
                  <a:lnTo>
                    <a:pt x="1936944" y="6694755"/>
                  </a:lnTo>
                  <a:lnTo>
                    <a:pt x="1961712" y="6657894"/>
                  </a:lnTo>
                  <a:lnTo>
                    <a:pt x="1985650" y="6620533"/>
                  </a:lnTo>
                  <a:lnTo>
                    <a:pt x="2008747" y="6582682"/>
                  </a:lnTo>
                  <a:lnTo>
                    <a:pt x="2030992" y="6544353"/>
                  </a:lnTo>
                  <a:lnTo>
                    <a:pt x="2052373" y="6505556"/>
                  </a:lnTo>
                  <a:lnTo>
                    <a:pt x="2072878" y="6466301"/>
                  </a:lnTo>
                  <a:lnTo>
                    <a:pt x="2092496" y="6426598"/>
                  </a:lnTo>
                  <a:lnTo>
                    <a:pt x="2111215" y="6386459"/>
                  </a:lnTo>
                  <a:lnTo>
                    <a:pt x="2129023" y="6345893"/>
                  </a:lnTo>
                  <a:lnTo>
                    <a:pt x="2145910" y="6304912"/>
                  </a:lnTo>
                  <a:lnTo>
                    <a:pt x="2161863" y="6263525"/>
                  </a:lnTo>
                  <a:lnTo>
                    <a:pt x="2176870" y="6221743"/>
                  </a:lnTo>
                  <a:lnTo>
                    <a:pt x="2190921" y="6179578"/>
                  </a:lnTo>
                  <a:lnTo>
                    <a:pt x="2204004" y="6137039"/>
                  </a:lnTo>
                  <a:lnTo>
                    <a:pt x="2216106" y="6094136"/>
                  </a:lnTo>
                  <a:lnTo>
                    <a:pt x="2227217" y="6050881"/>
                  </a:lnTo>
                  <a:lnTo>
                    <a:pt x="2237325" y="6007283"/>
                  </a:lnTo>
                  <a:lnTo>
                    <a:pt x="2246418" y="5963354"/>
                  </a:lnTo>
                  <a:lnTo>
                    <a:pt x="2254484" y="5919104"/>
                  </a:lnTo>
                  <a:lnTo>
                    <a:pt x="2261513" y="5874543"/>
                  </a:lnTo>
                  <a:lnTo>
                    <a:pt x="2267492" y="5829682"/>
                  </a:lnTo>
                  <a:lnTo>
                    <a:pt x="2272410" y="5784531"/>
                  </a:lnTo>
                  <a:lnTo>
                    <a:pt x="2276255" y="5739101"/>
                  </a:lnTo>
                  <a:lnTo>
                    <a:pt x="2279016" y="5693403"/>
                  </a:lnTo>
                  <a:lnTo>
                    <a:pt x="2280681" y="5647447"/>
                  </a:lnTo>
                  <a:lnTo>
                    <a:pt x="2281239" y="5601243"/>
                  </a:lnTo>
                  <a:lnTo>
                    <a:pt x="2280681" y="5555039"/>
                  </a:lnTo>
                  <a:lnTo>
                    <a:pt x="2279016" y="5509084"/>
                  </a:lnTo>
                  <a:lnTo>
                    <a:pt x="2276255" y="5463386"/>
                  </a:lnTo>
                  <a:lnTo>
                    <a:pt x="2272410" y="5417957"/>
                  </a:lnTo>
                  <a:lnTo>
                    <a:pt x="2267492" y="5372807"/>
                  </a:lnTo>
                  <a:lnTo>
                    <a:pt x="2261513" y="5327947"/>
                  </a:lnTo>
                  <a:lnTo>
                    <a:pt x="2254484" y="5283387"/>
                  </a:lnTo>
                  <a:lnTo>
                    <a:pt x="2246418" y="5239137"/>
                  </a:lnTo>
                  <a:lnTo>
                    <a:pt x="2237325" y="5195209"/>
                  </a:lnTo>
                  <a:lnTo>
                    <a:pt x="2227217" y="5151612"/>
                  </a:lnTo>
                  <a:lnTo>
                    <a:pt x="2216106" y="5108357"/>
                  </a:lnTo>
                  <a:lnTo>
                    <a:pt x="2204004" y="5065455"/>
                  </a:lnTo>
                  <a:lnTo>
                    <a:pt x="2190921" y="5022916"/>
                  </a:lnTo>
                  <a:lnTo>
                    <a:pt x="2176870" y="4980751"/>
                  </a:lnTo>
                  <a:lnTo>
                    <a:pt x="2161863" y="4938971"/>
                  </a:lnTo>
                  <a:lnTo>
                    <a:pt x="2145910" y="4897584"/>
                  </a:lnTo>
                  <a:lnTo>
                    <a:pt x="2129023" y="4856604"/>
                  </a:lnTo>
                  <a:lnTo>
                    <a:pt x="2111215" y="4816038"/>
                  </a:lnTo>
                  <a:lnTo>
                    <a:pt x="2092496" y="4775899"/>
                  </a:lnTo>
                  <a:lnTo>
                    <a:pt x="2072878" y="4736197"/>
                  </a:lnTo>
                  <a:lnTo>
                    <a:pt x="2052373" y="4696943"/>
                  </a:lnTo>
                  <a:lnTo>
                    <a:pt x="2030992" y="4658146"/>
                  </a:lnTo>
                  <a:lnTo>
                    <a:pt x="2008747" y="4619817"/>
                  </a:lnTo>
                  <a:lnTo>
                    <a:pt x="1985650" y="4581967"/>
                  </a:lnTo>
                  <a:lnTo>
                    <a:pt x="1961712" y="4544606"/>
                  </a:lnTo>
                  <a:lnTo>
                    <a:pt x="1936944" y="4507746"/>
                  </a:lnTo>
                  <a:lnTo>
                    <a:pt x="1911359" y="4471395"/>
                  </a:lnTo>
                  <a:lnTo>
                    <a:pt x="1884968" y="4435566"/>
                  </a:lnTo>
                  <a:lnTo>
                    <a:pt x="1857782" y="4400268"/>
                  </a:lnTo>
                  <a:lnTo>
                    <a:pt x="1829813" y="4365511"/>
                  </a:lnTo>
                  <a:lnTo>
                    <a:pt x="1801072" y="4331308"/>
                  </a:lnTo>
                  <a:lnTo>
                    <a:pt x="1771572" y="4297667"/>
                  </a:lnTo>
                  <a:lnTo>
                    <a:pt x="1741324" y="4264599"/>
                  </a:lnTo>
                  <a:lnTo>
                    <a:pt x="1710339" y="4232116"/>
                  </a:lnTo>
                  <a:lnTo>
                    <a:pt x="1678630" y="4200227"/>
                  </a:lnTo>
                  <a:lnTo>
                    <a:pt x="1646206" y="4168943"/>
                  </a:lnTo>
                  <a:lnTo>
                    <a:pt x="1613081" y="4138274"/>
                  </a:lnTo>
                  <a:lnTo>
                    <a:pt x="1579266" y="4108231"/>
                  </a:lnTo>
                  <a:lnTo>
                    <a:pt x="1544772" y="4078825"/>
                  </a:lnTo>
                  <a:lnTo>
                    <a:pt x="1509611" y="4050066"/>
                  </a:lnTo>
                  <a:lnTo>
                    <a:pt x="1473795" y="4021965"/>
                  </a:lnTo>
                  <a:lnTo>
                    <a:pt x="1437334" y="3994531"/>
                  </a:lnTo>
                  <a:lnTo>
                    <a:pt x="1400242" y="3967776"/>
                  </a:lnTo>
                  <a:lnTo>
                    <a:pt x="1362529" y="3941710"/>
                  </a:lnTo>
                  <a:lnTo>
                    <a:pt x="1324206" y="3916344"/>
                  </a:lnTo>
                  <a:lnTo>
                    <a:pt x="1285286" y="3891688"/>
                  </a:lnTo>
                  <a:lnTo>
                    <a:pt x="1245781" y="3867752"/>
                  </a:lnTo>
                  <a:lnTo>
                    <a:pt x="1205700" y="3844548"/>
                  </a:lnTo>
                  <a:lnTo>
                    <a:pt x="1165058" y="3822085"/>
                  </a:lnTo>
                  <a:lnTo>
                    <a:pt x="1123864" y="3800374"/>
                  </a:lnTo>
                  <a:lnTo>
                    <a:pt x="1082130" y="3779426"/>
                  </a:lnTo>
                  <a:lnTo>
                    <a:pt x="1039869" y="3759251"/>
                  </a:lnTo>
                  <a:lnTo>
                    <a:pt x="997091" y="3739860"/>
                  </a:lnTo>
                  <a:lnTo>
                    <a:pt x="953808" y="3721263"/>
                  </a:lnTo>
                  <a:lnTo>
                    <a:pt x="910032" y="3703470"/>
                  </a:lnTo>
                  <a:lnTo>
                    <a:pt x="865775" y="3686493"/>
                  </a:lnTo>
                  <a:lnTo>
                    <a:pt x="821047" y="3670342"/>
                  </a:lnTo>
                  <a:lnTo>
                    <a:pt x="775861" y="3655027"/>
                  </a:lnTo>
                  <a:lnTo>
                    <a:pt x="730229" y="3640558"/>
                  </a:lnTo>
                  <a:lnTo>
                    <a:pt x="684161" y="3626947"/>
                  </a:lnTo>
                  <a:lnTo>
                    <a:pt x="637669" y="3614204"/>
                  </a:lnTo>
                  <a:lnTo>
                    <a:pt x="590765" y="3602338"/>
                  </a:lnTo>
                  <a:lnTo>
                    <a:pt x="543461" y="3591362"/>
                  </a:lnTo>
                  <a:lnTo>
                    <a:pt x="495768" y="3581285"/>
                  </a:lnTo>
                  <a:lnTo>
                    <a:pt x="447698" y="3572118"/>
                  </a:lnTo>
                  <a:lnTo>
                    <a:pt x="399262" y="3563871"/>
                  </a:lnTo>
                  <a:lnTo>
                    <a:pt x="350472" y="3556555"/>
                  </a:lnTo>
                  <a:lnTo>
                    <a:pt x="301339" y="3550180"/>
                  </a:lnTo>
                  <a:lnTo>
                    <a:pt x="251876" y="3544758"/>
                  </a:lnTo>
                  <a:lnTo>
                    <a:pt x="202093" y="3540297"/>
                  </a:lnTo>
                  <a:lnTo>
                    <a:pt x="152002" y="3536810"/>
                  </a:lnTo>
                  <a:lnTo>
                    <a:pt x="101615" y="3534306"/>
                  </a:lnTo>
                  <a:lnTo>
                    <a:pt x="50944" y="3532796"/>
                  </a:lnTo>
                  <a:lnTo>
                    <a:pt x="0" y="3532290"/>
                  </a:lnTo>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356C6CBF-15D7-314E-AC1D-D048216CE567}"/>
                </a:ext>
              </a:extLst>
            </p:cNvPr>
            <p:cNvSpPr/>
            <p:nvPr/>
          </p:nvSpPr>
          <p:spPr>
            <a:xfrm>
              <a:off x="3417398" y="2636730"/>
              <a:ext cx="1844675" cy="1844675"/>
            </a:xfrm>
            <a:custGeom>
              <a:avLst/>
              <a:gdLst/>
              <a:ahLst/>
              <a:cxnLst/>
              <a:rect l="l" t="t" r="r" b="b"/>
              <a:pathLst>
                <a:path w="1844675" h="1844675">
                  <a:moveTo>
                    <a:pt x="1844509" y="922254"/>
                  </a:moveTo>
                  <a:lnTo>
                    <a:pt x="1843309" y="969714"/>
                  </a:lnTo>
                  <a:lnTo>
                    <a:pt x="1839747" y="1016551"/>
                  </a:lnTo>
                  <a:lnTo>
                    <a:pt x="1833882" y="1062706"/>
                  </a:lnTo>
                  <a:lnTo>
                    <a:pt x="1825772" y="1108123"/>
                  </a:lnTo>
                  <a:lnTo>
                    <a:pt x="1815474" y="1152742"/>
                  </a:lnTo>
                  <a:lnTo>
                    <a:pt x="1803046" y="1196507"/>
                  </a:lnTo>
                  <a:lnTo>
                    <a:pt x="1788546" y="1239359"/>
                  </a:lnTo>
                  <a:lnTo>
                    <a:pt x="1772033" y="1281239"/>
                  </a:lnTo>
                  <a:lnTo>
                    <a:pt x="1753564" y="1322092"/>
                  </a:lnTo>
                  <a:lnTo>
                    <a:pt x="1733197" y="1361857"/>
                  </a:lnTo>
                  <a:lnTo>
                    <a:pt x="1710991" y="1400478"/>
                  </a:lnTo>
                  <a:lnTo>
                    <a:pt x="1687002" y="1437896"/>
                  </a:lnTo>
                  <a:lnTo>
                    <a:pt x="1661289" y="1474054"/>
                  </a:lnTo>
                  <a:lnTo>
                    <a:pt x="1633910" y="1508893"/>
                  </a:lnTo>
                  <a:lnTo>
                    <a:pt x="1604923" y="1542356"/>
                  </a:lnTo>
                  <a:lnTo>
                    <a:pt x="1574386" y="1574385"/>
                  </a:lnTo>
                  <a:lnTo>
                    <a:pt x="1542357" y="1604921"/>
                  </a:lnTo>
                  <a:lnTo>
                    <a:pt x="1508893" y="1633907"/>
                  </a:lnTo>
                  <a:lnTo>
                    <a:pt x="1474053" y="1661285"/>
                  </a:lnTo>
                  <a:lnTo>
                    <a:pt x="1437895" y="1686997"/>
                  </a:lnTo>
                  <a:lnTo>
                    <a:pt x="1400476" y="1710985"/>
                  </a:lnTo>
                  <a:lnTo>
                    <a:pt x="1361855" y="1733191"/>
                  </a:lnTo>
                  <a:lnTo>
                    <a:pt x="1322089" y="1753558"/>
                  </a:lnTo>
                  <a:lnTo>
                    <a:pt x="1281237" y="1772026"/>
                  </a:lnTo>
                  <a:lnTo>
                    <a:pt x="1239356" y="1788538"/>
                  </a:lnTo>
                  <a:lnTo>
                    <a:pt x="1196504" y="1803037"/>
                  </a:lnTo>
                  <a:lnTo>
                    <a:pt x="1152739" y="1815465"/>
                  </a:lnTo>
                  <a:lnTo>
                    <a:pt x="1108120" y="1825762"/>
                  </a:lnTo>
                  <a:lnTo>
                    <a:pt x="1062704" y="1833872"/>
                  </a:lnTo>
                  <a:lnTo>
                    <a:pt x="1016549" y="1839737"/>
                  </a:lnTo>
                  <a:lnTo>
                    <a:pt x="969713" y="1843298"/>
                  </a:lnTo>
                  <a:lnTo>
                    <a:pt x="922254" y="1844498"/>
                  </a:lnTo>
                  <a:lnTo>
                    <a:pt x="874796" y="1843298"/>
                  </a:lnTo>
                  <a:lnTo>
                    <a:pt x="827961" y="1839737"/>
                  </a:lnTo>
                  <a:lnTo>
                    <a:pt x="781807" y="1833872"/>
                  </a:lnTo>
                  <a:lnTo>
                    <a:pt x="736391" y="1825762"/>
                  </a:lnTo>
                  <a:lnTo>
                    <a:pt x="691772" y="1815465"/>
                  </a:lnTo>
                  <a:lnTo>
                    <a:pt x="648008" y="1803037"/>
                  </a:lnTo>
                  <a:lnTo>
                    <a:pt x="605157" y="1788538"/>
                  </a:lnTo>
                  <a:lnTo>
                    <a:pt x="563276" y="1772026"/>
                  </a:lnTo>
                  <a:lnTo>
                    <a:pt x="522424" y="1753558"/>
                  </a:lnTo>
                  <a:lnTo>
                    <a:pt x="482658" y="1733191"/>
                  </a:lnTo>
                  <a:lnTo>
                    <a:pt x="444037" y="1710985"/>
                  </a:lnTo>
                  <a:lnTo>
                    <a:pt x="406618" y="1686997"/>
                  </a:lnTo>
                  <a:lnTo>
                    <a:pt x="370460" y="1661285"/>
                  </a:lnTo>
                  <a:lnTo>
                    <a:pt x="335619" y="1633907"/>
                  </a:lnTo>
                  <a:lnTo>
                    <a:pt x="302156" y="1604921"/>
                  </a:lnTo>
                  <a:lnTo>
                    <a:pt x="270126" y="1574385"/>
                  </a:lnTo>
                  <a:lnTo>
                    <a:pt x="239589" y="1542356"/>
                  </a:lnTo>
                  <a:lnTo>
                    <a:pt x="210601" y="1508893"/>
                  </a:lnTo>
                  <a:lnTo>
                    <a:pt x="183222" y="1474054"/>
                  </a:lnTo>
                  <a:lnTo>
                    <a:pt x="157509" y="1437896"/>
                  </a:lnTo>
                  <a:lnTo>
                    <a:pt x="133520" y="1400478"/>
                  </a:lnTo>
                  <a:lnTo>
                    <a:pt x="111313" y="1361857"/>
                  </a:lnTo>
                  <a:lnTo>
                    <a:pt x="90946" y="1322092"/>
                  </a:lnTo>
                  <a:lnTo>
                    <a:pt x="72477" y="1281239"/>
                  </a:lnTo>
                  <a:lnTo>
                    <a:pt x="55963" y="1239359"/>
                  </a:lnTo>
                  <a:lnTo>
                    <a:pt x="41463" y="1196507"/>
                  </a:lnTo>
                  <a:lnTo>
                    <a:pt x="29035" y="1152742"/>
                  </a:lnTo>
                  <a:lnTo>
                    <a:pt x="18737" y="1108123"/>
                  </a:lnTo>
                  <a:lnTo>
                    <a:pt x="10626" y="1062706"/>
                  </a:lnTo>
                  <a:lnTo>
                    <a:pt x="4761" y="1016551"/>
                  </a:lnTo>
                  <a:lnTo>
                    <a:pt x="1200" y="969714"/>
                  </a:lnTo>
                  <a:lnTo>
                    <a:pt x="0" y="922254"/>
                  </a:lnTo>
                  <a:lnTo>
                    <a:pt x="1200" y="874796"/>
                  </a:lnTo>
                  <a:lnTo>
                    <a:pt x="4761" y="827961"/>
                  </a:lnTo>
                  <a:lnTo>
                    <a:pt x="10626" y="781807"/>
                  </a:lnTo>
                  <a:lnTo>
                    <a:pt x="18737" y="736391"/>
                  </a:lnTo>
                  <a:lnTo>
                    <a:pt x="29035" y="691772"/>
                  </a:lnTo>
                  <a:lnTo>
                    <a:pt x="41463" y="648008"/>
                  </a:lnTo>
                  <a:lnTo>
                    <a:pt x="55963" y="605157"/>
                  </a:lnTo>
                  <a:lnTo>
                    <a:pt x="72477" y="563276"/>
                  </a:lnTo>
                  <a:lnTo>
                    <a:pt x="90946" y="522424"/>
                  </a:lnTo>
                  <a:lnTo>
                    <a:pt x="111313" y="482658"/>
                  </a:lnTo>
                  <a:lnTo>
                    <a:pt x="133520" y="444037"/>
                  </a:lnTo>
                  <a:lnTo>
                    <a:pt x="157509" y="406618"/>
                  </a:lnTo>
                  <a:lnTo>
                    <a:pt x="183222" y="370460"/>
                  </a:lnTo>
                  <a:lnTo>
                    <a:pt x="210601" y="335619"/>
                  </a:lnTo>
                  <a:lnTo>
                    <a:pt x="239589" y="302156"/>
                  </a:lnTo>
                  <a:lnTo>
                    <a:pt x="270126" y="270126"/>
                  </a:lnTo>
                  <a:lnTo>
                    <a:pt x="302156" y="239589"/>
                  </a:lnTo>
                  <a:lnTo>
                    <a:pt x="335619" y="210601"/>
                  </a:lnTo>
                  <a:lnTo>
                    <a:pt x="370460" y="183222"/>
                  </a:lnTo>
                  <a:lnTo>
                    <a:pt x="406618" y="157509"/>
                  </a:lnTo>
                  <a:lnTo>
                    <a:pt x="444037" y="133520"/>
                  </a:lnTo>
                  <a:lnTo>
                    <a:pt x="482658" y="111313"/>
                  </a:lnTo>
                  <a:lnTo>
                    <a:pt x="522424" y="90946"/>
                  </a:lnTo>
                  <a:lnTo>
                    <a:pt x="563276" y="72477"/>
                  </a:lnTo>
                  <a:lnTo>
                    <a:pt x="605157" y="55963"/>
                  </a:lnTo>
                  <a:lnTo>
                    <a:pt x="648008" y="41463"/>
                  </a:lnTo>
                  <a:lnTo>
                    <a:pt x="691772" y="29035"/>
                  </a:lnTo>
                  <a:lnTo>
                    <a:pt x="736391" y="18737"/>
                  </a:lnTo>
                  <a:lnTo>
                    <a:pt x="781807" y="10626"/>
                  </a:lnTo>
                  <a:lnTo>
                    <a:pt x="827961" y="4761"/>
                  </a:lnTo>
                  <a:lnTo>
                    <a:pt x="874796" y="1200"/>
                  </a:lnTo>
                  <a:lnTo>
                    <a:pt x="922254" y="0"/>
                  </a:lnTo>
                  <a:lnTo>
                    <a:pt x="969713" y="1200"/>
                  </a:lnTo>
                  <a:lnTo>
                    <a:pt x="1016549" y="4761"/>
                  </a:lnTo>
                  <a:lnTo>
                    <a:pt x="1062704" y="10626"/>
                  </a:lnTo>
                  <a:lnTo>
                    <a:pt x="1108120" y="18737"/>
                  </a:lnTo>
                  <a:lnTo>
                    <a:pt x="1152739" y="29035"/>
                  </a:lnTo>
                  <a:lnTo>
                    <a:pt x="1196504" y="41463"/>
                  </a:lnTo>
                  <a:lnTo>
                    <a:pt x="1239356" y="55963"/>
                  </a:lnTo>
                  <a:lnTo>
                    <a:pt x="1281237" y="72477"/>
                  </a:lnTo>
                  <a:lnTo>
                    <a:pt x="1322089" y="90946"/>
                  </a:lnTo>
                  <a:lnTo>
                    <a:pt x="1361855" y="111313"/>
                  </a:lnTo>
                  <a:lnTo>
                    <a:pt x="1400476" y="133520"/>
                  </a:lnTo>
                  <a:lnTo>
                    <a:pt x="1437895" y="157509"/>
                  </a:lnTo>
                  <a:lnTo>
                    <a:pt x="1474053" y="183222"/>
                  </a:lnTo>
                  <a:lnTo>
                    <a:pt x="1508893" y="210601"/>
                  </a:lnTo>
                  <a:lnTo>
                    <a:pt x="1542357" y="239589"/>
                  </a:lnTo>
                  <a:lnTo>
                    <a:pt x="1574386" y="270126"/>
                  </a:lnTo>
                  <a:lnTo>
                    <a:pt x="1604923" y="302156"/>
                  </a:lnTo>
                  <a:lnTo>
                    <a:pt x="1633910" y="335619"/>
                  </a:lnTo>
                  <a:lnTo>
                    <a:pt x="1661289" y="370460"/>
                  </a:lnTo>
                  <a:lnTo>
                    <a:pt x="1687002" y="406618"/>
                  </a:lnTo>
                  <a:lnTo>
                    <a:pt x="1710991" y="444037"/>
                  </a:lnTo>
                  <a:lnTo>
                    <a:pt x="1733197" y="482658"/>
                  </a:lnTo>
                  <a:lnTo>
                    <a:pt x="1753564" y="522424"/>
                  </a:lnTo>
                  <a:lnTo>
                    <a:pt x="1772033" y="563276"/>
                  </a:lnTo>
                  <a:lnTo>
                    <a:pt x="1788546" y="605157"/>
                  </a:lnTo>
                  <a:lnTo>
                    <a:pt x="1803046" y="648008"/>
                  </a:lnTo>
                  <a:lnTo>
                    <a:pt x="1815474" y="691772"/>
                  </a:lnTo>
                  <a:lnTo>
                    <a:pt x="1825772" y="736391"/>
                  </a:lnTo>
                  <a:lnTo>
                    <a:pt x="1833882" y="781807"/>
                  </a:lnTo>
                  <a:lnTo>
                    <a:pt x="1839747" y="827961"/>
                  </a:lnTo>
                  <a:lnTo>
                    <a:pt x="1843309" y="874796"/>
                  </a:lnTo>
                  <a:lnTo>
                    <a:pt x="1844509" y="922254"/>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D3BBB6FC-B50B-D142-826A-84DC01C6E536}"/>
                </a:ext>
              </a:extLst>
            </p:cNvPr>
            <p:cNvSpPr/>
            <p:nvPr/>
          </p:nvSpPr>
          <p:spPr>
            <a:xfrm>
              <a:off x="3417398" y="7773139"/>
              <a:ext cx="1844675" cy="1844675"/>
            </a:xfrm>
            <a:custGeom>
              <a:avLst/>
              <a:gdLst/>
              <a:ahLst/>
              <a:cxnLst/>
              <a:rect l="l" t="t" r="r" b="b"/>
              <a:pathLst>
                <a:path w="1844675" h="1844675">
                  <a:moveTo>
                    <a:pt x="1844509" y="922244"/>
                  </a:moveTo>
                  <a:lnTo>
                    <a:pt x="1843309" y="969703"/>
                  </a:lnTo>
                  <a:lnTo>
                    <a:pt x="1839747" y="1016539"/>
                  </a:lnTo>
                  <a:lnTo>
                    <a:pt x="1833882" y="1062694"/>
                  </a:lnTo>
                  <a:lnTo>
                    <a:pt x="1825772" y="1108110"/>
                  </a:lnTo>
                  <a:lnTo>
                    <a:pt x="1815474" y="1152729"/>
                  </a:lnTo>
                  <a:lnTo>
                    <a:pt x="1803046" y="1196493"/>
                  </a:lnTo>
                  <a:lnTo>
                    <a:pt x="1788546" y="1239345"/>
                  </a:lnTo>
                  <a:lnTo>
                    <a:pt x="1772033" y="1281226"/>
                  </a:lnTo>
                  <a:lnTo>
                    <a:pt x="1753564" y="1322079"/>
                  </a:lnTo>
                  <a:lnTo>
                    <a:pt x="1733197" y="1361844"/>
                  </a:lnTo>
                  <a:lnTo>
                    <a:pt x="1710991" y="1400466"/>
                  </a:lnTo>
                  <a:lnTo>
                    <a:pt x="1687002" y="1437884"/>
                  </a:lnTo>
                  <a:lnTo>
                    <a:pt x="1661289" y="1474043"/>
                  </a:lnTo>
                  <a:lnTo>
                    <a:pt x="1633910" y="1508883"/>
                  </a:lnTo>
                  <a:lnTo>
                    <a:pt x="1604923" y="1542346"/>
                  </a:lnTo>
                  <a:lnTo>
                    <a:pt x="1574386" y="1574376"/>
                  </a:lnTo>
                  <a:lnTo>
                    <a:pt x="1542357" y="1604913"/>
                  </a:lnTo>
                  <a:lnTo>
                    <a:pt x="1508893" y="1633900"/>
                  </a:lnTo>
                  <a:lnTo>
                    <a:pt x="1474053" y="1661279"/>
                  </a:lnTo>
                  <a:lnTo>
                    <a:pt x="1437895" y="1686991"/>
                  </a:lnTo>
                  <a:lnTo>
                    <a:pt x="1400476" y="1710980"/>
                  </a:lnTo>
                  <a:lnTo>
                    <a:pt x="1361855" y="1733187"/>
                  </a:lnTo>
                  <a:lnTo>
                    <a:pt x="1322089" y="1753554"/>
                  </a:lnTo>
                  <a:lnTo>
                    <a:pt x="1281237" y="1772023"/>
                  </a:lnTo>
                  <a:lnTo>
                    <a:pt x="1239356" y="1788536"/>
                  </a:lnTo>
                  <a:lnTo>
                    <a:pt x="1196504" y="1803035"/>
                  </a:lnTo>
                  <a:lnTo>
                    <a:pt x="1152739" y="1815463"/>
                  </a:lnTo>
                  <a:lnTo>
                    <a:pt x="1108120" y="1825761"/>
                  </a:lnTo>
                  <a:lnTo>
                    <a:pt x="1062704" y="1833872"/>
                  </a:lnTo>
                  <a:lnTo>
                    <a:pt x="1016549" y="1839737"/>
                  </a:lnTo>
                  <a:lnTo>
                    <a:pt x="969713" y="1843298"/>
                  </a:lnTo>
                  <a:lnTo>
                    <a:pt x="922254" y="1844498"/>
                  </a:lnTo>
                  <a:lnTo>
                    <a:pt x="874796" y="1843298"/>
                  </a:lnTo>
                  <a:lnTo>
                    <a:pt x="827961" y="1839737"/>
                  </a:lnTo>
                  <a:lnTo>
                    <a:pt x="781807" y="1833872"/>
                  </a:lnTo>
                  <a:lnTo>
                    <a:pt x="736391" y="1825761"/>
                  </a:lnTo>
                  <a:lnTo>
                    <a:pt x="691772" y="1815463"/>
                  </a:lnTo>
                  <a:lnTo>
                    <a:pt x="648008" y="1803035"/>
                  </a:lnTo>
                  <a:lnTo>
                    <a:pt x="605157" y="1788536"/>
                  </a:lnTo>
                  <a:lnTo>
                    <a:pt x="563276" y="1772023"/>
                  </a:lnTo>
                  <a:lnTo>
                    <a:pt x="522424" y="1753554"/>
                  </a:lnTo>
                  <a:lnTo>
                    <a:pt x="482658" y="1733187"/>
                  </a:lnTo>
                  <a:lnTo>
                    <a:pt x="444037" y="1710980"/>
                  </a:lnTo>
                  <a:lnTo>
                    <a:pt x="406618" y="1686991"/>
                  </a:lnTo>
                  <a:lnTo>
                    <a:pt x="370460" y="1661279"/>
                  </a:lnTo>
                  <a:lnTo>
                    <a:pt x="335619" y="1633900"/>
                  </a:lnTo>
                  <a:lnTo>
                    <a:pt x="302156" y="1604913"/>
                  </a:lnTo>
                  <a:lnTo>
                    <a:pt x="270126" y="1574376"/>
                  </a:lnTo>
                  <a:lnTo>
                    <a:pt x="239589" y="1542346"/>
                  </a:lnTo>
                  <a:lnTo>
                    <a:pt x="210601" y="1508883"/>
                  </a:lnTo>
                  <a:lnTo>
                    <a:pt x="183222" y="1474043"/>
                  </a:lnTo>
                  <a:lnTo>
                    <a:pt x="157509" y="1437884"/>
                  </a:lnTo>
                  <a:lnTo>
                    <a:pt x="133520" y="1400466"/>
                  </a:lnTo>
                  <a:lnTo>
                    <a:pt x="111313" y="1361844"/>
                  </a:lnTo>
                  <a:lnTo>
                    <a:pt x="90946" y="1322079"/>
                  </a:lnTo>
                  <a:lnTo>
                    <a:pt x="72477" y="1281226"/>
                  </a:lnTo>
                  <a:lnTo>
                    <a:pt x="55963" y="1239345"/>
                  </a:lnTo>
                  <a:lnTo>
                    <a:pt x="41463" y="1196493"/>
                  </a:lnTo>
                  <a:lnTo>
                    <a:pt x="29035" y="1152729"/>
                  </a:lnTo>
                  <a:lnTo>
                    <a:pt x="18737" y="1108110"/>
                  </a:lnTo>
                  <a:lnTo>
                    <a:pt x="10626" y="1062694"/>
                  </a:lnTo>
                  <a:lnTo>
                    <a:pt x="4761" y="1016539"/>
                  </a:lnTo>
                  <a:lnTo>
                    <a:pt x="1200" y="969703"/>
                  </a:lnTo>
                  <a:lnTo>
                    <a:pt x="0" y="922244"/>
                  </a:lnTo>
                  <a:lnTo>
                    <a:pt x="1200" y="874785"/>
                  </a:lnTo>
                  <a:lnTo>
                    <a:pt x="4761" y="827949"/>
                  </a:lnTo>
                  <a:lnTo>
                    <a:pt x="10626" y="781794"/>
                  </a:lnTo>
                  <a:lnTo>
                    <a:pt x="18737" y="736378"/>
                  </a:lnTo>
                  <a:lnTo>
                    <a:pt x="29035" y="691759"/>
                  </a:lnTo>
                  <a:lnTo>
                    <a:pt x="41463" y="647995"/>
                  </a:lnTo>
                  <a:lnTo>
                    <a:pt x="55963" y="605143"/>
                  </a:lnTo>
                  <a:lnTo>
                    <a:pt x="72477" y="563263"/>
                  </a:lnTo>
                  <a:lnTo>
                    <a:pt x="90946" y="522411"/>
                  </a:lnTo>
                  <a:lnTo>
                    <a:pt x="111313" y="482645"/>
                  </a:lnTo>
                  <a:lnTo>
                    <a:pt x="133520" y="444025"/>
                  </a:lnTo>
                  <a:lnTo>
                    <a:pt x="157509" y="406606"/>
                  </a:lnTo>
                  <a:lnTo>
                    <a:pt x="183222" y="370448"/>
                  </a:lnTo>
                  <a:lnTo>
                    <a:pt x="210601" y="335609"/>
                  </a:lnTo>
                  <a:lnTo>
                    <a:pt x="239589" y="302146"/>
                  </a:lnTo>
                  <a:lnTo>
                    <a:pt x="270126" y="270117"/>
                  </a:lnTo>
                  <a:lnTo>
                    <a:pt x="302156" y="239580"/>
                  </a:lnTo>
                  <a:lnTo>
                    <a:pt x="335619" y="210594"/>
                  </a:lnTo>
                  <a:lnTo>
                    <a:pt x="370460" y="183215"/>
                  </a:lnTo>
                  <a:lnTo>
                    <a:pt x="406618" y="157503"/>
                  </a:lnTo>
                  <a:lnTo>
                    <a:pt x="444037" y="133515"/>
                  </a:lnTo>
                  <a:lnTo>
                    <a:pt x="482658" y="111309"/>
                  </a:lnTo>
                  <a:lnTo>
                    <a:pt x="522424" y="90942"/>
                  </a:lnTo>
                  <a:lnTo>
                    <a:pt x="563276" y="72473"/>
                  </a:lnTo>
                  <a:lnTo>
                    <a:pt x="605157" y="55961"/>
                  </a:lnTo>
                  <a:lnTo>
                    <a:pt x="648008" y="41461"/>
                  </a:lnTo>
                  <a:lnTo>
                    <a:pt x="691772" y="29034"/>
                  </a:lnTo>
                  <a:lnTo>
                    <a:pt x="736391" y="18736"/>
                  </a:lnTo>
                  <a:lnTo>
                    <a:pt x="781807" y="10626"/>
                  </a:lnTo>
                  <a:lnTo>
                    <a:pt x="827961" y="4761"/>
                  </a:lnTo>
                  <a:lnTo>
                    <a:pt x="874796" y="1200"/>
                  </a:lnTo>
                  <a:lnTo>
                    <a:pt x="922254" y="0"/>
                  </a:lnTo>
                  <a:lnTo>
                    <a:pt x="969713" y="1200"/>
                  </a:lnTo>
                  <a:lnTo>
                    <a:pt x="1016549" y="4761"/>
                  </a:lnTo>
                  <a:lnTo>
                    <a:pt x="1062704" y="10626"/>
                  </a:lnTo>
                  <a:lnTo>
                    <a:pt x="1108120" y="18736"/>
                  </a:lnTo>
                  <a:lnTo>
                    <a:pt x="1152739" y="29034"/>
                  </a:lnTo>
                  <a:lnTo>
                    <a:pt x="1196504" y="41461"/>
                  </a:lnTo>
                  <a:lnTo>
                    <a:pt x="1239356" y="55961"/>
                  </a:lnTo>
                  <a:lnTo>
                    <a:pt x="1281237" y="72473"/>
                  </a:lnTo>
                  <a:lnTo>
                    <a:pt x="1322089" y="90942"/>
                  </a:lnTo>
                  <a:lnTo>
                    <a:pt x="1361855" y="111309"/>
                  </a:lnTo>
                  <a:lnTo>
                    <a:pt x="1400476" y="133515"/>
                  </a:lnTo>
                  <a:lnTo>
                    <a:pt x="1437895" y="157503"/>
                  </a:lnTo>
                  <a:lnTo>
                    <a:pt x="1474053" y="183215"/>
                  </a:lnTo>
                  <a:lnTo>
                    <a:pt x="1508893" y="210594"/>
                  </a:lnTo>
                  <a:lnTo>
                    <a:pt x="1542357" y="239580"/>
                  </a:lnTo>
                  <a:lnTo>
                    <a:pt x="1574386" y="270117"/>
                  </a:lnTo>
                  <a:lnTo>
                    <a:pt x="1604923" y="302146"/>
                  </a:lnTo>
                  <a:lnTo>
                    <a:pt x="1633910" y="335609"/>
                  </a:lnTo>
                  <a:lnTo>
                    <a:pt x="1661289" y="370448"/>
                  </a:lnTo>
                  <a:lnTo>
                    <a:pt x="1687002" y="406606"/>
                  </a:lnTo>
                  <a:lnTo>
                    <a:pt x="1710991" y="444025"/>
                  </a:lnTo>
                  <a:lnTo>
                    <a:pt x="1733197" y="482645"/>
                  </a:lnTo>
                  <a:lnTo>
                    <a:pt x="1753564" y="522411"/>
                  </a:lnTo>
                  <a:lnTo>
                    <a:pt x="1772033" y="563263"/>
                  </a:lnTo>
                  <a:lnTo>
                    <a:pt x="1788546" y="605143"/>
                  </a:lnTo>
                  <a:lnTo>
                    <a:pt x="1803046" y="647995"/>
                  </a:lnTo>
                  <a:lnTo>
                    <a:pt x="1815474" y="691759"/>
                  </a:lnTo>
                  <a:lnTo>
                    <a:pt x="1825772" y="736378"/>
                  </a:lnTo>
                  <a:lnTo>
                    <a:pt x="1833882" y="781794"/>
                  </a:lnTo>
                  <a:lnTo>
                    <a:pt x="1839747" y="827949"/>
                  </a:lnTo>
                  <a:lnTo>
                    <a:pt x="1843309" y="874785"/>
                  </a:lnTo>
                  <a:lnTo>
                    <a:pt x="1844509" y="922244"/>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21A55465-6EF8-4E6F-9F22-F1CA1F3B475E}"/>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008662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3_Print">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1F0226E-C53B-5A48-A9BA-8726EA5AFA1E}"/>
              </a:ext>
            </a:extLst>
          </p:cNvPr>
          <p:cNvGrpSpPr/>
          <p:nvPr userDrawn="1"/>
        </p:nvGrpSpPr>
        <p:grpSpPr>
          <a:xfrm>
            <a:off x="1" y="1342749"/>
            <a:ext cx="5014122" cy="4651580"/>
            <a:chOff x="0" y="2214292"/>
            <a:chExt cx="8268079" cy="7670800"/>
          </a:xfrm>
        </p:grpSpPr>
        <p:sp>
          <p:nvSpPr>
            <p:cNvPr id="18" name="object 2">
              <a:extLst>
                <a:ext uri="{FF2B5EF4-FFF2-40B4-BE49-F238E27FC236}">
                  <a16:creationId xmlns:a16="http://schemas.microsoft.com/office/drawing/2014/main" id="{A6D94635-0DFC-A64D-A4C6-05741BB0EA0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538FD4A5-0CAA-E24B-B4BE-E26981833FA0}"/>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27D2346E-CA9E-E94B-8501-B20F4E866D90}"/>
                </a:ext>
              </a:extLst>
            </p:cNvPr>
            <p:cNvSpPr/>
            <p:nvPr/>
          </p:nvSpPr>
          <p:spPr>
            <a:xfrm>
              <a:off x="5986524" y="2214292"/>
              <a:ext cx="2281555" cy="7670800"/>
            </a:xfrm>
            <a:custGeom>
              <a:avLst/>
              <a:gdLst/>
              <a:ahLst/>
              <a:cxnLst/>
              <a:rect l="l" t="t" r="r" b="b"/>
              <a:pathLst>
                <a:path w="2281554" h="7670800">
                  <a:moveTo>
                    <a:pt x="0" y="3532290"/>
                  </a:moveTo>
                  <a:lnTo>
                    <a:pt x="49992" y="3531676"/>
                  </a:lnTo>
                  <a:lnTo>
                    <a:pt x="99673" y="3529847"/>
                  </a:lnTo>
                  <a:lnTo>
                    <a:pt x="149026" y="3526818"/>
                  </a:lnTo>
                  <a:lnTo>
                    <a:pt x="198037" y="3522606"/>
                  </a:lnTo>
                  <a:lnTo>
                    <a:pt x="246691" y="3517227"/>
                  </a:lnTo>
                  <a:lnTo>
                    <a:pt x="294972" y="3510700"/>
                  </a:lnTo>
                  <a:lnTo>
                    <a:pt x="342864" y="3503039"/>
                  </a:lnTo>
                  <a:lnTo>
                    <a:pt x="390354" y="3494262"/>
                  </a:lnTo>
                  <a:lnTo>
                    <a:pt x="437425" y="3484385"/>
                  </a:lnTo>
                  <a:lnTo>
                    <a:pt x="484063" y="3473424"/>
                  </a:lnTo>
                  <a:lnTo>
                    <a:pt x="530251" y="3461398"/>
                  </a:lnTo>
                  <a:lnTo>
                    <a:pt x="575976" y="3448321"/>
                  </a:lnTo>
                  <a:lnTo>
                    <a:pt x="621221" y="3434211"/>
                  </a:lnTo>
                  <a:lnTo>
                    <a:pt x="665972" y="3419084"/>
                  </a:lnTo>
                  <a:lnTo>
                    <a:pt x="710214" y="3402957"/>
                  </a:lnTo>
                  <a:lnTo>
                    <a:pt x="753930" y="3385846"/>
                  </a:lnTo>
                  <a:lnTo>
                    <a:pt x="797106" y="3367769"/>
                  </a:lnTo>
                  <a:lnTo>
                    <a:pt x="839727" y="3348741"/>
                  </a:lnTo>
                  <a:lnTo>
                    <a:pt x="881778" y="3328780"/>
                  </a:lnTo>
                  <a:lnTo>
                    <a:pt x="923242" y="3307901"/>
                  </a:lnTo>
                  <a:lnTo>
                    <a:pt x="964106" y="3286122"/>
                  </a:lnTo>
                  <a:lnTo>
                    <a:pt x="1004354" y="3263459"/>
                  </a:lnTo>
                  <a:lnTo>
                    <a:pt x="1043970" y="3239929"/>
                  </a:lnTo>
                  <a:lnTo>
                    <a:pt x="1082940" y="3215548"/>
                  </a:lnTo>
                  <a:lnTo>
                    <a:pt x="1121247" y="3190333"/>
                  </a:lnTo>
                  <a:lnTo>
                    <a:pt x="1158878" y="3164300"/>
                  </a:lnTo>
                  <a:lnTo>
                    <a:pt x="1195817" y="3137467"/>
                  </a:lnTo>
                  <a:lnTo>
                    <a:pt x="1232048" y="3109849"/>
                  </a:lnTo>
                  <a:lnTo>
                    <a:pt x="1267556" y="3081464"/>
                  </a:lnTo>
                  <a:lnTo>
                    <a:pt x="1302327" y="3052328"/>
                  </a:lnTo>
                  <a:lnTo>
                    <a:pt x="1336345" y="3022457"/>
                  </a:lnTo>
                  <a:lnTo>
                    <a:pt x="1369594" y="2991869"/>
                  </a:lnTo>
                  <a:lnTo>
                    <a:pt x="1402060" y="2960580"/>
                  </a:lnTo>
                  <a:lnTo>
                    <a:pt x="1433727" y="2928605"/>
                  </a:lnTo>
                  <a:lnTo>
                    <a:pt x="1464580" y="2895963"/>
                  </a:lnTo>
                  <a:lnTo>
                    <a:pt x="1494604" y="2862670"/>
                  </a:lnTo>
                  <a:lnTo>
                    <a:pt x="1523784" y="2828742"/>
                  </a:lnTo>
                  <a:lnTo>
                    <a:pt x="1552104" y="2794195"/>
                  </a:lnTo>
                  <a:lnTo>
                    <a:pt x="1579549" y="2759048"/>
                  </a:lnTo>
                  <a:lnTo>
                    <a:pt x="1606105" y="2723315"/>
                  </a:lnTo>
                  <a:lnTo>
                    <a:pt x="1631755" y="2687014"/>
                  </a:lnTo>
                  <a:lnTo>
                    <a:pt x="1656485" y="2650161"/>
                  </a:lnTo>
                  <a:lnTo>
                    <a:pt x="1680279" y="2612773"/>
                  </a:lnTo>
                  <a:lnTo>
                    <a:pt x="1703123" y="2574867"/>
                  </a:lnTo>
                  <a:lnTo>
                    <a:pt x="1725000" y="2536458"/>
                  </a:lnTo>
                  <a:lnTo>
                    <a:pt x="1745896" y="2497565"/>
                  </a:lnTo>
                  <a:lnTo>
                    <a:pt x="1765796" y="2458202"/>
                  </a:lnTo>
                  <a:lnTo>
                    <a:pt x="1784684" y="2418388"/>
                  </a:lnTo>
                  <a:lnTo>
                    <a:pt x="1802545" y="2378139"/>
                  </a:lnTo>
                  <a:lnTo>
                    <a:pt x="1819364" y="2337470"/>
                  </a:lnTo>
                  <a:lnTo>
                    <a:pt x="1835126" y="2296399"/>
                  </a:lnTo>
                  <a:lnTo>
                    <a:pt x="1849815" y="2254943"/>
                  </a:lnTo>
                  <a:lnTo>
                    <a:pt x="1863417" y="2213117"/>
                  </a:lnTo>
                  <a:lnTo>
                    <a:pt x="1875915" y="2170940"/>
                  </a:lnTo>
                  <a:lnTo>
                    <a:pt x="1887296" y="2128426"/>
                  </a:lnTo>
                  <a:lnTo>
                    <a:pt x="1897543" y="2085593"/>
                  </a:lnTo>
                  <a:lnTo>
                    <a:pt x="1906642" y="2042458"/>
                  </a:lnTo>
                  <a:lnTo>
                    <a:pt x="1914576" y="1999037"/>
                  </a:lnTo>
                  <a:lnTo>
                    <a:pt x="1921332" y="1955346"/>
                  </a:lnTo>
                  <a:lnTo>
                    <a:pt x="1926894" y="1911403"/>
                  </a:lnTo>
                  <a:lnTo>
                    <a:pt x="1931246" y="1867223"/>
                  </a:lnTo>
                  <a:lnTo>
                    <a:pt x="1934373" y="1822824"/>
                  </a:lnTo>
                  <a:lnTo>
                    <a:pt x="1936261" y="1778222"/>
                  </a:lnTo>
                  <a:lnTo>
                    <a:pt x="1936893" y="1733434"/>
                  </a:lnTo>
                  <a:lnTo>
                    <a:pt x="1936241" y="1687985"/>
                  </a:lnTo>
                  <a:lnTo>
                    <a:pt x="1934293" y="1642824"/>
                  </a:lnTo>
                  <a:lnTo>
                    <a:pt x="1931066" y="1597966"/>
                  </a:lnTo>
                  <a:lnTo>
                    <a:pt x="1926576" y="1553425"/>
                  </a:lnTo>
                  <a:lnTo>
                    <a:pt x="1920839" y="1509215"/>
                  </a:lnTo>
                  <a:lnTo>
                    <a:pt x="1913871" y="1465351"/>
                  </a:lnTo>
                  <a:lnTo>
                    <a:pt x="1905688" y="1421846"/>
                  </a:lnTo>
                  <a:lnTo>
                    <a:pt x="1896305" y="1378715"/>
                  </a:lnTo>
                  <a:lnTo>
                    <a:pt x="1885739" y="1335972"/>
                  </a:lnTo>
                  <a:lnTo>
                    <a:pt x="1874006" y="1293632"/>
                  </a:lnTo>
                  <a:lnTo>
                    <a:pt x="1861121" y="1251708"/>
                  </a:lnTo>
                  <a:lnTo>
                    <a:pt x="1847101" y="1210216"/>
                  </a:lnTo>
                  <a:lnTo>
                    <a:pt x="1831961" y="1169168"/>
                  </a:lnTo>
                  <a:lnTo>
                    <a:pt x="1815718" y="1128581"/>
                  </a:lnTo>
                  <a:lnTo>
                    <a:pt x="1798386" y="1088467"/>
                  </a:lnTo>
                  <a:lnTo>
                    <a:pt x="1779984" y="1048841"/>
                  </a:lnTo>
                  <a:lnTo>
                    <a:pt x="1760525" y="1009718"/>
                  </a:lnTo>
                  <a:lnTo>
                    <a:pt x="1740027" y="971112"/>
                  </a:lnTo>
                  <a:lnTo>
                    <a:pt x="1718505" y="933036"/>
                  </a:lnTo>
                  <a:lnTo>
                    <a:pt x="1695975" y="895505"/>
                  </a:lnTo>
                  <a:lnTo>
                    <a:pt x="1672453" y="858535"/>
                  </a:lnTo>
                  <a:lnTo>
                    <a:pt x="1647955" y="822137"/>
                  </a:lnTo>
                  <a:lnTo>
                    <a:pt x="1622497" y="786328"/>
                  </a:lnTo>
                  <a:lnTo>
                    <a:pt x="1596094" y="751121"/>
                  </a:lnTo>
                  <a:lnTo>
                    <a:pt x="1568764" y="716531"/>
                  </a:lnTo>
                  <a:lnTo>
                    <a:pt x="1540521" y="682572"/>
                  </a:lnTo>
                  <a:lnTo>
                    <a:pt x="1511383" y="649257"/>
                  </a:lnTo>
                  <a:lnTo>
                    <a:pt x="1481363" y="616603"/>
                  </a:lnTo>
                  <a:lnTo>
                    <a:pt x="1450480" y="584621"/>
                  </a:lnTo>
                  <a:lnTo>
                    <a:pt x="1418748" y="553328"/>
                  </a:lnTo>
                  <a:lnTo>
                    <a:pt x="1386183" y="522737"/>
                  </a:lnTo>
                  <a:lnTo>
                    <a:pt x="1352802" y="492862"/>
                  </a:lnTo>
                  <a:lnTo>
                    <a:pt x="1318621" y="463719"/>
                  </a:lnTo>
                  <a:lnTo>
                    <a:pt x="1283654" y="435320"/>
                  </a:lnTo>
                  <a:lnTo>
                    <a:pt x="1247920" y="407680"/>
                  </a:lnTo>
                  <a:lnTo>
                    <a:pt x="1211432" y="380814"/>
                  </a:lnTo>
                  <a:lnTo>
                    <a:pt x="1174207" y="354736"/>
                  </a:lnTo>
                  <a:lnTo>
                    <a:pt x="1136262" y="329460"/>
                  </a:lnTo>
                  <a:lnTo>
                    <a:pt x="1097612" y="305001"/>
                  </a:lnTo>
                  <a:lnTo>
                    <a:pt x="1058273" y="281372"/>
                  </a:lnTo>
                  <a:lnTo>
                    <a:pt x="1018260" y="258588"/>
                  </a:lnTo>
                  <a:lnTo>
                    <a:pt x="977591" y="236663"/>
                  </a:lnTo>
                  <a:lnTo>
                    <a:pt x="936281" y="215612"/>
                  </a:lnTo>
                  <a:lnTo>
                    <a:pt x="894345" y="195449"/>
                  </a:lnTo>
                  <a:lnTo>
                    <a:pt x="851801" y="176187"/>
                  </a:lnTo>
                  <a:lnTo>
                    <a:pt x="808663" y="157842"/>
                  </a:lnTo>
                  <a:lnTo>
                    <a:pt x="764947" y="140427"/>
                  </a:lnTo>
                  <a:lnTo>
                    <a:pt x="720671" y="123958"/>
                  </a:lnTo>
                  <a:lnTo>
                    <a:pt x="675848" y="108447"/>
                  </a:lnTo>
                  <a:lnTo>
                    <a:pt x="630497" y="93910"/>
                  </a:lnTo>
                  <a:lnTo>
                    <a:pt x="584632" y="80360"/>
                  </a:lnTo>
                  <a:lnTo>
                    <a:pt x="538269" y="67813"/>
                  </a:lnTo>
                  <a:lnTo>
                    <a:pt x="491425" y="56281"/>
                  </a:lnTo>
                  <a:lnTo>
                    <a:pt x="444115" y="45781"/>
                  </a:lnTo>
                  <a:lnTo>
                    <a:pt x="396355" y="36324"/>
                  </a:lnTo>
                  <a:lnTo>
                    <a:pt x="348161" y="27927"/>
                  </a:lnTo>
                  <a:lnTo>
                    <a:pt x="299550" y="20604"/>
                  </a:lnTo>
                  <a:lnTo>
                    <a:pt x="250536" y="14367"/>
                  </a:lnTo>
                  <a:lnTo>
                    <a:pt x="201137" y="9233"/>
                  </a:lnTo>
                  <a:lnTo>
                    <a:pt x="151368" y="5215"/>
                  </a:lnTo>
                  <a:lnTo>
                    <a:pt x="101245" y="2327"/>
                  </a:lnTo>
                  <a:lnTo>
                    <a:pt x="50783" y="584"/>
                  </a:lnTo>
                  <a:lnTo>
                    <a:pt x="0" y="0"/>
                  </a:lnTo>
                  <a:lnTo>
                    <a:pt x="0" y="7670216"/>
                  </a:lnTo>
                  <a:lnTo>
                    <a:pt x="50944" y="7669710"/>
                  </a:lnTo>
                  <a:lnTo>
                    <a:pt x="101615" y="7668200"/>
                  </a:lnTo>
                  <a:lnTo>
                    <a:pt x="152002" y="7665696"/>
                  </a:lnTo>
                  <a:lnTo>
                    <a:pt x="202093" y="7662209"/>
                  </a:lnTo>
                  <a:lnTo>
                    <a:pt x="251876" y="7657748"/>
                  </a:lnTo>
                  <a:lnTo>
                    <a:pt x="301339" y="7652326"/>
                  </a:lnTo>
                  <a:lnTo>
                    <a:pt x="350472" y="7645951"/>
                  </a:lnTo>
                  <a:lnTo>
                    <a:pt x="399262" y="7638635"/>
                  </a:lnTo>
                  <a:lnTo>
                    <a:pt x="447698" y="7630388"/>
                  </a:lnTo>
                  <a:lnTo>
                    <a:pt x="495768" y="7621221"/>
                  </a:lnTo>
                  <a:lnTo>
                    <a:pt x="543461" y="7611144"/>
                  </a:lnTo>
                  <a:lnTo>
                    <a:pt x="590765" y="7600168"/>
                  </a:lnTo>
                  <a:lnTo>
                    <a:pt x="637669" y="7588302"/>
                  </a:lnTo>
                  <a:lnTo>
                    <a:pt x="684161" y="7575559"/>
                  </a:lnTo>
                  <a:lnTo>
                    <a:pt x="730229" y="7561948"/>
                  </a:lnTo>
                  <a:lnTo>
                    <a:pt x="775861" y="7547479"/>
                  </a:lnTo>
                  <a:lnTo>
                    <a:pt x="821047" y="7532164"/>
                  </a:lnTo>
                  <a:lnTo>
                    <a:pt x="865775" y="7516013"/>
                  </a:lnTo>
                  <a:lnTo>
                    <a:pt x="910032" y="7499035"/>
                  </a:lnTo>
                  <a:lnTo>
                    <a:pt x="953808" y="7481243"/>
                  </a:lnTo>
                  <a:lnTo>
                    <a:pt x="997091" y="7462646"/>
                  </a:lnTo>
                  <a:lnTo>
                    <a:pt x="1039869" y="7443255"/>
                  </a:lnTo>
                  <a:lnTo>
                    <a:pt x="1082130" y="7423080"/>
                  </a:lnTo>
                  <a:lnTo>
                    <a:pt x="1123864" y="7402131"/>
                  </a:lnTo>
                  <a:lnTo>
                    <a:pt x="1165058" y="7380421"/>
                  </a:lnTo>
                  <a:lnTo>
                    <a:pt x="1205700" y="7357958"/>
                  </a:lnTo>
                  <a:lnTo>
                    <a:pt x="1245781" y="7334753"/>
                  </a:lnTo>
                  <a:lnTo>
                    <a:pt x="1285286" y="7310817"/>
                  </a:lnTo>
                  <a:lnTo>
                    <a:pt x="1324206" y="7286161"/>
                  </a:lnTo>
                  <a:lnTo>
                    <a:pt x="1362529" y="7260794"/>
                  </a:lnTo>
                  <a:lnTo>
                    <a:pt x="1400242" y="7234728"/>
                  </a:lnTo>
                  <a:lnTo>
                    <a:pt x="1437334" y="7207973"/>
                  </a:lnTo>
                  <a:lnTo>
                    <a:pt x="1473795" y="7180540"/>
                  </a:lnTo>
                  <a:lnTo>
                    <a:pt x="1509611" y="7152438"/>
                  </a:lnTo>
                  <a:lnTo>
                    <a:pt x="1544772" y="7123679"/>
                  </a:lnTo>
                  <a:lnTo>
                    <a:pt x="1579266" y="7094272"/>
                  </a:lnTo>
                  <a:lnTo>
                    <a:pt x="1613081" y="7064229"/>
                  </a:lnTo>
                  <a:lnTo>
                    <a:pt x="1646206" y="7033561"/>
                  </a:lnTo>
                  <a:lnTo>
                    <a:pt x="1678630" y="7002276"/>
                  </a:lnTo>
                  <a:lnTo>
                    <a:pt x="1710339" y="6970387"/>
                  </a:lnTo>
                  <a:lnTo>
                    <a:pt x="1741324" y="6937903"/>
                  </a:lnTo>
                  <a:lnTo>
                    <a:pt x="1771572" y="6904836"/>
                  </a:lnTo>
                  <a:lnTo>
                    <a:pt x="1801072" y="6871194"/>
                  </a:lnTo>
                  <a:lnTo>
                    <a:pt x="1829813" y="6836990"/>
                  </a:lnTo>
                  <a:lnTo>
                    <a:pt x="1857782" y="6802234"/>
                  </a:lnTo>
                  <a:lnTo>
                    <a:pt x="1884968" y="6766935"/>
                  </a:lnTo>
                  <a:lnTo>
                    <a:pt x="1911359" y="6731105"/>
                  </a:lnTo>
                  <a:lnTo>
                    <a:pt x="1936944" y="6694755"/>
                  </a:lnTo>
                  <a:lnTo>
                    <a:pt x="1961712" y="6657894"/>
                  </a:lnTo>
                  <a:lnTo>
                    <a:pt x="1985650" y="6620533"/>
                  </a:lnTo>
                  <a:lnTo>
                    <a:pt x="2008747" y="6582682"/>
                  </a:lnTo>
                  <a:lnTo>
                    <a:pt x="2030992" y="6544353"/>
                  </a:lnTo>
                  <a:lnTo>
                    <a:pt x="2052373" y="6505556"/>
                  </a:lnTo>
                  <a:lnTo>
                    <a:pt x="2072878" y="6466301"/>
                  </a:lnTo>
                  <a:lnTo>
                    <a:pt x="2092496" y="6426598"/>
                  </a:lnTo>
                  <a:lnTo>
                    <a:pt x="2111215" y="6386459"/>
                  </a:lnTo>
                  <a:lnTo>
                    <a:pt x="2129023" y="6345893"/>
                  </a:lnTo>
                  <a:lnTo>
                    <a:pt x="2145910" y="6304912"/>
                  </a:lnTo>
                  <a:lnTo>
                    <a:pt x="2161863" y="6263525"/>
                  </a:lnTo>
                  <a:lnTo>
                    <a:pt x="2176870" y="6221743"/>
                  </a:lnTo>
                  <a:lnTo>
                    <a:pt x="2190921" y="6179578"/>
                  </a:lnTo>
                  <a:lnTo>
                    <a:pt x="2204004" y="6137039"/>
                  </a:lnTo>
                  <a:lnTo>
                    <a:pt x="2216106" y="6094136"/>
                  </a:lnTo>
                  <a:lnTo>
                    <a:pt x="2227217" y="6050881"/>
                  </a:lnTo>
                  <a:lnTo>
                    <a:pt x="2237325" y="6007283"/>
                  </a:lnTo>
                  <a:lnTo>
                    <a:pt x="2246418" y="5963354"/>
                  </a:lnTo>
                  <a:lnTo>
                    <a:pt x="2254484" y="5919104"/>
                  </a:lnTo>
                  <a:lnTo>
                    <a:pt x="2261513" y="5874543"/>
                  </a:lnTo>
                  <a:lnTo>
                    <a:pt x="2267492" y="5829682"/>
                  </a:lnTo>
                  <a:lnTo>
                    <a:pt x="2272410" y="5784531"/>
                  </a:lnTo>
                  <a:lnTo>
                    <a:pt x="2276255" y="5739101"/>
                  </a:lnTo>
                  <a:lnTo>
                    <a:pt x="2279016" y="5693403"/>
                  </a:lnTo>
                  <a:lnTo>
                    <a:pt x="2280681" y="5647447"/>
                  </a:lnTo>
                  <a:lnTo>
                    <a:pt x="2281239" y="5601243"/>
                  </a:lnTo>
                  <a:lnTo>
                    <a:pt x="2280681" y="5555039"/>
                  </a:lnTo>
                  <a:lnTo>
                    <a:pt x="2279016" y="5509084"/>
                  </a:lnTo>
                  <a:lnTo>
                    <a:pt x="2276255" y="5463386"/>
                  </a:lnTo>
                  <a:lnTo>
                    <a:pt x="2272410" y="5417957"/>
                  </a:lnTo>
                  <a:lnTo>
                    <a:pt x="2267492" y="5372807"/>
                  </a:lnTo>
                  <a:lnTo>
                    <a:pt x="2261513" y="5327947"/>
                  </a:lnTo>
                  <a:lnTo>
                    <a:pt x="2254484" y="5283387"/>
                  </a:lnTo>
                  <a:lnTo>
                    <a:pt x="2246418" y="5239137"/>
                  </a:lnTo>
                  <a:lnTo>
                    <a:pt x="2237325" y="5195209"/>
                  </a:lnTo>
                  <a:lnTo>
                    <a:pt x="2227217" y="5151612"/>
                  </a:lnTo>
                  <a:lnTo>
                    <a:pt x="2216106" y="5108357"/>
                  </a:lnTo>
                  <a:lnTo>
                    <a:pt x="2204004" y="5065455"/>
                  </a:lnTo>
                  <a:lnTo>
                    <a:pt x="2190921" y="5022916"/>
                  </a:lnTo>
                  <a:lnTo>
                    <a:pt x="2176870" y="4980751"/>
                  </a:lnTo>
                  <a:lnTo>
                    <a:pt x="2161863" y="4938971"/>
                  </a:lnTo>
                  <a:lnTo>
                    <a:pt x="2145910" y="4897584"/>
                  </a:lnTo>
                  <a:lnTo>
                    <a:pt x="2129023" y="4856604"/>
                  </a:lnTo>
                  <a:lnTo>
                    <a:pt x="2111215" y="4816038"/>
                  </a:lnTo>
                  <a:lnTo>
                    <a:pt x="2092496" y="4775899"/>
                  </a:lnTo>
                  <a:lnTo>
                    <a:pt x="2072878" y="4736197"/>
                  </a:lnTo>
                  <a:lnTo>
                    <a:pt x="2052373" y="4696943"/>
                  </a:lnTo>
                  <a:lnTo>
                    <a:pt x="2030992" y="4658146"/>
                  </a:lnTo>
                  <a:lnTo>
                    <a:pt x="2008747" y="4619817"/>
                  </a:lnTo>
                  <a:lnTo>
                    <a:pt x="1985650" y="4581967"/>
                  </a:lnTo>
                  <a:lnTo>
                    <a:pt x="1961712" y="4544606"/>
                  </a:lnTo>
                  <a:lnTo>
                    <a:pt x="1936944" y="4507746"/>
                  </a:lnTo>
                  <a:lnTo>
                    <a:pt x="1911359" y="4471395"/>
                  </a:lnTo>
                  <a:lnTo>
                    <a:pt x="1884968" y="4435566"/>
                  </a:lnTo>
                  <a:lnTo>
                    <a:pt x="1857782" y="4400268"/>
                  </a:lnTo>
                  <a:lnTo>
                    <a:pt x="1829813" y="4365511"/>
                  </a:lnTo>
                  <a:lnTo>
                    <a:pt x="1801072" y="4331308"/>
                  </a:lnTo>
                  <a:lnTo>
                    <a:pt x="1771572" y="4297667"/>
                  </a:lnTo>
                  <a:lnTo>
                    <a:pt x="1741324" y="4264599"/>
                  </a:lnTo>
                  <a:lnTo>
                    <a:pt x="1710339" y="4232116"/>
                  </a:lnTo>
                  <a:lnTo>
                    <a:pt x="1678630" y="4200227"/>
                  </a:lnTo>
                  <a:lnTo>
                    <a:pt x="1646206" y="4168943"/>
                  </a:lnTo>
                  <a:lnTo>
                    <a:pt x="1613081" y="4138274"/>
                  </a:lnTo>
                  <a:lnTo>
                    <a:pt x="1579266" y="4108231"/>
                  </a:lnTo>
                  <a:lnTo>
                    <a:pt x="1544772" y="4078825"/>
                  </a:lnTo>
                  <a:lnTo>
                    <a:pt x="1509611" y="4050066"/>
                  </a:lnTo>
                  <a:lnTo>
                    <a:pt x="1473795" y="4021965"/>
                  </a:lnTo>
                  <a:lnTo>
                    <a:pt x="1437334" y="3994531"/>
                  </a:lnTo>
                  <a:lnTo>
                    <a:pt x="1400242" y="3967776"/>
                  </a:lnTo>
                  <a:lnTo>
                    <a:pt x="1362529" y="3941710"/>
                  </a:lnTo>
                  <a:lnTo>
                    <a:pt x="1324206" y="3916344"/>
                  </a:lnTo>
                  <a:lnTo>
                    <a:pt x="1285286" y="3891688"/>
                  </a:lnTo>
                  <a:lnTo>
                    <a:pt x="1245781" y="3867752"/>
                  </a:lnTo>
                  <a:lnTo>
                    <a:pt x="1205700" y="3844548"/>
                  </a:lnTo>
                  <a:lnTo>
                    <a:pt x="1165058" y="3822085"/>
                  </a:lnTo>
                  <a:lnTo>
                    <a:pt x="1123864" y="3800374"/>
                  </a:lnTo>
                  <a:lnTo>
                    <a:pt x="1082130" y="3779426"/>
                  </a:lnTo>
                  <a:lnTo>
                    <a:pt x="1039869" y="3759251"/>
                  </a:lnTo>
                  <a:lnTo>
                    <a:pt x="997091" y="3739860"/>
                  </a:lnTo>
                  <a:lnTo>
                    <a:pt x="953808" y="3721263"/>
                  </a:lnTo>
                  <a:lnTo>
                    <a:pt x="910032" y="3703470"/>
                  </a:lnTo>
                  <a:lnTo>
                    <a:pt x="865775" y="3686493"/>
                  </a:lnTo>
                  <a:lnTo>
                    <a:pt x="821047" y="3670342"/>
                  </a:lnTo>
                  <a:lnTo>
                    <a:pt x="775861" y="3655027"/>
                  </a:lnTo>
                  <a:lnTo>
                    <a:pt x="730229" y="3640558"/>
                  </a:lnTo>
                  <a:lnTo>
                    <a:pt x="684161" y="3626947"/>
                  </a:lnTo>
                  <a:lnTo>
                    <a:pt x="637669" y="3614204"/>
                  </a:lnTo>
                  <a:lnTo>
                    <a:pt x="590765" y="3602338"/>
                  </a:lnTo>
                  <a:lnTo>
                    <a:pt x="543461" y="3591362"/>
                  </a:lnTo>
                  <a:lnTo>
                    <a:pt x="495768" y="3581285"/>
                  </a:lnTo>
                  <a:lnTo>
                    <a:pt x="447698" y="3572118"/>
                  </a:lnTo>
                  <a:lnTo>
                    <a:pt x="399262" y="3563871"/>
                  </a:lnTo>
                  <a:lnTo>
                    <a:pt x="350472" y="3556555"/>
                  </a:lnTo>
                  <a:lnTo>
                    <a:pt x="301339" y="3550180"/>
                  </a:lnTo>
                  <a:lnTo>
                    <a:pt x="251876" y="3544758"/>
                  </a:lnTo>
                  <a:lnTo>
                    <a:pt x="202093" y="3540297"/>
                  </a:lnTo>
                  <a:lnTo>
                    <a:pt x="152002" y="3536810"/>
                  </a:lnTo>
                  <a:lnTo>
                    <a:pt x="101615" y="3534306"/>
                  </a:lnTo>
                  <a:lnTo>
                    <a:pt x="50944" y="3532796"/>
                  </a:lnTo>
                  <a:lnTo>
                    <a:pt x="0" y="3532290"/>
                  </a:lnTo>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41C40E85-A44B-F54E-BCE3-1A2F7E1540EA}"/>
                </a:ext>
              </a:extLst>
            </p:cNvPr>
            <p:cNvSpPr/>
            <p:nvPr/>
          </p:nvSpPr>
          <p:spPr>
            <a:xfrm>
              <a:off x="3417398" y="2636730"/>
              <a:ext cx="1844675" cy="1844675"/>
            </a:xfrm>
            <a:custGeom>
              <a:avLst/>
              <a:gdLst/>
              <a:ahLst/>
              <a:cxnLst/>
              <a:rect l="l" t="t" r="r" b="b"/>
              <a:pathLst>
                <a:path w="1844675" h="1844675">
                  <a:moveTo>
                    <a:pt x="1844509" y="922254"/>
                  </a:moveTo>
                  <a:lnTo>
                    <a:pt x="1843309" y="969714"/>
                  </a:lnTo>
                  <a:lnTo>
                    <a:pt x="1839747" y="1016551"/>
                  </a:lnTo>
                  <a:lnTo>
                    <a:pt x="1833882" y="1062706"/>
                  </a:lnTo>
                  <a:lnTo>
                    <a:pt x="1825772" y="1108123"/>
                  </a:lnTo>
                  <a:lnTo>
                    <a:pt x="1815474" y="1152742"/>
                  </a:lnTo>
                  <a:lnTo>
                    <a:pt x="1803046" y="1196507"/>
                  </a:lnTo>
                  <a:lnTo>
                    <a:pt x="1788546" y="1239359"/>
                  </a:lnTo>
                  <a:lnTo>
                    <a:pt x="1772033" y="1281239"/>
                  </a:lnTo>
                  <a:lnTo>
                    <a:pt x="1753564" y="1322092"/>
                  </a:lnTo>
                  <a:lnTo>
                    <a:pt x="1733197" y="1361857"/>
                  </a:lnTo>
                  <a:lnTo>
                    <a:pt x="1710991" y="1400478"/>
                  </a:lnTo>
                  <a:lnTo>
                    <a:pt x="1687002" y="1437896"/>
                  </a:lnTo>
                  <a:lnTo>
                    <a:pt x="1661289" y="1474054"/>
                  </a:lnTo>
                  <a:lnTo>
                    <a:pt x="1633910" y="1508893"/>
                  </a:lnTo>
                  <a:lnTo>
                    <a:pt x="1604923" y="1542356"/>
                  </a:lnTo>
                  <a:lnTo>
                    <a:pt x="1574386" y="1574385"/>
                  </a:lnTo>
                  <a:lnTo>
                    <a:pt x="1542357" y="1604921"/>
                  </a:lnTo>
                  <a:lnTo>
                    <a:pt x="1508893" y="1633907"/>
                  </a:lnTo>
                  <a:lnTo>
                    <a:pt x="1474053" y="1661285"/>
                  </a:lnTo>
                  <a:lnTo>
                    <a:pt x="1437895" y="1686997"/>
                  </a:lnTo>
                  <a:lnTo>
                    <a:pt x="1400476" y="1710985"/>
                  </a:lnTo>
                  <a:lnTo>
                    <a:pt x="1361855" y="1733191"/>
                  </a:lnTo>
                  <a:lnTo>
                    <a:pt x="1322089" y="1753558"/>
                  </a:lnTo>
                  <a:lnTo>
                    <a:pt x="1281237" y="1772026"/>
                  </a:lnTo>
                  <a:lnTo>
                    <a:pt x="1239356" y="1788538"/>
                  </a:lnTo>
                  <a:lnTo>
                    <a:pt x="1196504" y="1803037"/>
                  </a:lnTo>
                  <a:lnTo>
                    <a:pt x="1152739" y="1815465"/>
                  </a:lnTo>
                  <a:lnTo>
                    <a:pt x="1108120" y="1825762"/>
                  </a:lnTo>
                  <a:lnTo>
                    <a:pt x="1062704" y="1833872"/>
                  </a:lnTo>
                  <a:lnTo>
                    <a:pt x="1016549" y="1839737"/>
                  </a:lnTo>
                  <a:lnTo>
                    <a:pt x="969713" y="1843298"/>
                  </a:lnTo>
                  <a:lnTo>
                    <a:pt x="922254" y="1844498"/>
                  </a:lnTo>
                  <a:lnTo>
                    <a:pt x="874796" y="1843298"/>
                  </a:lnTo>
                  <a:lnTo>
                    <a:pt x="827961" y="1839737"/>
                  </a:lnTo>
                  <a:lnTo>
                    <a:pt x="781807" y="1833872"/>
                  </a:lnTo>
                  <a:lnTo>
                    <a:pt x="736391" y="1825762"/>
                  </a:lnTo>
                  <a:lnTo>
                    <a:pt x="691772" y="1815465"/>
                  </a:lnTo>
                  <a:lnTo>
                    <a:pt x="648008" y="1803037"/>
                  </a:lnTo>
                  <a:lnTo>
                    <a:pt x="605157" y="1788538"/>
                  </a:lnTo>
                  <a:lnTo>
                    <a:pt x="563276" y="1772026"/>
                  </a:lnTo>
                  <a:lnTo>
                    <a:pt x="522424" y="1753558"/>
                  </a:lnTo>
                  <a:lnTo>
                    <a:pt x="482658" y="1733191"/>
                  </a:lnTo>
                  <a:lnTo>
                    <a:pt x="444037" y="1710985"/>
                  </a:lnTo>
                  <a:lnTo>
                    <a:pt x="406618" y="1686997"/>
                  </a:lnTo>
                  <a:lnTo>
                    <a:pt x="370460" y="1661285"/>
                  </a:lnTo>
                  <a:lnTo>
                    <a:pt x="335619" y="1633907"/>
                  </a:lnTo>
                  <a:lnTo>
                    <a:pt x="302156" y="1604921"/>
                  </a:lnTo>
                  <a:lnTo>
                    <a:pt x="270126" y="1574385"/>
                  </a:lnTo>
                  <a:lnTo>
                    <a:pt x="239589" y="1542356"/>
                  </a:lnTo>
                  <a:lnTo>
                    <a:pt x="210601" y="1508893"/>
                  </a:lnTo>
                  <a:lnTo>
                    <a:pt x="183222" y="1474054"/>
                  </a:lnTo>
                  <a:lnTo>
                    <a:pt x="157509" y="1437896"/>
                  </a:lnTo>
                  <a:lnTo>
                    <a:pt x="133520" y="1400478"/>
                  </a:lnTo>
                  <a:lnTo>
                    <a:pt x="111313" y="1361857"/>
                  </a:lnTo>
                  <a:lnTo>
                    <a:pt x="90946" y="1322092"/>
                  </a:lnTo>
                  <a:lnTo>
                    <a:pt x="72477" y="1281239"/>
                  </a:lnTo>
                  <a:lnTo>
                    <a:pt x="55963" y="1239359"/>
                  </a:lnTo>
                  <a:lnTo>
                    <a:pt x="41463" y="1196507"/>
                  </a:lnTo>
                  <a:lnTo>
                    <a:pt x="29035" y="1152742"/>
                  </a:lnTo>
                  <a:lnTo>
                    <a:pt x="18737" y="1108123"/>
                  </a:lnTo>
                  <a:lnTo>
                    <a:pt x="10626" y="1062706"/>
                  </a:lnTo>
                  <a:lnTo>
                    <a:pt x="4761" y="1016551"/>
                  </a:lnTo>
                  <a:lnTo>
                    <a:pt x="1200" y="969714"/>
                  </a:lnTo>
                  <a:lnTo>
                    <a:pt x="0" y="922254"/>
                  </a:lnTo>
                  <a:lnTo>
                    <a:pt x="1200" y="874796"/>
                  </a:lnTo>
                  <a:lnTo>
                    <a:pt x="4761" y="827961"/>
                  </a:lnTo>
                  <a:lnTo>
                    <a:pt x="10626" y="781807"/>
                  </a:lnTo>
                  <a:lnTo>
                    <a:pt x="18737" y="736391"/>
                  </a:lnTo>
                  <a:lnTo>
                    <a:pt x="29035" y="691772"/>
                  </a:lnTo>
                  <a:lnTo>
                    <a:pt x="41463" y="648008"/>
                  </a:lnTo>
                  <a:lnTo>
                    <a:pt x="55963" y="605157"/>
                  </a:lnTo>
                  <a:lnTo>
                    <a:pt x="72477" y="563276"/>
                  </a:lnTo>
                  <a:lnTo>
                    <a:pt x="90946" y="522424"/>
                  </a:lnTo>
                  <a:lnTo>
                    <a:pt x="111313" y="482658"/>
                  </a:lnTo>
                  <a:lnTo>
                    <a:pt x="133520" y="444037"/>
                  </a:lnTo>
                  <a:lnTo>
                    <a:pt x="157509" y="406618"/>
                  </a:lnTo>
                  <a:lnTo>
                    <a:pt x="183222" y="370460"/>
                  </a:lnTo>
                  <a:lnTo>
                    <a:pt x="210601" y="335619"/>
                  </a:lnTo>
                  <a:lnTo>
                    <a:pt x="239589" y="302156"/>
                  </a:lnTo>
                  <a:lnTo>
                    <a:pt x="270126" y="270126"/>
                  </a:lnTo>
                  <a:lnTo>
                    <a:pt x="302156" y="239589"/>
                  </a:lnTo>
                  <a:lnTo>
                    <a:pt x="335619" y="210601"/>
                  </a:lnTo>
                  <a:lnTo>
                    <a:pt x="370460" y="183222"/>
                  </a:lnTo>
                  <a:lnTo>
                    <a:pt x="406618" y="157509"/>
                  </a:lnTo>
                  <a:lnTo>
                    <a:pt x="444037" y="133520"/>
                  </a:lnTo>
                  <a:lnTo>
                    <a:pt x="482658" y="111313"/>
                  </a:lnTo>
                  <a:lnTo>
                    <a:pt x="522424" y="90946"/>
                  </a:lnTo>
                  <a:lnTo>
                    <a:pt x="563276" y="72477"/>
                  </a:lnTo>
                  <a:lnTo>
                    <a:pt x="605157" y="55963"/>
                  </a:lnTo>
                  <a:lnTo>
                    <a:pt x="648008" y="41463"/>
                  </a:lnTo>
                  <a:lnTo>
                    <a:pt x="691772" y="29035"/>
                  </a:lnTo>
                  <a:lnTo>
                    <a:pt x="736391" y="18737"/>
                  </a:lnTo>
                  <a:lnTo>
                    <a:pt x="781807" y="10626"/>
                  </a:lnTo>
                  <a:lnTo>
                    <a:pt x="827961" y="4761"/>
                  </a:lnTo>
                  <a:lnTo>
                    <a:pt x="874796" y="1200"/>
                  </a:lnTo>
                  <a:lnTo>
                    <a:pt x="922254" y="0"/>
                  </a:lnTo>
                  <a:lnTo>
                    <a:pt x="969713" y="1200"/>
                  </a:lnTo>
                  <a:lnTo>
                    <a:pt x="1016549" y="4761"/>
                  </a:lnTo>
                  <a:lnTo>
                    <a:pt x="1062704" y="10626"/>
                  </a:lnTo>
                  <a:lnTo>
                    <a:pt x="1108120" y="18737"/>
                  </a:lnTo>
                  <a:lnTo>
                    <a:pt x="1152739" y="29035"/>
                  </a:lnTo>
                  <a:lnTo>
                    <a:pt x="1196504" y="41463"/>
                  </a:lnTo>
                  <a:lnTo>
                    <a:pt x="1239356" y="55963"/>
                  </a:lnTo>
                  <a:lnTo>
                    <a:pt x="1281237" y="72477"/>
                  </a:lnTo>
                  <a:lnTo>
                    <a:pt x="1322089" y="90946"/>
                  </a:lnTo>
                  <a:lnTo>
                    <a:pt x="1361855" y="111313"/>
                  </a:lnTo>
                  <a:lnTo>
                    <a:pt x="1400476" y="133520"/>
                  </a:lnTo>
                  <a:lnTo>
                    <a:pt x="1437895" y="157509"/>
                  </a:lnTo>
                  <a:lnTo>
                    <a:pt x="1474053" y="183222"/>
                  </a:lnTo>
                  <a:lnTo>
                    <a:pt x="1508893" y="210601"/>
                  </a:lnTo>
                  <a:lnTo>
                    <a:pt x="1542357" y="239589"/>
                  </a:lnTo>
                  <a:lnTo>
                    <a:pt x="1574386" y="270126"/>
                  </a:lnTo>
                  <a:lnTo>
                    <a:pt x="1604923" y="302156"/>
                  </a:lnTo>
                  <a:lnTo>
                    <a:pt x="1633910" y="335619"/>
                  </a:lnTo>
                  <a:lnTo>
                    <a:pt x="1661289" y="370460"/>
                  </a:lnTo>
                  <a:lnTo>
                    <a:pt x="1687002" y="406618"/>
                  </a:lnTo>
                  <a:lnTo>
                    <a:pt x="1710991" y="444037"/>
                  </a:lnTo>
                  <a:lnTo>
                    <a:pt x="1733197" y="482658"/>
                  </a:lnTo>
                  <a:lnTo>
                    <a:pt x="1753564" y="522424"/>
                  </a:lnTo>
                  <a:lnTo>
                    <a:pt x="1772033" y="563276"/>
                  </a:lnTo>
                  <a:lnTo>
                    <a:pt x="1788546" y="605157"/>
                  </a:lnTo>
                  <a:lnTo>
                    <a:pt x="1803046" y="648008"/>
                  </a:lnTo>
                  <a:lnTo>
                    <a:pt x="1815474" y="691772"/>
                  </a:lnTo>
                  <a:lnTo>
                    <a:pt x="1825772" y="736391"/>
                  </a:lnTo>
                  <a:lnTo>
                    <a:pt x="1833882" y="781807"/>
                  </a:lnTo>
                  <a:lnTo>
                    <a:pt x="1839747" y="827961"/>
                  </a:lnTo>
                  <a:lnTo>
                    <a:pt x="1843309" y="874796"/>
                  </a:lnTo>
                  <a:lnTo>
                    <a:pt x="1844509" y="922254"/>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8D35A893-1272-2847-BB96-FEBDA3ED7157}"/>
                </a:ext>
              </a:extLst>
            </p:cNvPr>
            <p:cNvSpPr/>
            <p:nvPr/>
          </p:nvSpPr>
          <p:spPr>
            <a:xfrm>
              <a:off x="3417398" y="7773139"/>
              <a:ext cx="1844675" cy="1844675"/>
            </a:xfrm>
            <a:custGeom>
              <a:avLst/>
              <a:gdLst/>
              <a:ahLst/>
              <a:cxnLst/>
              <a:rect l="l" t="t" r="r" b="b"/>
              <a:pathLst>
                <a:path w="1844675" h="1844675">
                  <a:moveTo>
                    <a:pt x="1844509" y="922244"/>
                  </a:moveTo>
                  <a:lnTo>
                    <a:pt x="1843309" y="969703"/>
                  </a:lnTo>
                  <a:lnTo>
                    <a:pt x="1839747" y="1016539"/>
                  </a:lnTo>
                  <a:lnTo>
                    <a:pt x="1833882" y="1062694"/>
                  </a:lnTo>
                  <a:lnTo>
                    <a:pt x="1825772" y="1108110"/>
                  </a:lnTo>
                  <a:lnTo>
                    <a:pt x="1815474" y="1152729"/>
                  </a:lnTo>
                  <a:lnTo>
                    <a:pt x="1803046" y="1196493"/>
                  </a:lnTo>
                  <a:lnTo>
                    <a:pt x="1788546" y="1239345"/>
                  </a:lnTo>
                  <a:lnTo>
                    <a:pt x="1772033" y="1281226"/>
                  </a:lnTo>
                  <a:lnTo>
                    <a:pt x="1753564" y="1322079"/>
                  </a:lnTo>
                  <a:lnTo>
                    <a:pt x="1733197" y="1361844"/>
                  </a:lnTo>
                  <a:lnTo>
                    <a:pt x="1710991" y="1400466"/>
                  </a:lnTo>
                  <a:lnTo>
                    <a:pt x="1687002" y="1437884"/>
                  </a:lnTo>
                  <a:lnTo>
                    <a:pt x="1661289" y="1474043"/>
                  </a:lnTo>
                  <a:lnTo>
                    <a:pt x="1633910" y="1508883"/>
                  </a:lnTo>
                  <a:lnTo>
                    <a:pt x="1604923" y="1542346"/>
                  </a:lnTo>
                  <a:lnTo>
                    <a:pt x="1574386" y="1574376"/>
                  </a:lnTo>
                  <a:lnTo>
                    <a:pt x="1542357" y="1604913"/>
                  </a:lnTo>
                  <a:lnTo>
                    <a:pt x="1508893" y="1633900"/>
                  </a:lnTo>
                  <a:lnTo>
                    <a:pt x="1474053" y="1661279"/>
                  </a:lnTo>
                  <a:lnTo>
                    <a:pt x="1437895" y="1686991"/>
                  </a:lnTo>
                  <a:lnTo>
                    <a:pt x="1400476" y="1710980"/>
                  </a:lnTo>
                  <a:lnTo>
                    <a:pt x="1361855" y="1733187"/>
                  </a:lnTo>
                  <a:lnTo>
                    <a:pt x="1322089" y="1753554"/>
                  </a:lnTo>
                  <a:lnTo>
                    <a:pt x="1281237" y="1772023"/>
                  </a:lnTo>
                  <a:lnTo>
                    <a:pt x="1239356" y="1788536"/>
                  </a:lnTo>
                  <a:lnTo>
                    <a:pt x="1196504" y="1803035"/>
                  </a:lnTo>
                  <a:lnTo>
                    <a:pt x="1152739" y="1815463"/>
                  </a:lnTo>
                  <a:lnTo>
                    <a:pt x="1108120" y="1825761"/>
                  </a:lnTo>
                  <a:lnTo>
                    <a:pt x="1062704" y="1833872"/>
                  </a:lnTo>
                  <a:lnTo>
                    <a:pt x="1016549" y="1839737"/>
                  </a:lnTo>
                  <a:lnTo>
                    <a:pt x="969713" y="1843298"/>
                  </a:lnTo>
                  <a:lnTo>
                    <a:pt x="922254" y="1844498"/>
                  </a:lnTo>
                  <a:lnTo>
                    <a:pt x="874796" y="1843298"/>
                  </a:lnTo>
                  <a:lnTo>
                    <a:pt x="827961" y="1839737"/>
                  </a:lnTo>
                  <a:lnTo>
                    <a:pt x="781807" y="1833872"/>
                  </a:lnTo>
                  <a:lnTo>
                    <a:pt x="736391" y="1825761"/>
                  </a:lnTo>
                  <a:lnTo>
                    <a:pt x="691772" y="1815463"/>
                  </a:lnTo>
                  <a:lnTo>
                    <a:pt x="648008" y="1803035"/>
                  </a:lnTo>
                  <a:lnTo>
                    <a:pt x="605157" y="1788536"/>
                  </a:lnTo>
                  <a:lnTo>
                    <a:pt x="563276" y="1772023"/>
                  </a:lnTo>
                  <a:lnTo>
                    <a:pt x="522424" y="1753554"/>
                  </a:lnTo>
                  <a:lnTo>
                    <a:pt x="482658" y="1733187"/>
                  </a:lnTo>
                  <a:lnTo>
                    <a:pt x="444037" y="1710980"/>
                  </a:lnTo>
                  <a:lnTo>
                    <a:pt x="406618" y="1686991"/>
                  </a:lnTo>
                  <a:lnTo>
                    <a:pt x="370460" y="1661279"/>
                  </a:lnTo>
                  <a:lnTo>
                    <a:pt x="335619" y="1633900"/>
                  </a:lnTo>
                  <a:lnTo>
                    <a:pt x="302156" y="1604913"/>
                  </a:lnTo>
                  <a:lnTo>
                    <a:pt x="270126" y="1574376"/>
                  </a:lnTo>
                  <a:lnTo>
                    <a:pt x="239589" y="1542346"/>
                  </a:lnTo>
                  <a:lnTo>
                    <a:pt x="210601" y="1508883"/>
                  </a:lnTo>
                  <a:lnTo>
                    <a:pt x="183222" y="1474043"/>
                  </a:lnTo>
                  <a:lnTo>
                    <a:pt x="157509" y="1437884"/>
                  </a:lnTo>
                  <a:lnTo>
                    <a:pt x="133520" y="1400466"/>
                  </a:lnTo>
                  <a:lnTo>
                    <a:pt x="111313" y="1361844"/>
                  </a:lnTo>
                  <a:lnTo>
                    <a:pt x="90946" y="1322079"/>
                  </a:lnTo>
                  <a:lnTo>
                    <a:pt x="72477" y="1281226"/>
                  </a:lnTo>
                  <a:lnTo>
                    <a:pt x="55963" y="1239345"/>
                  </a:lnTo>
                  <a:lnTo>
                    <a:pt x="41463" y="1196493"/>
                  </a:lnTo>
                  <a:lnTo>
                    <a:pt x="29035" y="1152729"/>
                  </a:lnTo>
                  <a:lnTo>
                    <a:pt x="18737" y="1108110"/>
                  </a:lnTo>
                  <a:lnTo>
                    <a:pt x="10626" y="1062694"/>
                  </a:lnTo>
                  <a:lnTo>
                    <a:pt x="4761" y="1016539"/>
                  </a:lnTo>
                  <a:lnTo>
                    <a:pt x="1200" y="969703"/>
                  </a:lnTo>
                  <a:lnTo>
                    <a:pt x="0" y="922244"/>
                  </a:lnTo>
                  <a:lnTo>
                    <a:pt x="1200" y="874785"/>
                  </a:lnTo>
                  <a:lnTo>
                    <a:pt x="4761" y="827949"/>
                  </a:lnTo>
                  <a:lnTo>
                    <a:pt x="10626" y="781794"/>
                  </a:lnTo>
                  <a:lnTo>
                    <a:pt x="18737" y="736378"/>
                  </a:lnTo>
                  <a:lnTo>
                    <a:pt x="29035" y="691759"/>
                  </a:lnTo>
                  <a:lnTo>
                    <a:pt x="41463" y="647995"/>
                  </a:lnTo>
                  <a:lnTo>
                    <a:pt x="55963" y="605143"/>
                  </a:lnTo>
                  <a:lnTo>
                    <a:pt x="72477" y="563263"/>
                  </a:lnTo>
                  <a:lnTo>
                    <a:pt x="90946" y="522411"/>
                  </a:lnTo>
                  <a:lnTo>
                    <a:pt x="111313" y="482645"/>
                  </a:lnTo>
                  <a:lnTo>
                    <a:pt x="133520" y="444025"/>
                  </a:lnTo>
                  <a:lnTo>
                    <a:pt x="157509" y="406606"/>
                  </a:lnTo>
                  <a:lnTo>
                    <a:pt x="183222" y="370448"/>
                  </a:lnTo>
                  <a:lnTo>
                    <a:pt x="210601" y="335609"/>
                  </a:lnTo>
                  <a:lnTo>
                    <a:pt x="239589" y="302146"/>
                  </a:lnTo>
                  <a:lnTo>
                    <a:pt x="270126" y="270117"/>
                  </a:lnTo>
                  <a:lnTo>
                    <a:pt x="302156" y="239580"/>
                  </a:lnTo>
                  <a:lnTo>
                    <a:pt x="335619" y="210594"/>
                  </a:lnTo>
                  <a:lnTo>
                    <a:pt x="370460" y="183215"/>
                  </a:lnTo>
                  <a:lnTo>
                    <a:pt x="406618" y="157503"/>
                  </a:lnTo>
                  <a:lnTo>
                    <a:pt x="444037" y="133515"/>
                  </a:lnTo>
                  <a:lnTo>
                    <a:pt x="482658" y="111309"/>
                  </a:lnTo>
                  <a:lnTo>
                    <a:pt x="522424" y="90942"/>
                  </a:lnTo>
                  <a:lnTo>
                    <a:pt x="563276" y="72473"/>
                  </a:lnTo>
                  <a:lnTo>
                    <a:pt x="605157" y="55961"/>
                  </a:lnTo>
                  <a:lnTo>
                    <a:pt x="648008" y="41461"/>
                  </a:lnTo>
                  <a:lnTo>
                    <a:pt x="691772" y="29034"/>
                  </a:lnTo>
                  <a:lnTo>
                    <a:pt x="736391" y="18736"/>
                  </a:lnTo>
                  <a:lnTo>
                    <a:pt x="781807" y="10626"/>
                  </a:lnTo>
                  <a:lnTo>
                    <a:pt x="827961" y="4761"/>
                  </a:lnTo>
                  <a:lnTo>
                    <a:pt x="874796" y="1200"/>
                  </a:lnTo>
                  <a:lnTo>
                    <a:pt x="922254" y="0"/>
                  </a:lnTo>
                  <a:lnTo>
                    <a:pt x="969713" y="1200"/>
                  </a:lnTo>
                  <a:lnTo>
                    <a:pt x="1016549" y="4761"/>
                  </a:lnTo>
                  <a:lnTo>
                    <a:pt x="1062704" y="10626"/>
                  </a:lnTo>
                  <a:lnTo>
                    <a:pt x="1108120" y="18736"/>
                  </a:lnTo>
                  <a:lnTo>
                    <a:pt x="1152739" y="29034"/>
                  </a:lnTo>
                  <a:lnTo>
                    <a:pt x="1196504" y="41461"/>
                  </a:lnTo>
                  <a:lnTo>
                    <a:pt x="1239356" y="55961"/>
                  </a:lnTo>
                  <a:lnTo>
                    <a:pt x="1281237" y="72473"/>
                  </a:lnTo>
                  <a:lnTo>
                    <a:pt x="1322089" y="90942"/>
                  </a:lnTo>
                  <a:lnTo>
                    <a:pt x="1361855" y="111309"/>
                  </a:lnTo>
                  <a:lnTo>
                    <a:pt x="1400476" y="133515"/>
                  </a:lnTo>
                  <a:lnTo>
                    <a:pt x="1437895" y="157503"/>
                  </a:lnTo>
                  <a:lnTo>
                    <a:pt x="1474053" y="183215"/>
                  </a:lnTo>
                  <a:lnTo>
                    <a:pt x="1508893" y="210594"/>
                  </a:lnTo>
                  <a:lnTo>
                    <a:pt x="1542357" y="239580"/>
                  </a:lnTo>
                  <a:lnTo>
                    <a:pt x="1574386" y="270117"/>
                  </a:lnTo>
                  <a:lnTo>
                    <a:pt x="1604923" y="302146"/>
                  </a:lnTo>
                  <a:lnTo>
                    <a:pt x="1633910" y="335609"/>
                  </a:lnTo>
                  <a:lnTo>
                    <a:pt x="1661289" y="370448"/>
                  </a:lnTo>
                  <a:lnTo>
                    <a:pt x="1687002" y="406606"/>
                  </a:lnTo>
                  <a:lnTo>
                    <a:pt x="1710991" y="444025"/>
                  </a:lnTo>
                  <a:lnTo>
                    <a:pt x="1733197" y="482645"/>
                  </a:lnTo>
                  <a:lnTo>
                    <a:pt x="1753564" y="522411"/>
                  </a:lnTo>
                  <a:lnTo>
                    <a:pt x="1772033" y="563263"/>
                  </a:lnTo>
                  <a:lnTo>
                    <a:pt x="1788546" y="605143"/>
                  </a:lnTo>
                  <a:lnTo>
                    <a:pt x="1803046" y="647995"/>
                  </a:lnTo>
                  <a:lnTo>
                    <a:pt x="1815474" y="691759"/>
                  </a:lnTo>
                  <a:lnTo>
                    <a:pt x="1825772" y="736378"/>
                  </a:lnTo>
                  <a:lnTo>
                    <a:pt x="1833882" y="781794"/>
                  </a:lnTo>
                  <a:lnTo>
                    <a:pt x="1839747" y="827949"/>
                  </a:lnTo>
                  <a:lnTo>
                    <a:pt x="1843309" y="874785"/>
                  </a:lnTo>
                  <a:lnTo>
                    <a:pt x="1844509" y="922244"/>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F98116F3-714C-4E0B-8749-7D61C573F3A7}"/>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210654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4">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4E2F5BF-827F-734E-92F4-2CB2A6B71296}"/>
              </a:ext>
            </a:extLst>
          </p:cNvPr>
          <p:cNvGrpSpPr/>
          <p:nvPr userDrawn="1"/>
        </p:nvGrpSpPr>
        <p:grpSpPr>
          <a:xfrm>
            <a:off x="0" y="1346453"/>
            <a:ext cx="5073653" cy="4630854"/>
            <a:chOff x="0" y="2220399"/>
            <a:chExt cx="8366243" cy="7636621"/>
          </a:xfrm>
        </p:grpSpPr>
        <p:sp>
          <p:nvSpPr>
            <p:cNvPr id="18" name="object 2">
              <a:extLst>
                <a:ext uri="{FF2B5EF4-FFF2-40B4-BE49-F238E27FC236}">
                  <a16:creationId xmlns:a16="http://schemas.microsoft.com/office/drawing/2014/main" id="{CD23A383-BD52-8545-B8B7-31D98C07401D}"/>
                </a:ext>
              </a:extLst>
            </p:cNvPr>
            <p:cNvSpPr/>
            <p:nvPr/>
          </p:nvSpPr>
          <p:spPr>
            <a:xfrm>
              <a:off x="3816943" y="2637150"/>
              <a:ext cx="1892935" cy="1892935"/>
            </a:xfrm>
            <a:custGeom>
              <a:avLst/>
              <a:gdLst/>
              <a:ahLst/>
              <a:cxnLst/>
              <a:rect l="l" t="t" r="r" b="b"/>
              <a:pathLst>
                <a:path w="1892935" h="1892935">
                  <a:moveTo>
                    <a:pt x="1892633" y="946306"/>
                  </a:moveTo>
                  <a:lnTo>
                    <a:pt x="1891402" y="995003"/>
                  </a:lnTo>
                  <a:lnTo>
                    <a:pt x="1887747" y="1043061"/>
                  </a:lnTo>
                  <a:lnTo>
                    <a:pt x="1881729" y="1090420"/>
                  </a:lnTo>
                  <a:lnTo>
                    <a:pt x="1873407" y="1137021"/>
                  </a:lnTo>
                  <a:lnTo>
                    <a:pt x="1862840" y="1182804"/>
                  </a:lnTo>
                  <a:lnTo>
                    <a:pt x="1850088" y="1227710"/>
                  </a:lnTo>
                  <a:lnTo>
                    <a:pt x="1835210" y="1271680"/>
                  </a:lnTo>
                  <a:lnTo>
                    <a:pt x="1818266" y="1314654"/>
                  </a:lnTo>
                  <a:lnTo>
                    <a:pt x="1799315" y="1356572"/>
                  </a:lnTo>
                  <a:lnTo>
                    <a:pt x="1778417" y="1397375"/>
                  </a:lnTo>
                  <a:lnTo>
                    <a:pt x="1755630" y="1437004"/>
                  </a:lnTo>
                  <a:lnTo>
                    <a:pt x="1731016" y="1475399"/>
                  </a:lnTo>
                  <a:lnTo>
                    <a:pt x="1704632" y="1512501"/>
                  </a:lnTo>
                  <a:lnTo>
                    <a:pt x="1676538" y="1548250"/>
                  </a:lnTo>
                  <a:lnTo>
                    <a:pt x="1646795" y="1582587"/>
                  </a:lnTo>
                  <a:lnTo>
                    <a:pt x="1615461" y="1615452"/>
                  </a:lnTo>
                  <a:lnTo>
                    <a:pt x="1582595" y="1646786"/>
                  </a:lnTo>
                  <a:lnTo>
                    <a:pt x="1548258" y="1676529"/>
                  </a:lnTo>
                  <a:lnTo>
                    <a:pt x="1512509" y="1704622"/>
                  </a:lnTo>
                  <a:lnTo>
                    <a:pt x="1475407" y="1731006"/>
                  </a:lnTo>
                  <a:lnTo>
                    <a:pt x="1437012" y="1755620"/>
                  </a:lnTo>
                  <a:lnTo>
                    <a:pt x="1397382" y="1778407"/>
                  </a:lnTo>
                  <a:lnTo>
                    <a:pt x="1356578" y="1799305"/>
                  </a:lnTo>
                  <a:lnTo>
                    <a:pt x="1314660" y="1818256"/>
                  </a:lnTo>
                  <a:lnTo>
                    <a:pt x="1271685" y="1835200"/>
                  </a:lnTo>
                  <a:lnTo>
                    <a:pt x="1227715" y="1850078"/>
                  </a:lnTo>
                  <a:lnTo>
                    <a:pt x="1182808" y="1862830"/>
                  </a:lnTo>
                  <a:lnTo>
                    <a:pt x="1137024" y="1873397"/>
                  </a:lnTo>
                  <a:lnTo>
                    <a:pt x="1090422" y="1881719"/>
                  </a:lnTo>
                  <a:lnTo>
                    <a:pt x="1043063" y="1887737"/>
                  </a:lnTo>
                  <a:lnTo>
                    <a:pt x="995004" y="1891391"/>
                  </a:lnTo>
                  <a:lnTo>
                    <a:pt x="946306" y="1892623"/>
                  </a:lnTo>
                  <a:lnTo>
                    <a:pt x="897610" y="1891391"/>
                  </a:lnTo>
                  <a:lnTo>
                    <a:pt x="849553" y="1887737"/>
                  </a:lnTo>
                  <a:lnTo>
                    <a:pt x="802194" y="1881719"/>
                  </a:lnTo>
                  <a:lnTo>
                    <a:pt x="755594" y="1873397"/>
                  </a:lnTo>
                  <a:lnTo>
                    <a:pt x="709812" y="1862830"/>
                  </a:lnTo>
                  <a:lnTo>
                    <a:pt x="664906" y="1850078"/>
                  </a:lnTo>
                  <a:lnTo>
                    <a:pt x="620937" y="1835200"/>
                  </a:lnTo>
                  <a:lnTo>
                    <a:pt x="577964" y="1818256"/>
                  </a:lnTo>
                  <a:lnTo>
                    <a:pt x="536046" y="1799305"/>
                  </a:lnTo>
                  <a:lnTo>
                    <a:pt x="495243" y="1778407"/>
                  </a:lnTo>
                  <a:lnTo>
                    <a:pt x="455615" y="1755620"/>
                  </a:lnTo>
                  <a:lnTo>
                    <a:pt x="417220" y="1731006"/>
                  </a:lnTo>
                  <a:lnTo>
                    <a:pt x="380119" y="1704622"/>
                  </a:lnTo>
                  <a:lnTo>
                    <a:pt x="344370" y="1676529"/>
                  </a:lnTo>
                  <a:lnTo>
                    <a:pt x="310034" y="1646786"/>
                  </a:lnTo>
                  <a:lnTo>
                    <a:pt x="277169" y="1615452"/>
                  </a:lnTo>
                  <a:lnTo>
                    <a:pt x="245835" y="1582587"/>
                  </a:lnTo>
                  <a:lnTo>
                    <a:pt x="216092" y="1548250"/>
                  </a:lnTo>
                  <a:lnTo>
                    <a:pt x="187999" y="1512501"/>
                  </a:lnTo>
                  <a:lnTo>
                    <a:pt x="161616" y="1475399"/>
                  </a:lnTo>
                  <a:lnTo>
                    <a:pt x="137001" y="1437004"/>
                  </a:lnTo>
                  <a:lnTo>
                    <a:pt x="114215" y="1397375"/>
                  </a:lnTo>
                  <a:lnTo>
                    <a:pt x="93317" y="1356572"/>
                  </a:lnTo>
                  <a:lnTo>
                    <a:pt x="74366" y="1314654"/>
                  </a:lnTo>
                  <a:lnTo>
                    <a:pt x="57422" y="1271680"/>
                  </a:lnTo>
                  <a:lnTo>
                    <a:pt x="42544" y="1227710"/>
                  </a:lnTo>
                  <a:lnTo>
                    <a:pt x="29792" y="1182804"/>
                  </a:lnTo>
                  <a:lnTo>
                    <a:pt x="19225" y="1137021"/>
                  </a:lnTo>
                  <a:lnTo>
                    <a:pt x="10903" y="1090420"/>
                  </a:lnTo>
                  <a:lnTo>
                    <a:pt x="4885" y="1043061"/>
                  </a:lnTo>
                  <a:lnTo>
                    <a:pt x="1231" y="995003"/>
                  </a:lnTo>
                  <a:lnTo>
                    <a:pt x="0" y="946306"/>
                  </a:lnTo>
                  <a:lnTo>
                    <a:pt x="1231" y="897609"/>
                  </a:lnTo>
                  <a:lnTo>
                    <a:pt x="4885" y="849551"/>
                  </a:lnTo>
                  <a:lnTo>
                    <a:pt x="10903" y="802192"/>
                  </a:lnTo>
                  <a:lnTo>
                    <a:pt x="19225" y="755591"/>
                  </a:lnTo>
                  <a:lnTo>
                    <a:pt x="29792" y="709808"/>
                  </a:lnTo>
                  <a:lnTo>
                    <a:pt x="42544" y="664902"/>
                  </a:lnTo>
                  <a:lnTo>
                    <a:pt x="57422" y="620933"/>
                  </a:lnTo>
                  <a:lnTo>
                    <a:pt x="74366" y="577959"/>
                  </a:lnTo>
                  <a:lnTo>
                    <a:pt x="93317" y="536042"/>
                  </a:lnTo>
                  <a:lnTo>
                    <a:pt x="114215" y="495239"/>
                  </a:lnTo>
                  <a:lnTo>
                    <a:pt x="137001" y="455610"/>
                  </a:lnTo>
                  <a:lnTo>
                    <a:pt x="161616" y="417216"/>
                  </a:lnTo>
                  <a:lnTo>
                    <a:pt x="187999" y="380114"/>
                  </a:lnTo>
                  <a:lnTo>
                    <a:pt x="216092" y="344366"/>
                  </a:lnTo>
                  <a:lnTo>
                    <a:pt x="245835" y="310030"/>
                  </a:lnTo>
                  <a:lnTo>
                    <a:pt x="277169" y="277165"/>
                  </a:lnTo>
                  <a:lnTo>
                    <a:pt x="310034" y="245832"/>
                  </a:lnTo>
                  <a:lnTo>
                    <a:pt x="344370" y="216089"/>
                  </a:lnTo>
                  <a:lnTo>
                    <a:pt x="380119" y="187996"/>
                  </a:lnTo>
                  <a:lnTo>
                    <a:pt x="417220" y="161613"/>
                  </a:lnTo>
                  <a:lnTo>
                    <a:pt x="455615" y="136999"/>
                  </a:lnTo>
                  <a:lnTo>
                    <a:pt x="495243" y="114213"/>
                  </a:lnTo>
                  <a:lnTo>
                    <a:pt x="536046" y="93315"/>
                  </a:lnTo>
                  <a:lnTo>
                    <a:pt x="577964" y="74365"/>
                  </a:lnTo>
                  <a:lnTo>
                    <a:pt x="620937" y="57421"/>
                  </a:lnTo>
                  <a:lnTo>
                    <a:pt x="664906" y="42543"/>
                  </a:lnTo>
                  <a:lnTo>
                    <a:pt x="709812" y="29792"/>
                  </a:lnTo>
                  <a:lnTo>
                    <a:pt x="755594" y="19225"/>
                  </a:lnTo>
                  <a:lnTo>
                    <a:pt x="802194" y="10903"/>
                  </a:lnTo>
                  <a:lnTo>
                    <a:pt x="849553" y="4885"/>
                  </a:lnTo>
                  <a:lnTo>
                    <a:pt x="897610" y="1231"/>
                  </a:lnTo>
                  <a:lnTo>
                    <a:pt x="946306" y="0"/>
                  </a:lnTo>
                  <a:lnTo>
                    <a:pt x="995004" y="1231"/>
                  </a:lnTo>
                  <a:lnTo>
                    <a:pt x="1043063" y="4885"/>
                  </a:lnTo>
                  <a:lnTo>
                    <a:pt x="1090422" y="10903"/>
                  </a:lnTo>
                  <a:lnTo>
                    <a:pt x="1137024" y="19225"/>
                  </a:lnTo>
                  <a:lnTo>
                    <a:pt x="1182808" y="29792"/>
                  </a:lnTo>
                  <a:lnTo>
                    <a:pt x="1227715" y="42543"/>
                  </a:lnTo>
                  <a:lnTo>
                    <a:pt x="1271685" y="57421"/>
                  </a:lnTo>
                  <a:lnTo>
                    <a:pt x="1314660" y="74365"/>
                  </a:lnTo>
                  <a:lnTo>
                    <a:pt x="1356578" y="93315"/>
                  </a:lnTo>
                  <a:lnTo>
                    <a:pt x="1397382" y="114213"/>
                  </a:lnTo>
                  <a:lnTo>
                    <a:pt x="1437012" y="136999"/>
                  </a:lnTo>
                  <a:lnTo>
                    <a:pt x="1475407" y="161613"/>
                  </a:lnTo>
                  <a:lnTo>
                    <a:pt x="1512509" y="187996"/>
                  </a:lnTo>
                  <a:lnTo>
                    <a:pt x="1548258" y="216089"/>
                  </a:lnTo>
                  <a:lnTo>
                    <a:pt x="1582595" y="245832"/>
                  </a:lnTo>
                  <a:lnTo>
                    <a:pt x="1615461" y="277165"/>
                  </a:lnTo>
                  <a:lnTo>
                    <a:pt x="1646795" y="310030"/>
                  </a:lnTo>
                  <a:lnTo>
                    <a:pt x="1676538" y="344366"/>
                  </a:lnTo>
                  <a:lnTo>
                    <a:pt x="1704632" y="380114"/>
                  </a:lnTo>
                  <a:lnTo>
                    <a:pt x="1731016" y="417216"/>
                  </a:lnTo>
                  <a:lnTo>
                    <a:pt x="1755630" y="455610"/>
                  </a:lnTo>
                  <a:lnTo>
                    <a:pt x="1778417" y="495239"/>
                  </a:lnTo>
                  <a:lnTo>
                    <a:pt x="1799315" y="536042"/>
                  </a:lnTo>
                  <a:lnTo>
                    <a:pt x="1818266" y="577959"/>
                  </a:lnTo>
                  <a:lnTo>
                    <a:pt x="1835210" y="620933"/>
                  </a:lnTo>
                  <a:lnTo>
                    <a:pt x="1850088" y="664902"/>
                  </a:lnTo>
                  <a:lnTo>
                    <a:pt x="1862840" y="709808"/>
                  </a:lnTo>
                  <a:lnTo>
                    <a:pt x="1873407" y="755591"/>
                  </a:lnTo>
                  <a:lnTo>
                    <a:pt x="1881729" y="802192"/>
                  </a:lnTo>
                  <a:lnTo>
                    <a:pt x="1887747" y="849551"/>
                  </a:lnTo>
                  <a:lnTo>
                    <a:pt x="1891402" y="897609"/>
                  </a:lnTo>
                  <a:lnTo>
                    <a:pt x="1892633" y="946306"/>
                  </a:lnTo>
                  <a:close/>
                </a:path>
              </a:pathLst>
            </a:custGeom>
            <a:ln w="21339"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621C50CC-AC8D-EA4D-B3EC-1D43F5C52B73}"/>
                </a:ext>
              </a:extLst>
            </p:cNvPr>
            <p:cNvSpPr/>
            <p:nvPr/>
          </p:nvSpPr>
          <p:spPr>
            <a:xfrm>
              <a:off x="3382632" y="4791157"/>
              <a:ext cx="2415540" cy="2127885"/>
            </a:xfrm>
            <a:custGeom>
              <a:avLst/>
              <a:gdLst/>
              <a:ahLst/>
              <a:cxnLst/>
              <a:rect l="l" t="t" r="r" b="b"/>
              <a:pathLst>
                <a:path w="2415540" h="2127884">
                  <a:moveTo>
                    <a:pt x="0" y="2127809"/>
                  </a:moveTo>
                  <a:lnTo>
                    <a:pt x="2415371" y="0"/>
                  </a:lnTo>
                  <a:lnTo>
                    <a:pt x="2411507" y="2127809"/>
                  </a:lnTo>
                  <a:lnTo>
                    <a:pt x="0" y="2127809"/>
                  </a:lnTo>
                  <a:close/>
                </a:path>
              </a:pathLst>
            </a:custGeom>
            <a:ln w="21339">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47A6EE40-6E91-B540-9533-BA88F21FF0B1}"/>
                </a:ext>
              </a:extLst>
            </p:cNvPr>
            <p:cNvSpPr/>
            <p:nvPr/>
          </p:nvSpPr>
          <p:spPr>
            <a:xfrm>
              <a:off x="6531729" y="2221780"/>
              <a:ext cx="1834514" cy="7635240"/>
            </a:xfrm>
            <a:custGeom>
              <a:avLst/>
              <a:gdLst/>
              <a:ahLst/>
              <a:cxnLst/>
              <a:rect l="l" t="t" r="r" b="b"/>
              <a:pathLst>
                <a:path w="1834515" h="7635240">
                  <a:moveTo>
                    <a:pt x="1834321" y="7635191"/>
                  </a:moveTo>
                  <a:lnTo>
                    <a:pt x="0" y="7635191"/>
                  </a:lnTo>
                  <a:lnTo>
                    <a:pt x="0" y="1540811"/>
                  </a:lnTo>
                  <a:lnTo>
                    <a:pt x="1834321" y="0"/>
                  </a:lnTo>
                  <a:lnTo>
                    <a:pt x="1834321" y="7635191"/>
                  </a:lnTo>
                  <a:close/>
                </a:path>
              </a:pathLst>
            </a:custGeom>
            <a:ln w="21339">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FD7F0289-35AA-DB44-801C-BE928F383FB0}"/>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F9F482CD-DB38-914B-B2C3-B16906139AE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4676BD1A-B923-496B-9611-CF098F9D2FBA}"/>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865435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4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52C5AA1-9D4E-C849-9F6D-CF7AB7BF49A0}"/>
              </a:ext>
            </a:extLst>
          </p:cNvPr>
          <p:cNvGrpSpPr/>
          <p:nvPr userDrawn="1"/>
        </p:nvGrpSpPr>
        <p:grpSpPr>
          <a:xfrm>
            <a:off x="0" y="1346453"/>
            <a:ext cx="5073653" cy="4630854"/>
            <a:chOff x="0" y="2220399"/>
            <a:chExt cx="8366243" cy="7636621"/>
          </a:xfrm>
        </p:grpSpPr>
        <p:sp>
          <p:nvSpPr>
            <p:cNvPr id="11" name="object 2">
              <a:extLst>
                <a:ext uri="{FF2B5EF4-FFF2-40B4-BE49-F238E27FC236}">
                  <a16:creationId xmlns:a16="http://schemas.microsoft.com/office/drawing/2014/main" id="{63717706-5AEA-054B-8EAB-54857BE08CC0}"/>
                </a:ext>
              </a:extLst>
            </p:cNvPr>
            <p:cNvSpPr/>
            <p:nvPr/>
          </p:nvSpPr>
          <p:spPr>
            <a:xfrm>
              <a:off x="3816943" y="2637150"/>
              <a:ext cx="1892935" cy="1892935"/>
            </a:xfrm>
            <a:custGeom>
              <a:avLst/>
              <a:gdLst/>
              <a:ahLst/>
              <a:cxnLst/>
              <a:rect l="l" t="t" r="r" b="b"/>
              <a:pathLst>
                <a:path w="1892935" h="1892935">
                  <a:moveTo>
                    <a:pt x="1892633" y="946306"/>
                  </a:moveTo>
                  <a:lnTo>
                    <a:pt x="1891402" y="995003"/>
                  </a:lnTo>
                  <a:lnTo>
                    <a:pt x="1887747" y="1043061"/>
                  </a:lnTo>
                  <a:lnTo>
                    <a:pt x="1881729" y="1090420"/>
                  </a:lnTo>
                  <a:lnTo>
                    <a:pt x="1873407" y="1137021"/>
                  </a:lnTo>
                  <a:lnTo>
                    <a:pt x="1862840" y="1182804"/>
                  </a:lnTo>
                  <a:lnTo>
                    <a:pt x="1850088" y="1227710"/>
                  </a:lnTo>
                  <a:lnTo>
                    <a:pt x="1835210" y="1271680"/>
                  </a:lnTo>
                  <a:lnTo>
                    <a:pt x="1818266" y="1314654"/>
                  </a:lnTo>
                  <a:lnTo>
                    <a:pt x="1799315" y="1356572"/>
                  </a:lnTo>
                  <a:lnTo>
                    <a:pt x="1778417" y="1397375"/>
                  </a:lnTo>
                  <a:lnTo>
                    <a:pt x="1755630" y="1437004"/>
                  </a:lnTo>
                  <a:lnTo>
                    <a:pt x="1731016" y="1475399"/>
                  </a:lnTo>
                  <a:lnTo>
                    <a:pt x="1704632" y="1512501"/>
                  </a:lnTo>
                  <a:lnTo>
                    <a:pt x="1676538" y="1548250"/>
                  </a:lnTo>
                  <a:lnTo>
                    <a:pt x="1646795" y="1582587"/>
                  </a:lnTo>
                  <a:lnTo>
                    <a:pt x="1615461" y="1615452"/>
                  </a:lnTo>
                  <a:lnTo>
                    <a:pt x="1582595" y="1646786"/>
                  </a:lnTo>
                  <a:lnTo>
                    <a:pt x="1548258" y="1676529"/>
                  </a:lnTo>
                  <a:lnTo>
                    <a:pt x="1512509" y="1704622"/>
                  </a:lnTo>
                  <a:lnTo>
                    <a:pt x="1475407" y="1731006"/>
                  </a:lnTo>
                  <a:lnTo>
                    <a:pt x="1437012" y="1755620"/>
                  </a:lnTo>
                  <a:lnTo>
                    <a:pt x="1397382" y="1778407"/>
                  </a:lnTo>
                  <a:lnTo>
                    <a:pt x="1356578" y="1799305"/>
                  </a:lnTo>
                  <a:lnTo>
                    <a:pt x="1314660" y="1818256"/>
                  </a:lnTo>
                  <a:lnTo>
                    <a:pt x="1271685" y="1835200"/>
                  </a:lnTo>
                  <a:lnTo>
                    <a:pt x="1227715" y="1850078"/>
                  </a:lnTo>
                  <a:lnTo>
                    <a:pt x="1182808" y="1862830"/>
                  </a:lnTo>
                  <a:lnTo>
                    <a:pt x="1137024" y="1873397"/>
                  </a:lnTo>
                  <a:lnTo>
                    <a:pt x="1090422" y="1881719"/>
                  </a:lnTo>
                  <a:lnTo>
                    <a:pt x="1043063" y="1887737"/>
                  </a:lnTo>
                  <a:lnTo>
                    <a:pt x="995004" y="1891391"/>
                  </a:lnTo>
                  <a:lnTo>
                    <a:pt x="946306" y="1892623"/>
                  </a:lnTo>
                  <a:lnTo>
                    <a:pt x="897610" y="1891391"/>
                  </a:lnTo>
                  <a:lnTo>
                    <a:pt x="849553" y="1887737"/>
                  </a:lnTo>
                  <a:lnTo>
                    <a:pt x="802194" y="1881719"/>
                  </a:lnTo>
                  <a:lnTo>
                    <a:pt x="755594" y="1873397"/>
                  </a:lnTo>
                  <a:lnTo>
                    <a:pt x="709812" y="1862830"/>
                  </a:lnTo>
                  <a:lnTo>
                    <a:pt x="664906" y="1850078"/>
                  </a:lnTo>
                  <a:lnTo>
                    <a:pt x="620937" y="1835200"/>
                  </a:lnTo>
                  <a:lnTo>
                    <a:pt x="577964" y="1818256"/>
                  </a:lnTo>
                  <a:lnTo>
                    <a:pt x="536046" y="1799305"/>
                  </a:lnTo>
                  <a:lnTo>
                    <a:pt x="495243" y="1778407"/>
                  </a:lnTo>
                  <a:lnTo>
                    <a:pt x="455615" y="1755620"/>
                  </a:lnTo>
                  <a:lnTo>
                    <a:pt x="417220" y="1731006"/>
                  </a:lnTo>
                  <a:lnTo>
                    <a:pt x="380119" y="1704622"/>
                  </a:lnTo>
                  <a:lnTo>
                    <a:pt x="344370" y="1676529"/>
                  </a:lnTo>
                  <a:lnTo>
                    <a:pt x="310034" y="1646786"/>
                  </a:lnTo>
                  <a:lnTo>
                    <a:pt x="277169" y="1615452"/>
                  </a:lnTo>
                  <a:lnTo>
                    <a:pt x="245835" y="1582587"/>
                  </a:lnTo>
                  <a:lnTo>
                    <a:pt x="216092" y="1548250"/>
                  </a:lnTo>
                  <a:lnTo>
                    <a:pt x="187999" y="1512501"/>
                  </a:lnTo>
                  <a:lnTo>
                    <a:pt x="161616" y="1475399"/>
                  </a:lnTo>
                  <a:lnTo>
                    <a:pt x="137001" y="1437004"/>
                  </a:lnTo>
                  <a:lnTo>
                    <a:pt x="114215" y="1397375"/>
                  </a:lnTo>
                  <a:lnTo>
                    <a:pt x="93317" y="1356572"/>
                  </a:lnTo>
                  <a:lnTo>
                    <a:pt x="74366" y="1314654"/>
                  </a:lnTo>
                  <a:lnTo>
                    <a:pt x="57422" y="1271680"/>
                  </a:lnTo>
                  <a:lnTo>
                    <a:pt x="42544" y="1227710"/>
                  </a:lnTo>
                  <a:lnTo>
                    <a:pt x="29792" y="1182804"/>
                  </a:lnTo>
                  <a:lnTo>
                    <a:pt x="19225" y="1137021"/>
                  </a:lnTo>
                  <a:lnTo>
                    <a:pt x="10903" y="1090420"/>
                  </a:lnTo>
                  <a:lnTo>
                    <a:pt x="4885" y="1043061"/>
                  </a:lnTo>
                  <a:lnTo>
                    <a:pt x="1231" y="995003"/>
                  </a:lnTo>
                  <a:lnTo>
                    <a:pt x="0" y="946306"/>
                  </a:lnTo>
                  <a:lnTo>
                    <a:pt x="1231" y="897609"/>
                  </a:lnTo>
                  <a:lnTo>
                    <a:pt x="4885" y="849551"/>
                  </a:lnTo>
                  <a:lnTo>
                    <a:pt x="10903" y="802192"/>
                  </a:lnTo>
                  <a:lnTo>
                    <a:pt x="19225" y="755591"/>
                  </a:lnTo>
                  <a:lnTo>
                    <a:pt x="29792" y="709808"/>
                  </a:lnTo>
                  <a:lnTo>
                    <a:pt x="42544" y="664902"/>
                  </a:lnTo>
                  <a:lnTo>
                    <a:pt x="57422" y="620933"/>
                  </a:lnTo>
                  <a:lnTo>
                    <a:pt x="74366" y="577959"/>
                  </a:lnTo>
                  <a:lnTo>
                    <a:pt x="93317" y="536042"/>
                  </a:lnTo>
                  <a:lnTo>
                    <a:pt x="114215" y="495239"/>
                  </a:lnTo>
                  <a:lnTo>
                    <a:pt x="137001" y="455610"/>
                  </a:lnTo>
                  <a:lnTo>
                    <a:pt x="161616" y="417216"/>
                  </a:lnTo>
                  <a:lnTo>
                    <a:pt x="187999" y="380114"/>
                  </a:lnTo>
                  <a:lnTo>
                    <a:pt x="216092" y="344366"/>
                  </a:lnTo>
                  <a:lnTo>
                    <a:pt x="245835" y="310030"/>
                  </a:lnTo>
                  <a:lnTo>
                    <a:pt x="277169" y="277165"/>
                  </a:lnTo>
                  <a:lnTo>
                    <a:pt x="310034" y="245832"/>
                  </a:lnTo>
                  <a:lnTo>
                    <a:pt x="344370" y="216089"/>
                  </a:lnTo>
                  <a:lnTo>
                    <a:pt x="380119" y="187996"/>
                  </a:lnTo>
                  <a:lnTo>
                    <a:pt x="417220" y="161613"/>
                  </a:lnTo>
                  <a:lnTo>
                    <a:pt x="455615" y="136999"/>
                  </a:lnTo>
                  <a:lnTo>
                    <a:pt x="495243" y="114213"/>
                  </a:lnTo>
                  <a:lnTo>
                    <a:pt x="536046" y="93315"/>
                  </a:lnTo>
                  <a:lnTo>
                    <a:pt x="577964" y="74365"/>
                  </a:lnTo>
                  <a:lnTo>
                    <a:pt x="620937" y="57421"/>
                  </a:lnTo>
                  <a:lnTo>
                    <a:pt x="664906" y="42543"/>
                  </a:lnTo>
                  <a:lnTo>
                    <a:pt x="709812" y="29792"/>
                  </a:lnTo>
                  <a:lnTo>
                    <a:pt x="755594" y="19225"/>
                  </a:lnTo>
                  <a:lnTo>
                    <a:pt x="802194" y="10903"/>
                  </a:lnTo>
                  <a:lnTo>
                    <a:pt x="849553" y="4885"/>
                  </a:lnTo>
                  <a:lnTo>
                    <a:pt x="897610" y="1231"/>
                  </a:lnTo>
                  <a:lnTo>
                    <a:pt x="946306" y="0"/>
                  </a:lnTo>
                  <a:lnTo>
                    <a:pt x="995004" y="1231"/>
                  </a:lnTo>
                  <a:lnTo>
                    <a:pt x="1043063" y="4885"/>
                  </a:lnTo>
                  <a:lnTo>
                    <a:pt x="1090422" y="10903"/>
                  </a:lnTo>
                  <a:lnTo>
                    <a:pt x="1137024" y="19225"/>
                  </a:lnTo>
                  <a:lnTo>
                    <a:pt x="1182808" y="29792"/>
                  </a:lnTo>
                  <a:lnTo>
                    <a:pt x="1227715" y="42543"/>
                  </a:lnTo>
                  <a:lnTo>
                    <a:pt x="1271685" y="57421"/>
                  </a:lnTo>
                  <a:lnTo>
                    <a:pt x="1314660" y="74365"/>
                  </a:lnTo>
                  <a:lnTo>
                    <a:pt x="1356578" y="93315"/>
                  </a:lnTo>
                  <a:lnTo>
                    <a:pt x="1397382" y="114213"/>
                  </a:lnTo>
                  <a:lnTo>
                    <a:pt x="1437012" y="136999"/>
                  </a:lnTo>
                  <a:lnTo>
                    <a:pt x="1475407" y="161613"/>
                  </a:lnTo>
                  <a:lnTo>
                    <a:pt x="1512509" y="187996"/>
                  </a:lnTo>
                  <a:lnTo>
                    <a:pt x="1548258" y="216089"/>
                  </a:lnTo>
                  <a:lnTo>
                    <a:pt x="1582595" y="245832"/>
                  </a:lnTo>
                  <a:lnTo>
                    <a:pt x="1615461" y="277165"/>
                  </a:lnTo>
                  <a:lnTo>
                    <a:pt x="1646795" y="310030"/>
                  </a:lnTo>
                  <a:lnTo>
                    <a:pt x="1676538" y="344366"/>
                  </a:lnTo>
                  <a:lnTo>
                    <a:pt x="1704632" y="380114"/>
                  </a:lnTo>
                  <a:lnTo>
                    <a:pt x="1731016" y="417216"/>
                  </a:lnTo>
                  <a:lnTo>
                    <a:pt x="1755630" y="455610"/>
                  </a:lnTo>
                  <a:lnTo>
                    <a:pt x="1778417" y="495239"/>
                  </a:lnTo>
                  <a:lnTo>
                    <a:pt x="1799315" y="536042"/>
                  </a:lnTo>
                  <a:lnTo>
                    <a:pt x="1818266" y="577959"/>
                  </a:lnTo>
                  <a:lnTo>
                    <a:pt x="1835210" y="620933"/>
                  </a:lnTo>
                  <a:lnTo>
                    <a:pt x="1850088" y="664902"/>
                  </a:lnTo>
                  <a:lnTo>
                    <a:pt x="1862840" y="709808"/>
                  </a:lnTo>
                  <a:lnTo>
                    <a:pt x="1873407" y="755591"/>
                  </a:lnTo>
                  <a:lnTo>
                    <a:pt x="1881729" y="802192"/>
                  </a:lnTo>
                  <a:lnTo>
                    <a:pt x="1887747" y="849551"/>
                  </a:lnTo>
                  <a:lnTo>
                    <a:pt x="1891402" y="897609"/>
                  </a:lnTo>
                  <a:lnTo>
                    <a:pt x="1892633" y="946306"/>
                  </a:lnTo>
                  <a:close/>
                </a:path>
              </a:pathLst>
            </a:custGeom>
            <a:ln w="21339"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0590978C-5DCC-E34A-A008-D8CCA23166D4}"/>
                </a:ext>
              </a:extLst>
            </p:cNvPr>
            <p:cNvSpPr/>
            <p:nvPr/>
          </p:nvSpPr>
          <p:spPr>
            <a:xfrm>
              <a:off x="3382632" y="4791157"/>
              <a:ext cx="2415540" cy="2127885"/>
            </a:xfrm>
            <a:custGeom>
              <a:avLst/>
              <a:gdLst/>
              <a:ahLst/>
              <a:cxnLst/>
              <a:rect l="l" t="t" r="r" b="b"/>
              <a:pathLst>
                <a:path w="2415540" h="2127884">
                  <a:moveTo>
                    <a:pt x="0" y="2127809"/>
                  </a:moveTo>
                  <a:lnTo>
                    <a:pt x="2415371" y="0"/>
                  </a:lnTo>
                  <a:lnTo>
                    <a:pt x="2411507" y="2127809"/>
                  </a:lnTo>
                  <a:lnTo>
                    <a:pt x="0" y="2127809"/>
                  </a:lnTo>
                  <a:close/>
                </a:path>
              </a:pathLst>
            </a:custGeom>
            <a:ln w="21339">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B6C2DDC8-19C8-C440-A4AF-E282E63B7B31}"/>
                </a:ext>
              </a:extLst>
            </p:cNvPr>
            <p:cNvSpPr/>
            <p:nvPr/>
          </p:nvSpPr>
          <p:spPr>
            <a:xfrm>
              <a:off x="6531729" y="2221780"/>
              <a:ext cx="1834514" cy="7635240"/>
            </a:xfrm>
            <a:custGeom>
              <a:avLst/>
              <a:gdLst/>
              <a:ahLst/>
              <a:cxnLst/>
              <a:rect l="l" t="t" r="r" b="b"/>
              <a:pathLst>
                <a:path w="1834515" h="7635240">
                  <a:moveTo>
                    <a:pt x="1834321" y="7635191"/>
                  </a:moveTo>
                  <a:lnTo>
                    <a:pt x="0" y="7635191"/>
                  </a:lnTo>
                  <a:lnTo>
                    <a:pt x="0" y="1540811"/>
                  </a:lnTo>
                  <a:lnTo>
                    <a:pt x="1834321" y="0"/>
                  </a:lnTo>
                  <a:lnTo>
                    <a:pt x="1834321" y="7635191"/>
                  </a:lnTo>
                  <a:close/>
                </a:path>
              </a:pathLst>
            </a:custGeom>
            <a:ln w="21339">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44A39E7E-14A3-F547-9249-B1AAE2EB56A5}"/>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00500F54-50E0-7E46-8607-A1BA14E2B716}"/>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8E6405E6-0DA7-4B4A-B916-0C5F205A54CF}"/>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5180051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5">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842DA43-6F5A-9045-9290-FCD0AC70AED4}"/>
              </a:ext>
            </a:extLst>
          </p:cNvPr>
          <p:cNvGrpSpPr/>
          <p:nvPr userDrawn="1"/>
        </p:nvGrpSpPr>
        <p:grpSpPr>
          <a:xfrm>
            <a:off x="0" y="1346452"/>
            <a:ext cx="5326736" cy="4633255"/>
            <a:chOff x="0" y="2220399"/>
            <a:chExt cx="8783566" cy="7640580"/>
          </a:xfrm>
        </p:grpSpPr>
        <p:sp>
          <p:nvSpPr>
            <p:cNvPr id="18" name="object 2">
              <a:extLst>
                <a:ext uri="{FF2B5EF4-FFF2-40B4-BE49-F238E27FC236}">
                  <a16:creationId xmlns:a16="http://schemas.microsoft.com/office/drawing/2014/main" id="{7EDA9FB6-2E17-964F-9037-195D223B97D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8631CD9D-B913-954B-844A-2DA69E33969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C7484D34-B038-844A-9CEA-978ABBB7D0CC}"/>
                </a:ext>
              </a:extLst>
            </p:cNvPr>
            <p:cNvSpPr/>
            <p:nvPr/>
          </p:nvSpPr>
          <p:spPr>
            <a:xfrm>
              <a:off x="6492766" y="5743004"/>
              <a:ext cx="2279015" cy="4117975"/>
            </a:xfrm>
            <a:custGeom>
              <a:avLst/>
              <a:gdLst/>
              <a:ahLst/>
              <a:cxnLst/>
              <a:rect l="l" t="t" r="r" b="b"/>
              <a:pathLst>
                <a:path w="2279015" h="4117975">
                  <a:moveTo>
                    <a:pt x="0" y="4117455"/>
                  </a:moveTo>
                  <a:lnTo>
                    <a:pt x="50694" y="4117167"/>
                  </a:lnTo>
                  <a:lnTo>
                    <a:pt x="101121" y="4115878"/>
                  </a:lnTo>
                  <a:lnTo>
                    <a:pt x="151269" y="4113598"/>
                  </a:lnTo>
                  <a:lnTo>
                    <a:pt x="201127" y="4110339"/>
                  </a:lnTo>
                  <a:lnTo>
                    <a:pt x="250682" y="4106110"/>
                  </a:lnTo>
                  <a:lnTo>
                    <a:pt x="299924" y="4100923"/>
                  </a:lnTo>
                  <a:lnTo>
                    <a:pt x="348840" y="4094787"/>
                  </a:lnTo>
                  <a:lnTo>
                    <a:pt x="397420" y="4087712"/>
                  </a:lnTo>
                  <a:lnTo>
                    <a:pt x="445651" y="4079710"/>
                  </a:lnTo>
                  <a:lnTo>
                    <a:pt x="493522" y="4070791"/>
                  </a:lnTo>
                  <a:lnTo>
                    <a:pt x="541021" y="4060965"/>
                  </a:lnTo>
                  <a:lnTo>
                    <a:pt x="588137" y="4050242"/>
                  </a:lnTo>
                  <a:lnTo>
                    <a:pt x="634859" y="4038633"/>
                  </a:lnTo>
                  <a:lnTo>
                    <a:pt x="681174" y="4026149"/>
                  </a:lnTo>
                  <a:lnTo>
                    <a:pt x="727071" y="4012799"/>
                  </a:lnTo>
                  <a:lnTo>
                    <a:pt x="772539" y="3998594"/>
                  </a:lnTo>
                  <a:lnTo>
                    <a:pt x="817565" y="3983545"/>
                  </a:lnTo>
                  <a:lnTo>
                    <a:pt x="862139" y="3967662"/>
                  </a:lnTo>
                  <a:lnTo>
                    <a:pt x="906249" y="3950955"/>
                  </a:lnTo>
                  <a:lnTo>
                    <a:pt x="949883" y="3933435"/>
                  </a:lnTo>
                  <a:lnTo>
                    <a:pt x="993030" y="3915112"/>
                  </a:lnTo>
                  <a:lnTo>
                    <a:pt x="1035677" y="3895997"/>
                  </a:lnTo>
                  <a:lnTo>
                    <a:pt x="1077814" y="3876100"/>
                  </a:lnTo>
                  <a:lnTo>
                    <a:pt x="1119429" y="3855431"/>
                  </a:lnTo>
                  <a:lnTo>
                    <a:pt x="1160510" y="3834001"/>
                  </a:lnTo>
                  <a:lnTo>
                    <a:pt x="1201046" y="3811821"/>
                  </a:lnTo>
                  <a:lnTo>
                    <a:pt x="1241026" y="3788900"/>
                  </a:lnTo>
                  <a:lnTo>
                    <a:pt x="1280436" y="3765249"/>
                  </a:lnTo>
                  <a:lnTo>
                    <a:pt x="1319267" y="3740879"/>
                  </a:lnTo>
                  <a:lnTo>
                    <a:pt x="1357506" y="3715799"/>
                  </a:lnTo>
                  <a:lnTo>
                    <a:pt x="1395142" y="3690021"/>
                  </a:lnTo>
                  <a:lnTo>
                    <a:pt x="1432164" y="3663555"/>
                  </a:lnTo>
                  <a:lnTo>
                    <a:pt x="1468559" y="3636410"/>
                  </a:lnTo>
                  <a:lnTo>
                    <a:pt x="1504316" y="3608599"/>
                  </a:lnTo>
                  <a:lnTo>
                    <a:pt x="1539424" y="3580130"/>
                  </a:lnTo>
                  <a:lnTo>
                    <a:pt x="1573870" y="3551014"/>
                  </a:lnTo>
                  <a:lnTo>
                    <a:pt x="1607644" y="3521263"/>
                  </a:lnTo>
                  <a:lnTo>
                    <a:pt x="1640734" y="3490885"/>
                  </a:lnTo>
                  <a:lnTo>
                    <a:pt x="1673128" y="3459892"/>
                  </a:lnTo>
                  <a:lnTo>
                    <a:pt x="1704815" y="3428295"/>
                  </a:lnTo>
                  <a:lnTo>
                    <a:pt x="1735783" y="3396102"/>
                  </a:lnTo>
                  <a:lnTo>
                    <a:pt x="1766020" y="3363326"/>
                  </a:lnTo>
                  <a:lnTo>
                    <a:pt x="1795516" y="3329975"/>
                  </a:lnTo>
                  <a:lnTo>
                    <a:pt x="1824257" y="3296062"/>
                  </a:lnTo>
                  <a:lnTo>
                    <a:pt x="1852234" y="3261595"/>
                  </a:lnTo>
                  <a:lnTo>
                    <a:pt x="1879433" y="3226586"/>
                  </a:lnTo>
                  <a:lnTo>
                    <a:pt x="1905845" y="3191045"/>
                  </a:lnTo>
                  <a:lnTo>
                    <a:pt x="1931456" y="3154982"/>
                  </a:lnTo>
                  <a:lnTo>
                    <a:pt x="1956256" y="3118408"/>
                  </a:lnTo>
                  <a:lnTo>
                    <a:pt x="1980232" y="3081333"/>
                  </a:lnTo>
                  <a:lnTo>
                    <a:pt x="2003374" y="3043768"/>
                  </a:lnTo>
                  <a:lnTo>
                    <a:pt x="2025670" y="3005722"/>
                  </a:lnTo>
                  <a:lnTo>
                    <a:pt x="2047108" y="2967207"/>
                  </a:lnTo>
                  <a:lnTo>
                    <a:pt x="2067677" y="2928233"/>
                  </a:lnTo>
                  <a:lnTo>
                    <a:pt x="2087364" y="2888810"/>
                  </a:lnTo>
                  <a:lnTo>
                    <a:pt x="2106159" y="2848948"/>
                  </a:lnTo>
                  <a:lnTo>
                    <a:pt x="2124050" y="2808659"/>
                  </a:lnTo>
                  <a:lnTo>
                    <a:pt x="2141025" y="2767952"/>
                  </a:lnTo>
                  <a:lnTo>
                    <a:pt x="2157073" y="2726838"/>
                  </a:lnTo>
                  <a:lnTo>
                    <a:pt x="2172182" y="2685327"/>
                  </a:lnTo>
                  <a:lnTo>
                    <a:pt x="2186340" y="2643429"/>
                  </a:lnTo>
                  <a:lnTo>
                    <a:pt x="2199537" y="2601156"/>
                  </a:lnTo>
                  <a:lnTo>
                    <a:pt x="2211759" y="2558517"/>
                  </a:lnTo>
                  <a:lnTo>
                    <a:pt x="2222997" y="2515523"/>
                  </a:lnTo>
                  <a:lnTo>
                    <a:pt x="2233238" y="2472185"/>
                  </a:lnTo>
                  <a:lnTo>
                    <a:pt x="2242471" y="2428512"/>
                  </a:lnTo>
                  <a:lnTo>
                    <a:pt x="2250683" y="2384515"/>
                  </a:lnTo>
                  <a:lnTo>
                    <a:pt x="2257864" y="2340205"/>
                  </a:lnTo>
                  <a:lnTo>
                    <a:pt x="2264003" y="2295592"/>
                  </a:lnTo>
                  <a:lnTo>
                    <a:pt x="2269086" y="2250686"/>
                  </a:lnTo>
                  <a:lnTo>
                    <a:pt x="2273103" y="2205498"/>
                  </a:lnTo>
                  <a:lnTo>
                    <a:pt x="2276043" y="2160038"/>
                  </a:lnTo>
                  <a:lnTo>
                    <a:pt x="2277893" y="2114317"/>
                  </a:lnTo>
                  <a:lnTo>
                    <a:pt x="2278642" y="2068345"/>
                  </a:lnTo>
                  <a:lnTo>
                    <a:pt x="2278282" y="2022368"/>
                  </a:lnTo>
                  <a:lnTo>
                    <a:pt x="2276820" y="1976632"/>
                  </a:lnTo>
                  <a:lnTo>
                    <a:pt x="2274266" y="1931148"/>
                  </a:lnTo>
                  <a:lnTo>
                    <a:pt x="2270631" y="1885928"/>
                  </a:lnTo>
                  <a:lnTo>
                    <a:pt x="2265928" y="1840980"/>
                  </a:lnTo>
                  <a:lnTo>
                    <a:pt x="2260168" y="1796316"/>
                  </a:lnTo>
                  <a:lnTo>
                    <a:pt x="2253363" y="1751946"/>
                  </a:lnTo>
                  <a:lnTo>
                    <a:pt x="2245523" y="1707881"/>
                  </a:lnTo>
                  <a:lnTo>
                    <a:pt x="2236660" y="1664131"/>
                  </a:lnTo>
                  <a:lnTo>
                    <a:pt x="2226787" y="1620707"/>
                  </a:lnTo>
                  <a:lnTo>
                    <a:pt x="2215914" y="1577620"/>
                  </a:lnTo>
                  <a:lnTo>
                    <a:pt x="2204052" y="1534879"/>
                  </a:lnTo>
                  <a:lnTo>
                    <a:pt x="2191214" y="1492495"/>
                  </a:lnTo>
                  <a:lnTo>
                    <a:pt x="2177411" y="1450479"/>
                  </a:lnTo>
                  <a:lnTo>
                    <a:pt x="2162654" y="1408841"/>
                  </a:lnTo>
                  <a:lnTo>
                    <a:pt x="2146955" y="1367592"/>
                  </a:lnTo>
                  <a:lnTo>
                    <a:pt x="2130325" y="1326743"/>
                  </a:lnTo>
                  <a:lnTo>
                    <a:pt x="2112776" y="1286303"/>
                  </a:lnTo>
                  <a:lnTo>
                    <a:pt x="2094319" y="1246283"/>
                  </a:lnTo>
                  <a:lnTo>
                    <a:pt x="2074966" y="1206695"/>
                  </a:lnTo>
                  <a:lnTo>
                    <a:pt x="2054728" y="1167547"/>
                  </a:lnTo>
                  <a:lnTo>
                    <a:pt x="2033617" y="1128852"/>
                  </a:lnTo>
                  <a:lnTo>
                    <a:pt x="2011644" y="1090619"/>
                  </a:lnTo>
                  <a:lnTo>
                    <a:pt x="1988821" y="1052858"/>
                  </a:lnTo>
                  <a:lnTo>
                    <a:pt x="1965159" y="1015581"/>
                  </a:lnTo>
                  <a:lnTo>
                    <a:pt x="1940669" y="978798"/>
                  </a:lnTo>
                  <a:lnTo>
                    <a:pt x="1915364" y="942520"/>
                  </a:lnTo>
                  <a:lnTo>
                    <a:pt x="1889255" y="906756"/>
                  </a:lnTo>
                  <a:lnTo>
                    <a:pt x="1862352" y="871518"/>
                  </a:lnTo>
                  <a:lnTo>
                    <a:pt x="1834668" y="836815"/>
                  </a:lnTo>
                  <a:lnTo>
                    <a:pt x="1806215" y="802659"/>
                  </a:lnTo>
                  <a:lnTo>
                    <a:pt x="1777003" y="769060"/>
                  </a:lnTo>
                  <a:lnTo>
                    <a:pt x="1747044" y="736029"/>
                  </a:lnTo>
                  <a:lnTo>
                    <a:pt x="1716349" y="703575"/>
                  </a:lnTo>
                  <a:lnTo>
                    <a:pt x="1684931" y="671710"/>
                  </a:lnTo>
                  <a:lnTo>
                    <a:pt x="1652800" y="640444"/>
                  </a:lnTo>
                  <a:lnTo>
                    <a:pt x="1619968" y="609787"/>
                  </a:lnTo>
                  <a:lnTo>
                    <a:pt x="1586447" y="579751"/>
                  </a:lnTo>
                  <a:lnTo>
                    <a:pt x="1552248" y="550344"/>
                  </a:lnTo>
                  <a:lnTo>
                    <a:pt x="1517383" y="521579"/>
                  </a:lnTo>
                  <a:lnTo>
                    <a:pt x="1481862" y="493465"/>
                  </a:lnTo>
                  <a:lnTo>
                    <a:pt x="1445698" y="466014"/>
                  </a:lnTo>
                  <a:lnTo>
                    <a:pt x="1408902" y="439235"/>
                  </a:lnTo>
                  <a:lnTo>
                    <a:pt x="1371485" y="413139"/>
                  </a:lnTo>
                  <a:lnTo>
                    <a:pt x="1333459" y="387736"/>
                  </a:lnTo>
                  <a:lnTo>
                    <a:pt x="1294836" y="363038"/>
                  </a:lnTo>
                  <a:lnTo>
                    <a:pt x="1255627" y="339054"/>
                  </a:lnTo>
                  <a:lnTo>
                    <a:pt x="1215843" y="315795"/>
                  </a:lnTo>
                  <a:lnTo>
                    <a:pt x="1175496" y="293272"/>
                  </a:lnTo>
                  <a:lnTo>
                    <a:pt x="1134597" y="271495"/>
                  </a:lnTo>
                  <a:lnTo>
                    <a:pt x="1093159" y="250474"/>
                  </a:lnTo>
                  <a:lnTo>
                    <a:pt x="1051191" y="230221"/>
                  </a:lnTo>
                  <a:lnTo>
                    <a:pt x="1008707" y="210745"/>
                  </a:lnTo>
                  <a:lnTo>
                    <a:pt x="965717" y="192058"/>
                  </a:lnTo>
                  <a:lnTo>
                    <a:pt x="922233" y="174169"/>
                  </a:lnTo>
                  <a:lnTo>
                    <a:pt x="878266" y="157089"/>
                  </a:lnTo>
                  <a:lnTo>
                    <a:pt x="833828" y="140829"/>
                  </a:lnTo>
                  <a:lnTo>
                    <a:pt x="788930" y="125399"/>
                  </a:lnTo>
                  <a:lnTo>
                    <a:pt x="743584" y="110810"/>
                  </a:lnTo>
                  <a:lnTo>
                    <a:pt x="697801" y="97072"/>
                  </a:lnTo>
                  <a:lnTo>
                    <a:pt x="651593" y="84195"/>
                  </a:lnTo>
                  <a:lnTo>
                    <a:pt x="604972" y="72191"/>
                  </a:lnTo>
                  <a:lnTo>
                    <a:pt x="557948" y="61070"/>
                  </a:lnTo>
                  <a:lnTo>
                    <a:pt x="510533" y="50842"/>
                  </a:lnTo>
                  <a:lnTo>
                    <a:pt x="462739" y="41517"/>
                  </a:lnTo>
                  <a:lnTo>
                    <a:pt x="414578" y="33107"/>
                  </a:lnTo>
                  <a:lnTo>
                    <a:pt x="366060" y="25622"/>
                  </a:lnTo>
                  <a:lnTo>
                    <a:pt x="317197" y="19071"/>
                  </a:lnTo>
                  <a:lnTo>
                    <a:pt x="268001" y="13467"/>
                  </a:lnTo>
                  <a:lnTo>
                    <a:pt x="218483" y="8819"/>
                  </a:lnTo>
                  <a:lnTo>
                    <a:pt x="168655" y="5138"/>
                  </a:lnTo>
                  <a:lnTo>
                    <a:pt x="118528" y="2434"/>
                  </a:lnTo>
                  <a:lnTo>
                    <a:pt x="68113" y="717"/>
                  </a:lnTo>
                  <a:lnTo>
                    <a:pt x="17423" y="0"/>
                  </a:lnTo>
                  <a:lnTo>
                    <a:pt x="0" y="4117455"/>
                  </a:lnTo>
                  <a:close/>
                </a:path>
              </a:pathLst>
            </a:custGeom>
            <a:ln w="21339">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55E01529-B6CA-0043-A832-10C51D2DF532}"/>
                </a:ext>
              </a:extLst>
            </p:cNvPr>
            <p:cNvSpPr/>
            <p:nvPr/>
          </p:nvSpPr>
          <p:spPr>
            <a:xfrm>
              <a:off x="3512920" y="7517201"/>
              <a:ext cx="1835785" cy="1835785"/>
            </a:xfrm>
            <a:custGeom>
              <a:avLst/>
              <a:gdLst/>
              <a:ahLst/>
              <a:cxnLst/>
              <a:rect l="l" t="t" r="r" b="b"/>
              <a:pathLst>
                <a:path w="1835785" h="1835784">
                  <a:moveTo>
                    <a:pt x="1835389" y="917699"/>
                  </a:moveTo>
                  <a:lnTo>
                    <a:pt x="1834117" y="966437"/>
                  </a:lnTo>
                  <a:lnTo>
                    <a:pt x="1830343" y="1014513"/>
                  </a:lnTo>
                  <a:lnTo>
                    <a:pt x="1824131" y="1061863"/>
                  </a:lnTo>
                  <a:lnTo>
                    <a:pt x="1815544" y="1108423"/>
                  </a:lnTo>
                  <a:lnTo>
                    <a:pt x="1804645" y="1154130"/>
                  </a:lnTo>
                  <a:lnTo>
                    <a:pt x="1791499" y="1198921"/>
                  </a:lnTo>
                  <a:lnTo>
                    <a:pt x="1776167" y="1242733"/>
                  </a:lnTo>
                  <a:lnTo>
                    <a:pt x="1758715" y="1285501"/>
                  </a:lnTo>
                  <a:lnTo>
                    <a:pt x="1739205" y="1327162"/>
                  </a:lnTo>
                  <a:lnTo>
                    <a:pt x="1717700" y="1367654"/>
                  </a:lnTo>
                  <a:lnTo>
                    <a:pt x="1694264" y="1406913"/>
                  </a:lnTo>
                  <a:lnTo>
                    <a:pt x="1668961" y="1444874"/>
                  </a:lnTo>
                  <a:lnTo>
                    <a:pt x="1641854" y="1481475"/>
                  </a:lnTo>
                  <a:lnTo>
                    <a:pt x="1613006" y="1516653"/>
                  </a:lnTo>
                  <a:lnTo>
                    <a:pt x="1582481" y="1550344"/>
                  </a:lnTo>
                  <a:lnTo>
                    <a:pt x="1550342" y="1582484"/>
                  </a:lnTo>
                  <a:lnTo>
                    <a:pt x="1516652" y="1613010"/>
                  </a:lnTo>
                  <a:lnTo>
                    <a:pt x="1481476" y="1641859"/>
                  </a:lnTo>
                  <a:lnTo>
                    <a:pt x="1444875" y="1668967"/>
                  </a:lnTo>
                  <a:lnTo>
                    <a:pt x="1406915" y="1694271"/>
                  </a:lnTo>
                  <a:lnTo>
                    <a:pt x="1367658" y="1717707"/>
                  </a:lnTo>
                  <a:lnTo>
                    <a:pt x="1327168" y="1739212"/>
                  </a:lnTo>
                  <a:lnTo>
                    <a:pt x="1285508" y="1758723"/>
                  </a:lnTo>
                  <a:lnTo>
                    <a:pt x="1242741" y="1776176"/>
                  </a:lnTo>
                  <a:lnTo>
                    <a:pt x="1198931" y="1791508"/>
                  </a:lnTo>
                  <a:lnTo>
                    <a:pt x="1154142" y="1804655"/>
                  </a:lnTo>
                  <a:lnTo>
                    <a:pt x="1108436" y="1815554"/>
                  </a:lnTo>
                  <a:lnTo>
                    <a:pt x="1061878" y="1824141"/>
                  </a:lnTo>
                  <a:lnTo>
                    <a:pt x="1014530" y="1830353"/>
                  </a:lnTo>
                  <a:lnTo>
                    <a:pt x="966456" y="1834127"/>
                  </a:lnTo>
                  <a:lnTo>
                    <a:pt x="917720" y="1835399"/>
                  </a:lnTo>
                  <a:lnTo>
                    <a:pt x="868981" y="1834127"/>
                  </a:lnTo>
                  <a:lnTo>
                    <a:pt x="820904" y="1830353"/>
                  </a:lnTo>
                  <a:lnTo>
                    <a:pt x="773554" y="1824141"/>
                  </a:lnTo>
                  <a:lnTo>
                    <a:pt x="726993" y="1815554"/>
                  </a:lnTo>
                  <a:lnTo>
                    <a:pt x="681284" y="1804655"/>
                  </a:lnTo>
                  <a:lnTo>
                    <a:pt x="636492" y="1791508"/>
                  </a:lnTo>
                  <a:lnTo>
                    <a:pt x="592680" y="1776176"/>
                  </a:lnTo>
                  <a:lnTo>
                    <a:pt x="549911" y="1758723"/>
                  </a:lnTo>
                  <a:lnTo>
                    <a:pt x="508248" y="1739212"/>
                  </a:lnTo>
                  <a:lnTo>
                    <a:pt x="467756" y="1717707"/>
                  </a:lnTo>
                  <a:lnTo>
                    <a:pt x="428496" y="1694271"/>
                  </a:lnTo>
                  <a:lnTo>
                    <a:pt x="390534" y="1668967"/>
                  </a:lnTo>
                  <a:lnTo>
                    <a:pt x="353932" y="1641859"/>
                  </a:lnTo>
                  <a:lnTo>
                    <a:pt x="318753" y="1613010"/>
                  </a:lnTo>
                  <a:lnTo>
                    <a:pt x="285062" y="1582484"/>
                  </a:lnTo>
                  <a:lnTo>
                    <a:pt x="252921" y="1550344"/>
                  </a:lnTo>
                  <a:lnTo>
                    <a:pt x="222394" y="1516653"/>
                  </a:lnTo>
                  <a:lnTo>
                    <a:pt x="193545" y="1481475"/>
                  </a:lnTo>
                  <a:lnTo>
                    <a:pt x="166436" y="1444874"/>
                  </a:lnTo>
                  <a:lnTo>
                    <a:pt x="141131" y="1406913"/>
                  </a:lnTo>
                  <a:lnTo>
                    <a:pt x="117694" y="1367654"/>
                  </a:lnTo>
                  <a:lnTo>
                    <a:pt x="96189" y="1327162"/>
                  </a:lnTo>
                  <a:lnTo>
                    <a:pt x="76677" y="1285501"/>
                  </a:lnTo>
                  <a:lnTo>
                    <a:pt x="59224" y="1242733"/>
                  </a:lnTo>
                  <a:lnTo>
                    <a:pt x="43892" y="1198921"/>
                  </a:lnTo>
                  <a:lnTo>
                    <a:pt x="30745" y="1154130"/>
                  </a:lnTo>
                  <a:lnTo>
                    <a:pt x="19845" y="1108423"/>
                  </a:lnTo>
                  <a:lnTo>
                    <a:pt x="11258" y="1061863"/>
                  </a:lnTo>
                  <a:lnTo>
                    <a:pt x="5046" y="1014513"/>
                  </a:lnTo>
                  <a:lnTo>
                    <a:pt x="1272" y="966437"/>
                  </a:lnTo>
                  <a:lnTo>
                    <a:pt x="0" y="917699"/>
                  </a:lnTo>
                  <a:lnTo>
                    <a:pt x="1272" y="868961"/>
                  </a:lnTo>
                  <a:lnTo>
                    <a:pt x="5046" y="820886"/>
                  </a:lnTo>
                  <a:lnTo>
                    <a:pt x="11258" y="773536"/>
                  </a:lnTo>
                  <a:lnTo>
                    <a:pt x="19845" y="726976"/>
                  </a:lnTo>
                  <a:lnTo>
                    <a:pt x="30745" y="681268"/>
                  </a:lnTo>
                  <a:lnTo>
                    <a:pt x="43892" y="636477"/>
                  </a:lnTo>
                  <a:lnTo>
                    <a:pt x="59224" y="592666"/>
                  </a:lnTo>
                  <a:lnTo>
                    <a:pt x="76677" y="549898"/>
                  </a:lnTo>
                  <a:lnTo>
                    <a:pt x="96189" y="508236"/>
                  </a:lnTo>
                  <a:lnTo>
                    <a:pt x="117694" y="467744"/>
                  </a:lnTo>
                  <a:lnTo>
                    <a:pt x="141131" y="428486"/>
                  </a:lnTo>
                  <a:lnTo>
                    <a:pt x="166436" y="390525"/>
                  </a:lnTo>
                  <a:lnTo>
                    <a:pt x="193545" y="353923"/>
                  </a:lnTo>
                  <a:lnTo>
                    <a:pt x="222394" y="318746"/>
                  </a:lnTo>
                  <a:lnTo>
                    <a:pt x="252921" y="285055"/>
                  </a:lnTo>
                  <a:lnTo>
                    <a:pt x="285062" y="252915"/>
                  </a:lnTo>
                  <a:lnTo>
                    <a:pt x="318753" y="222389"/>
                  </a:lnTo>
                  <a:lnTo>
                    <a:pt x="353932" y="193540"/>
                  </a:lnTo>
                  <a:lnTo>
                    <a:pt x="390534" y="166432"/>
                  </a:lnTo>
                  <a:lnTo>
                    <a:pt x="428496" y="141128"/>
                  </a:lnTo>
                  <a:lnTo>
                    <a:pt x="467756" y="117691"/>
                  </a:lnTo>
                  <a:lnTo>
                    <a:pt x="508248" y="96186"/>
                  </a:lnTo>
                  <a:lnTo>
                    <a:pt x="549911" y="76675"/>
                  </a:lnTo>
                  <a:lnTo>
                    <a:pt x="592680" y="59222"/>
                  </a:lnTo>
                  <a:lnTo>
                    <a:pt x="636492" y="43891"/>
                  </a:lnTo>
                  <a:lnTo>
                    <a:pt x="681284" y="30744"/>
                  </a:lnTo>
                  <a:lnTo>
                    <a:pt x="726993" y="19845"/>
                  </a:lnTo>
                  <a:lnTo>
                    <a:pt x="773554" y="11258"/>
                  </a:lnTo>
                  <a:lnTo>
                    <a:pt x="820904" y="5045"/>
                  </a:lnTo>
                  <a:lnTo>
                    <a:pt x="868981" y="1272"/>
                  </a:lnTo>
                  <a:lnTo>
                    <a:pt x="917720" y="0"/>
                  </a:lnTo>
                  <a:lnTo>
                    <a:pt x="966456" y="1272"/>
                  </a:lnTo>
                  <a:lnTo>
                    <a:pt x="1014530" y="5045"/>
                  </a:lnTo>
                  <a:lnTo>
                    <a:pt x="1061878" y="11258"/>
                  </a:lnTo>
                  <a:lnTo>
                    <a:pt x="1108436" y="19845"/>
                  </a:lnTo>
                  <a:lnTo>
                    <a:pt x="1154142" y="30744"/>
                  </a:lnTo>
                  <a:lnTo>
                    <a:pt x="1198931" y="43891"/>
                  </a:lnTo>
                  <a:lnTo>
                    <a:pt x="1242741" y="59222"/>
                  </a:lnTo>
                  <a:lnTo>
                    <a:pt x="1285508" y="76675"/>
                  </a:lnTo>
                  <a:lnTo>
                    <a:pt x="1327168" y="96186"/>
                  </a:lnTo>
                  <a:lnTo>
                    <a:pt x="1367658" y="117691"/>
                  </a:lnTo>
                  <a:lnTo>
                    <a:pt x="1406915" y="141128"/>
                  </a:lnTo>
                  <a:lnTo>
                    <a:pt x="1444875" y="166432"/>
                  </a:lnTo>
                  <a:lnTo>
                    <a:pt x="1481476" y="193540"/>
                  </a:lnTo>
                  <a:lnTo>
                    <a:pt x="1516652" y="222389"/>
                  </a:lnTo>
                  <a:lnTo>
                    <a:pt x="1550342" y="252915"/>
                  </a:lnTo>
                  <a:lnTo>
                    <a:pt x="1582481" y="285055"/>
                  </a:lnTo>
                  <a:lnTo>
                    <a:pt x="1613006" y="318746"/>
                  </a:lnTo>
                  <a:lnTo>
                    <a:pt x="1641854" y="353923"/>
                  </a:lnTo>
                  <a:lnTo>
                    <a:pt x="1668961" y="390525"/>
                  </a:lnTo>
                  <a:lnTo>
                    <a:pt x="1694264" y="428486"/>
                  </a:lnTo>
                  <a:lnTo>
                    <a:pt x="1717700" y="467744"/>
                  </a:lnTo>
                  <a:lnTo>
                    <a:pt x="1739205" y="508236"/>
                  </a:lnTo>
                  <a:lnTo>
                    <a:pt x="1758715" y="549898"/>
                  </a:lnTo>
                  <a:lnTo>
                    <a:pt x="1776167" y="592666"/>
                  </a:lnTo>
                  <a:lnTo>
                    <a:pt x="1791499" y="636477"/>
                  </a:lnTo>
                  <a:lnTo>
                    <a:pt x="1804645" y="681268"/>
                  </a:lnTo>
                  <a:lnTo>
                    <a:pt x="1815544" y="726976"/>
                  </a:lnTo>
                  <a:lnTo>
                    <a:pt x="1824131" y="773536"/>
                  </a:lnTo>
                  <a:lnTo>
                    <a:pt x="1830343" y="820886"/>
                  </a:lnTo>
                  <a:lnTo>
                    <a:pt x="1834117" y="868961"/>
                  </a:lnTo>
                  <a:lnTo>
                    <a:pt x="1835389" y="917699"/>
                  </a:lnTo>
                  <a:close/>
                </a:path>
              </a:pathLst>
            </a:custGeom>
            <a:ln w="21339">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230133C0-983D-4C4C-95E7-C6009ADC380A}"/>
                </a:ext>
              </a:extLst>
            </p:cNvPr>
            <p:cNvSpPr/>
            <p:nvPr/>
          </p:nvSpPr>
          <p:spPr>
            <a:xfrm>
              <a:off x="4430641" y="2251812"/>
              <a:ext cx="4352925" cy="1637030"/>
            </a:xfrm>
            <a:custGeom>
              <a:avLst/>
              <a:gdLst/>
              <a:ahLst/>
              <a:cxnLst/>
              <a:rect l="l" t="t" r="r" b="b"/>
              <a:pathLst>
                <a:path w="4352925" h="1637029">
                  <a:moveTo>
                    <a:pt x="711528" y="0"/>
                  </a:moveTo>
                  <a:lnTo>
                    <a:pt x="4352851" y="0"/>
                  </a:lnTo>
                  <a:lnTo>
                    <a:pt x="4352851" y="1636547"/>
                  </a:lnTo>
                  <a:lnTo>
                    <a:pt x="0" y="1636547"/>
                  </a:lnTo>
                  <a:lnTo>
                    <a:pt x="711528" y="0"/>
                  </a:lnTo>
                  <a:close/>
                </a:path>
              </a:pathLst>
            </a:custGeom>
            <a:ln w="21339">
              <a:solidFill>
                <a:srgbClr val="8CB4AB"/>
              </a:solidFill>
            </a:ln>
          </p:spPr>
          <p:txBody>
            <a:bodyPr wrap="square" lIns="0" tIns="0" rIns="0" bIns="0" rtlCol="0"/>
            <a:lstStyle/>
            <a:p>
              <a:endParaRPr sz="1092"/>
            </a:p>
          </p:txBody>
        </p:sp>
        <p:sp>
          <p:nvSpPr>
            <p:cNvPr id="23" name="object 7">
              <a:extLst>
                <a:ext uri="{FF2B5EF4-FFF2-40B4-BE49-F238E27FC236}">
                  <a16:creationId xmlns:a16="http://schemas.microsoft.com/office/drawing/2014/main" id="{0E0EC9B5-B050-BE47-80A3-7F8136D4CF84}"/>
                </a:ext>
              </a:extLst>
            </p:cNvPr>
            <p:cNvSpPr/>
            <p:nvPr/>
          </p:nvSpPr>
          <p:spPr>
            <a:xfrm>
              <a:off x="3434472" y="3888359"/>
              <a:ext cx="1992630" cy="1992630"/>
            </a:xfrm>
            <a:custGeom>
              <a:avLst/>
              <a:gdLst/>
              <a:ahLst/>
              <a:cxnLst/>
              <a:rect l="l" t="t" r="r" b="b"/>
              <a:pathLst>
                <a:path w="1992629" h="1992629">
                  <a:moveTo>
                    <a:pt x="996168" y="0"/>
                  </a:moveTo>
                  <a:lnTo>
                    <a:pt x="0" y="1992295"/>
                  </a:lnTo>
                  <a:lnTo>
                    <a:pt x="1992305" y="1992295"/>
                  </a:lnTo>
                  <a:lnTo>
                    <a:pt x="996168" y="0"/>
                  </a:lnTo>
                  <a:close/>
                </a:path>
              </a:pathLst>
            </a:custGeom>
            <a:ln w="21339">
              <a:solidFill>
                <a:srgbClr val="8CB4AB"/>
              </a:solidFill>
            </a:ln>
          </p:spPr>
          <p:txBody>
            <a:bodyPr wrap="square" lIns="0" tIns="0" rIns="0" bIns="0" rtlCol="0"/>
            <a:lstStyle/>
            <a:p>
              <a:endParaRPr sz="1092"/>
            </a:p>
          </p:txBody>
        </p:sp>
      </p:grpSp>
      <p:sp>
        <p:nvSpPr>
          <p:cNvPr id="11" name="Title 12">
            <a:extLst>
              <a:ext uri="{FF2B5EF4-FFF2-40B4-BE49-F238E27FC236}">
                <a16:creationId xmlns:a16="http://schemas.microsoft.com/office/drawing/2014/main" id="{5D5AE76F-076B-4E07-8A86-A9CFFF6B8C91}"/>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79510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5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C6FF412-59CA-7547-8EE7-07A3ECC688C5}"/>
              </a:ext>
            </a:extLst>
          </p:cNvPr>
          <p:cNvGrpSpPr/>
          <p:nvPr userDrawn="1"/>
        </p:nvGrpSpPr>
        <p:grpSpPr>
          <a:xfrm>
            <a:off x="0" y="1346452"/>
            <a:ext cx="5326736" cy="4633255"/>
            <a:chOff x="0" y="2220399"/>
            <a:chExt cx="8783566" cy="7640580"/>
          </a:xfrm>
        </p:grpSpPr>
        <p:sp>
          <p:nvSpPr>
            <p:cNvPr id="17" name="object 2">
              <a:extLst>
                <a:ext uri="{FF2B5EF4-FFF2-40B4-BE49-F238E27FC236}">
                  <a16:creationId xmlns:a16="http://schemas.microsoft.com/office/drawing/2014/main" id="{F5AEC0CB-A96D-5741-B155-F7DD1EE28DFD}"/>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8" name="object 3">
              <a:extLst>
                <a:ext uri="{FF2B5EF4-FFF2-40B4-BE49-F238E27FC236}">
                  <a16:creationId xmlns:a16="http://schemas.microsoft.com/office/drawing/2014/main" id="{20CF77DF-D500-1045-8F25-5CE941656025}"/>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362A4DDB-A88D-1247-BDC3-11C29E9B21E7}"/>
                </a:ext>
              </a:extLst>
            </p:cNvPr>
            <p:cNvSpPr/>
            <p:nvPr/>
          </p:nvSpPr>
          <p:spPr>
            <a:xfrm>
              <a:off x="6492766" y="5743004"/>
              <a:ext cx="2279015" cy="4117975"/>
            </a:xfrm>
            <a:custGeom>
              <a:avLst/>
              <a:gdLst/>
              <a:ahLst/>
              <a:cxnLst/>
              <a:rect l="l" t="t" r="r" b="b"/>
              <a:pathLst>
                <a:path w="2279015" h="4117975">
                  <a:moveTo>
                    <a:pt x="0" y="4117455"/>
                  </a:moveTo>
                  <a:lnTo>
                    <a:pt x="50694" y="4117167"/>
                  </a:lnTo>
                  <a:lnTo>
                    <a:pt x="101121" y="4115878"/>
                  </a:lnTo>
                  <a:lnTo>
                    <a:pt x="151269" y="4113598"/>
                  </a:lnTo>
                  <a:lnTo>
                    <a:pt x="201127" y="4110339"/>
                  </a:lnTo>
                  <a:lnTo>
                    <a:pt x="250682" y="4106110"/>
                  </a:lnTo>
                  <a:lnTo>
                    <a:pt x="299924" y="4100923"/>
                  </a:lnTo>
                  <a:lnTo>
                    <a:pt x="348840" y="4094787"/>
                  </a:lnTo>
                  <a:lnTo>
                    <a:pt x="397420" y="4087712"/>
                  </a:lnTo>
                  <a:lnTo>
                    <a:pt x="445651" y="4079710"/>
                  </a:lnTo>
                  <a:lnTo>
                    <a:pt x="493522" y="4070791"/>
                  </a:lnTo>
                  <a:lnTo>
                    <a:pt x="541021" y="4060965"/>
                  </a:lnTo>
                  <a:lnTo>
                    <a:pt x="588137" y="4050242"/>
                  </a:lnTo>
                  <a:lnTo>
                    <a:pt x="634859" y="4038633"/>
                  </a:lnTo>
                  <a:lnTo>
                    <a:pt x="681174" y="4026149"/>
                  </a:lnTo>
                  <a:lnTo>
                    <a:pt x="727071" y="4012799"/>
                  </a:lnTo>
                  <a:lnTo>
                    <a:pt x="772539" y="3998594"/>
                  </a:lnTo>
                  <a:lnTo>
                    <a:pt x="817565" y="3983545"/>
                  </a:lnTo>
                  <a:lnTo>
                    <a:pt x="862139" y="3967662"/>
                  </a:lnTo>
                  <a:lnTo>
                    <a:pt x="906249" y="3950955"/>
                  </a:lnTo>
                  <a:lnTo>
                    <a:pt x="949883" y="3933435"/>
                  </a:lnTo>
                  <a:lnTo>
                    <a:pt x="993030" y="3915112"/>
                  </a:lnTo>
                  <a:lnTo>
                    <a:pt x="1035677" y="3895997"/>
                  </a:lnTo>
                  <a:lnTo>
                    <a:pt x="1077814" y="3876100"/>
                  </a:lnTo>
                  <a:lnTo>
                    <a:pt x="1119429" y="3855431"/>
                  </a:lnTo>
                  <a:lnTo>
                    <a:pt x="1160510" y="3834001"/>
                  </a:lnTo>
                  <a:lnTo>
                    <a:pt x="1201046" y="3811821"/>
                  </a:lnTo>
                  <a:lnTo>
                    <a:pt x="1241026" y="3788900"/>
                  </a:lnTo>
                  <a:lnTo>
                    <a:pt x="1280436" y="3765249"/>
                  </a:lnTo>
                  <a:lnTo>
                    <a:pt x="1319267" y="3740879"/>
                  </a:lnTo>
                  <a:lnTo>
                    <a:pt x="1357506" y="3715799"/>
                  </a:lnTo>
                  <a:lnTo>
                    <a:pt x="1395142" y="3690021"/>
                  </a:lnTo>
                  <a:lnTo>
                    <a:pt x="1432164" y="3663555"/>
                  </a:lnTo>
                  <a:lnTo>
                    <a:pt x="1468559" y="3636410"/>
                  </a:lnTo>
                  <a:lnTo>
                    <a:pt x="1504316" y="3608599"/>
                  </a:lnTo>
                  <a:lnTo>
                    <a:pt x="1539424" y="3580130"/>
                  </a:lnTo>
                  <a:lnTo>
                    <a:pt x="1573870" y="3551014"/>
                  </a:lnTo>
                  <a:lnTo>
                    <a:pt x="1607644" y="3521263"/>
                  </a:lnTo>
                  <a:lnTo>
                    <a:pt x="1640734" y="3490885"/>
                  </a:lnTo>
                  <a:lnTo>
                    <a:pt x="1673128" y="3459892"/>
                  </a:lnTo>
                  <a:lnTo>
                    <a:pt x="1704815" y="3428295"/>
                  </a:lnTo>
                  <a:lnTo>
                    <a:pt x="1735783" y="3396102"/>
                  </a:lnTo>
                  <a:lnTo>
                    <a:pt x="1766020" y="3363326"/>
                  </a:lnTo>
                  <a:lnTo>
                    <a:pt x="1795516" y="3329975"/>
                  </a:lnTo>
                  <a:lnTo>
                    <a:pt x="1824257" y="3296062"/>
                  </a:lnTo>
                  <a:lnTo>
                    <a:pt x="1852234" y="3261595"/>
                  </a:lnTo>
                  <a:lnTo>
                    <a:pt x="1879433" y="3226586"/>
                  </a:lnTo>
                  <a:lnTo>
                    <a:pt x="1905845" y="3191045"/>
                  </a:lnTo>
                  <a:lnTo>
                    <a:pt x="1931456" y="3154982"/>
                  </a:lnTo>
                  <a:lnTo>
                    <a:pt x="1956256" y="3118408"/>
                  </a:lnTo>
                  <a:lnTo>
                    <a:pt x="1980232" y="3081333"/>
                  </a:lnTo>
                  <a:lnTo>
                    <a:pt x="2003374" y="3043768"/>
                  </a:lnTo>
                  <a:lnTo>
                    <a:pt x="2025670" y="3005722"/>
                  </a:lnTo>
                  <a:lnTo>
                    <a:pt x="2047108" y="2967207"/>
                  </a:lnTo>
                  <a:lnTo>
                    <a:pt x="2067677" y="2928233"/>
                  </a:lnTo>
                  <a:lnTo>
                    <a:pt x="2087364" y="2888810"/>
                  </a:lnTo>
                  <a:lnTo>
                    <a:pt x="2106159" y="2848948"/>
                  </a:lnTo>
                  <a:lnTo>
                    <a:pt x="2124050" y="2808659"/>
                  </a:lnTo>
                  <a:lnTo>
                    <a:pt x="2141025" y="2767952"/>
                  </a:lnTo>
                  <a:lnTo>
                    <a:pt x="2157073" y="2726838"/>
                  </a:lnTo>
                  <a:lnTo>
                    <a:pt x="2172182" y="2685327"/>
                  </a:lnTo>
                  <a:lnTo>
                    <a:pt x="2186340" y="2643429"/>
                  </a:lnTo>
                  <a:lnTo>
                    <a:pt x="2199537" y="2601156"/>
                  </a:lnTo>
                  <a:lnTo>
                    <a:pt x="2211759" y="2558517"/>
                  </a:lnTo>
                  <a:lnTo>
                    <a:pt x="2222997" y="2515523"/>
                  </a:lnTo>
                  <a:lnTo>
                    <a:pt x="2233238" y="2472185"/>
                  </a:lnTo>
                  <a:lnTo>
                    <a:pt x="2242471" y="2428512"/>
                  </a:lnTo>
                  <a:lnTo>
                    <a:pt x="2250683" y="2384515"/>
                  </a:lnTo>
                  <a:lnTo>
                    <a:pt x="2257864" y="2340205"/>
                  </a:lnTo>
                  <a:lnTo>
                    <a:pt x="2264003" y="2295592"/>
                  </a:lnTo>
                  <a:lnTo>
                    <a:pt x="2269086" y="2250686"/>
                  </a:lnTo>
                  <a:lnTo>
                    <a:pt x="2273103" y="2205498"/>
                  </a:lnTo>
                  <a:lnTo>
                    <a:pt x="2276043" y="2160038"/>
                  </a:lnTo>
                  <a:lnTo>
                    <a:pt x="2277893" y="2114317"/>
                  </a:lnTo>
                  <a:lnTo>
                    <a:pt x="2278642" y="2068345"/>
                  </a:lnTo>
                  <a:lnTo>
                    <a:pt x="2278282" y="2022368"/>
                  </a:lnTo>
                  <a:lnTo>
                    <a:pt x="2276820" y="1976632"/>
                  </a:lnTo>
                  <a:lnTo>
                    <a:pt x="2274266" y="1931148"/>
                  </a:lnTo>
                  <a:lnTo>
                    <a:pt x="2270631" y="1885928"/>
                  </a:lnTo>
                  <a:lnTo>
                    <a:pt x="2265928" y="1840980"/>
                  </a:lnTo>
                  <a:lnTo>
                    <a:pt x="2260168" y="1796316"/>
                  </a:lnTo>
                  <a:lnTo>
                    <a:pt x="2253363" y="1751946"/>
                  </a:lnTo>
                  <a:lnTo>
                    <a:pt x="2245523" y="1707881"/>
                  </a:lnTo>
                  <a:lnTo>
                    <a:pt x="2236660" y="1664131"/>
                  </a:lnTo>
                  <a:lnTo>
                    <a:pt x="2226787" y="1620707"/>
                  </a:lnTo>
                  <a:lnTo>
                    <a:pt x="2215914" y="1577620"/>
                  </a:lnTo>
                  <a:lnTo>
                    <a:pt x="2204052" y="1534879"/>
                  </a:lnTo>
                  <a:lnTo>
                    <a:pt x="2191214" y="1492495"/>
                  </a:lnTo>
                  <a:lnTo>
                    <a:pt x="2177411" y="1450479"/>
                  </a:lnTo>
                  <a:lnTo>
                    <a:pt x="2162654" y="1408841"/>
                  </a:lnTo>
                  <a:lnTo>
                    <a:pt x="2146955" y="1367592"/>
                  </a:lnTo>
                  <a:lnTo>
                    <a:pt x="2130325" y="1326743"/>
                  </a:lnTo>
                  <a:lnTo>
                    <a:pt x="2112776" y="1286303"/>
                  </a:lnTo>
                  <a:lnTo>
                    <a:pt x="2094319" y="1246283"/>
                  </a:lnTo>
                  <a:lnTo>
                    <a:pt x="2074966" y="1206695"/>
                  </a:lnTo>
                  <a:lnTo>
                    <a:pt x="2054728" y="1167547"/>
                  </a:lnTo>
                  <a:lnTo>
                    <a:pt x="2033617" y="1128852"/>
                  </a:lnTo>
                  <a:lnTo>
                    <a:pt x="2011644" y="1090619"/>
                  </a:lnTo>
                  <a:lnTo>
                    <a:pt x="1988821" y="1052858"/>
                  </a:lnTo>
                  <a:lnTo>
                    <a:pt x="1965159" y="1015581"/>
                  </a:lnTo>
                  <a:lnTo>
                    <a:pt x="1940669" y="978798"/>
                  </a:lnTo>
                  <a:lnTo>
                    <a:pt x="1915364" y="942520"/>
                  </a:lnTo>
                  <a:lnTo>
                    <a:pt x="1889255" y="906756"/>
                  </a:lnTo>
                  <a:lnTo>
                    <a:pt x="1862352" y="871518"/>
                  </a:lnTo>
                  <a:lnTo>
                    <a:pt x="1834668" y="836815"/>
                  </a:lnTo>
                  <a:lnTo>
                    <a:pt x="1806215" y="802659"/>
                  </a:lnTo>
                  <a:lnTo>
                    <a:pt x="1777003" y="769060"/>
                  </a:lnTo>
                  <a:lnTo>
                    <a:pt x="1747044" y="736029"/>
                  </a:lnTo>
                  <a:lnTo>
                    <a:pt x="1716349" y="703575"/>
                  </a:lnTo>
                  <a:lnTo>
                    <a:pt x="1684931" y="671710"/>
                  </a:lnTo>
                  <a:lnTo>
                    <a:pt x="1652800" y="640444"/>
                  </a:lnTo>
                  <a:lnTo>
                    <a:pt x="1619968" y="609787"/>
                  </a:lnTo>
                  <a:lnTo>
                    <a:pt x="1586447" y="579751"/>
                  </a:lnTo>
                  <a:lnTo>
                    <a:pt x="1552248" y="550344"/>
                  </a:lnTo>
                  <a:lnTo>
                    <a:pt x="1517383" y="521579"/>
                  </a:lnTo>
                  <a:lnTo>
                    <a:pt x="1481862" y="493465"/>
                  </a:lnTo>
                  <a:lnTo>
                    <a:pt x="1445698" y="466014"/>
                  </a:lnTo>
                  <a:lnTo>
                    <a:pt x="1408902" y="439235"/>
                  </a:lnTo>
                  <a:lnTo>
                    <a:pt x="1371485" y="413139"/>
                  </a:lnTo>
                  <a:lnTo>
                    <a:pt x="1333459" y="387736"/>
                  </a:lnTo>
                  <a:lnTo>
                    <a:pt x="1294836" y="363038"/>
                  </a:lnTo>
                  <a:lnTo>
                    <a:pt x="1255627" y="339054"/>
                  </a:lnTo>
                  <a:lnTo>
                    <a:pt x="1215843" y="315795"/>
                  </a:lnTo>
                  <a:lnTo>
                    <a:pt x="1175496" y="293272"/>
                  </a:lnTo>
                  <a:lnTo>
                    <a:pt x="1134597" y="271495"/>
                  </a:lnTo>
                  <a:lnTo>
                    <a:pt x="1093159" y="250474"/>
                  </a:lnTo>
                  <a:lnTo>
                    <a:pt x="1051191" y="230221"/>
                  </a:lnTo>
                  <a:lnTo>
                    <a:pt x="1008707" y="210745"/>
                  </a:lnTo>
                  <a:lnTo>
                    <a:pt x="965717" y="192058"/>
                  </a:lnTo>
                  <a:lnTo>
                    <a:pt x="922233" y="174169"/>
                  </a:lnTo>
                  <a:lnTo>
                    <a:pt x="878266" y="157089"/>
                  </a:lnTo>
                  <a:lnTo>
                    <a:pt x="833828" y="140829"/>
                  </a:lnTo>
                  <a:lnTo>
                    <a:pt x="788930" y="125399"/>
                  </a:lnTo>
                  <a:lnTo>
                    <a:pt x="743584" y="110810"/>
                  </a:lnTo>
                  <a:lnTo>
                    <a:pt x="697801" y="97072"/>
                  </a:lnTo>
                  <a:lnTo>
                    <a:pt x="651593" y="84195"/>
                  </a:lnTo>
                  <a:lnTo>
                    <a:pt x="604972" y="72191"/>
                  </a:lnTo>
                  <a:lnTo>
                    <a:pt x="557948" y="61070"/>
                  </a:lnTo>
                  <a:lnTo>
                    <a:pt x="510533" y="50842"/>
                  </a:lnTo>
                  <a:lnTo>
                    <a:pt x="462739" y="41517"/>
                  </a:lnTo>
                  <a:lnTo>
                    <a:pt x="414578" y="33107"/>
                  </a:lnTo>
                  <a:lnTo>
                    <a:pt x="366060" y="25622"/>
                  </a:lnTo>
                  <a:lnTo>
                    <a:pt x="317197" y="19071"/>
                  </a:lnTo>
                  <a:lnTo>
                    <a:pt x="268001" y="13467"/>
                  </a:lnTo>
                  <a:lnTo>
                    <a:pt x="218483" y="8819"/>
                  </a:lnTo>
                  <a:lnTo>
                    <a:pt x="168655" y="5138"/>
                  </a:lnTo>
                  <a:lnTo>
                    <a:pt x="118528" y="2434"/>
                  </a:lnTo>
                  <a:lnTo>
                    <a:pt x="68113" y="717"/>
                  </a:lnTo>
                  <a:lnTo>
                    <a:pt x="17423" y="0"/>
                  </a:lnTo>
                  <a:lnTo>
                    <a:pt x="0" y="4117455"/>
                  </a:lnTo>
                  <a:close/>
                </a:path>
              </a:pathLst>
            </a:custGeom>
            <a:ln w="21339">
              <a:solidFill>
                <a:srgbClr val="8CB4AB"/>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EF9B6845-265C-3449-973D-75947524485D}"/>
                </a:ext>
              </a:extLst>
            </p:cNvPr>
            <p:cNvSpPr/>
            <p:nvPr/>
          </p:nvSpPr>
          <p:spPr>
            <a:xfrm>
              <a:off x="3512920" y="7517201"/>
              <a:ext cx="1835785" cy="1835785"/>
            </a:xfrm>
            <a:custGeom>
              <a:avLst/>
              <a:gdLst/>
              <a:ahLst/>
              <a:cxnLst/>
              <a:rect l="l" t="t" r="r" b="b"/>
              <a:pathLst>
                <a:path w="1835785" h="1835784">
                  <a:moveTo>
                    <a:pt x="1835389" y="917699"/>
                  </a:moveTo>
                  <a:lnTo>
                    <a:pt x="1834117" y="966437"/>
                  </a:lnTo>
                  <a:lnTo>
                    <a:pt x="1830343" y="1014513"/>
                  </a:lnTo>
                  <a:lnTo>
                    <a:pt x="1824131" y="1061863"/>
                  </a:lnTo>
                  <a:lnTo>
                    <a:pt x="1815544" y="1108423"/>
                  </a:lnTo>
                  <a:lnTo>
                    <a:pt x="1804645" y="1154130"/>
                  </a:lnTo>
                  <a:lnTo>
                    <a:pt x="1791499" y="1198921"/>
                  </a:lnTo>
                  <a:lnTo>
                    <a:pt x="1776167" y="1242733"/>
                  </a:lnTo>
                  <a:lnTo>
                    <a:pt x="1758715" y="1285501"/>
                  </a:lnTo>
                  <a:lnTo>
                    <a:pt x="1739205" y="1327162"/>
                  </a:lnTo>
                  <a:lnTo>
                    <a:pt x="1717700" y="1367654"/>
                  </a:lnTo>
                  <a:lnTo>
                    <a:pt x="1694264" y="1406913"/>
                  </a:lnTo>
                  <a:lnTo>
                    <a:pt x="1668961" y="1444874"/>
                  </a:lnTo>
                  <a:lnTo>
                    <a:pt x="1641854" y="1481475"/>
                  </a:lnTo>
                  <a:lnTo>
                    <a:pt x="1613006" y="1516653"/>
                  </a:lnTo>
                  <a:lnTo>
                    <a:pt x="1582481" y="1550344"/>
                  </a:lnTo>
                  <a:lnTo>
                    <a:pt x="1550342" y="1582484"/>
                  </a:lnTo>
                  <a:lnTo>
                    <a:pt x="1516652" y="1613010"/>
                  </a:lnTo>
                  <a:lnTo>
                    <a:pt x="1481476" y="1641859"/>
                  </a:lnTo>
                  <a:lnTo>
                    <a:pt x="1444875" y="1668967"/>
                  </a:lnTo>
                  <a:lnTo>
                    <a:pt x="1406915" y="1694271"/>
                  </a:lnTo>
                  <a:lnTo>
                    <a:pt x="1367658" y="1717707"/>
                  </a:lnTo>
                  <a:lnTo>
                    <a:pt x="1327168" y="1739212"/>
                  </a:lnTo>
                  <a:lnTo>
                    <a:pt x="1285508" y="1758723"/>
                  </a:lnTo>
                  <a:lnTo>
                    <a:pt x="1242741" y="1776176"/>
                  </a:lnTo>
                  <a:lnTo>
                    <a:pt x="1198931" y="1791508"/>
                  </a:lnTo>
                  <a:lnTo>
                    <a:pt x="1154142" y="1804655"/>
                  </a:lnTo>
                  <a:lnTo>
                    <a:pt x="1108436" y="1815554"/>
                  </a:lnTo>
                  <a:lnTo>
                    <a:pt x="1061878" y="1824141"/>
                  </a:lnTo>
                  <a:lnTo>
                    <a:pt x="1014530" y="1830353"/>
                  </a:lnTo>
                  <a:lnTo>
                    <a:pt x="966456" y="1834127"/>
                  </a:lnTo>
                  <a:lnTo>
                    <a:pt x="917720" y="1835399"/>
                  </a:lnTo>
                  <a:lnTo>
                    <a:pt x="868981" y="1834127"/>
                  </a:lnTo>
                  <a:lnTo>
                    <a:pt x="820904" y="1830353"/>
                  </a:lnTo>
                  <a:lnTo>
                    <a:pt x="773554" y="1824141"/>
                  </a:lnTo>
                  <a:lnTo>
                    <a:pt x="726993" y="1815554"/>
                  </a:lnTo>
                  <a:lnTo>
                    <a:pt x="681284" y="1804655"/>
                  </a:lnTo>
                  <a:lnTo>
                    <a:pt x="636492" y="1791508"/>
                  </a:lnTo>
                  <a:lnTo>
                    <a:pt x="592680" y="1776176"/>
                  </a:lnTo>
                  <a:lnTo>
                    <a:pt x="549911" y="1758723"/>
                  </a:lnTo>
                  <a:lnTo>
                    <a:pt x="508248" y="1739212"/>
                  </a:lnTo>
                  <a:lnTo>
                    <a:pt x="467756" y="1717707"/>
                  </a:lnTo>
                  <a:lnTo>
                    <a:pt x="428496" y="1694271"/>
                  </a:lnTo>
                  <a:lnTo>
                    <a:pt x="390534" y="1668967"/>
                  </a:lnTo>
                  <a:lnTo>
                    <a:pt x="353932" y="1641859"/>
                  </a:lnTo>
                  <a:lnTo>
                    <a:pt x="318753" y="1613010"/>
                  </a:lnTo>
                  <a:lnTo>
                    <a:pt x="285062" y="1582484"/>
                  </a:lnTo>
                  <a:lnTo>
                    <a:pt x="252921" y="1550344"/>
                  </a:lnTo>
                  <a:lnTo>
                    <a:pt x="222394" y="1516653"/>
                  </a:lnTo>
                  <a:lnTo>
                    <a:pt x="193545" y="1481475"/>
                  </a:lnTo>
                  <a:lnTo>
                    <a:pt x="166436" y="1444874"/>
                  </a:lnTo>
                  <a:lnTo>
                    <a:pt x="141131" y="1406913"/>
                  </a:lnTo>
                  <a:lnTo>
                    <a:pt x="117694" y="1367654"/>
                  </a:lnTo>
                  <a:lnTo>
                    <a:pt x="96189" y="1327162"/>
                  </a:lnTo>
                  <a:lnTo>
                    <a:pt x="76677" y="1285501"/>
                  </a:lnTo>
                  <a:lnTo>
                    <a:pt x="59224" y="1242733"/>
                  </a:lnTo>
                  <a:lnTo>
                    <a:pt x="43892" y="1198921"/>
                  </a:lnTo>
                  <a:lnTo>
                    <a:pt x="30745" y="1154130"/>
                  </a:lnTo>
                  <a:lnTo>
                    <a:pt x="19845" y="1108423"/>
                  </a:lnTo>
                  <a:lnTo>
                    <a:pt x="11258" y="1061863"/>
                  </a:lnTo>
                  <a:lnTo>
                    <a:pt x="5046" y="1014513"/>
                  </a:lnTo>
                  <a:lnTo>
                    <a:pt x="1272" y="966437"/>
                  </a:lnTo>
                  <a:lnTo>
                    <a:pt x="0" y="917699"/>
                  </a:lnTo>
                  <a:lnTo>
                    <a:pt x="1272" y="868961"/>
                  </a:lnTo>
                  <a:lnTo>
                    <a:pt x="5046" y="820886"/>
                  </a:lnTo>
                  <a:lnTo>
                    <a:pt x="11258" y="773536"/>
                  </a:lnTo>
                  <a:lnTo>
                    <a:pt x="19845" y="726976"/>
                  </a:lnTo>
                  <a:lnTo>
                    <a:pt x="30745" y="681268"/>
                  </a:lnTo>
                  <a:lnTo>
                    <a:pt x="43892" y="636477"/>
                  </a:lnTo>
                  <a:lnTo>
                    <a:pt x="59224" y="592666"/>
                  </a:lnTo>
                  <a:lnTo>
                    <a:pt x="76677" y="549898"/>
                  </a:lnTo>
                  <a:lnTo>
                    <a:pt x="96189" y="508236"/>
                  </a:lnTo>
                  <a:lnTo>
                    <a:pt x="117694" y="467744"/>
                  </a:lnTo>
                  <a:lnTo>
                    <a:pt x="141131" y="428486"/>
                  </a:lnTo>
                  <a:lnTo>
                    <a:pt x="166436" y="390525"/>
                  </a:lnTo>
                  <a:lnTo>
                    <a:pt x="193545" y="353923"/>
                  </a:lnTo>
                  <a:lnTo>
                    <a:pt x="222394" y="318746"/>
                  </a:lnTo>
                  <a:lnTo>
                    <a:pt x="252921" y="285055"/>
                  </a:lnTo>
                  <a:lnTo>
                    <a:pt x="285062" y="252915"/>
                  </a:lnTo>
                  <a:lnTo>
                    <a:pt x="318753" y="222389"/>
                  </a:lnTo>
                  <a:lnTo>
                    <a:pt x="353932" y="193540"/>
                  </a:lnTo>
                  <a:lnTo>
                    <a:pt x="390534" y="166432"/>
                  </a:lnTo>
                  <a:lnTo>
                    <a:pt x="428496" y="141128"/>
                  </a:lnTo>
                  <a:lnTo>
                    <a:pt x="467756" y="117691"/>
                  </a:lnTo>
                  <a:lnTo>
                    <a:pt x="508248" y="96186"/>
                  </a:lnTo>
                  <a:lnTo>
                    <a:pt x="549911" y="76675"/>
                  </a:lnTo>
                  <a:lnTo>
                    <a:pt x="592680" y="59222"/>
                  </a:lnTo>
                  <a:lnTo>
                    <a:pt x="636492" y="43891"/>
                  </a:lnTo>
                  <a:lnTo>
                    <a:pt x="681284" y="30744"/>
                  </a:lnTo>
                  <a:lnTo>
                    <a:pt x="726993" y="19845"/>
                  </a:lnTo>
                  <a:lnTo>
                    <a:pt x="773554" y="11258"/>
                  </a:lnTo>
                  <a:lnTo>
                    <a:pt x="820904" y="5045"/>
                  </a:lnTo>
                  <a:lnTo>
                    <a:pt x="868981" y="1272"/>
                  </a:lnTo>
                  <a:lnTo>
                    <a:pt x="917720" y="0"/>
                  </a:lnTo>
                  <a:lnTo>
                    <a:pt x="966456" y="1272"/>
                  </a:lnTo>
                  <a:lnTo>
                    <a:pt x="1014530" y="5045"/>
                  </a:lnTo>
                  <a:lnTo>
                    <a:pt x="1061878" y="11258"/>
                  </a:lnTo>
                  <a:lnTo>
                    <a:pt x="1108436" y="19845"/>
                  </a:lnTo>
                  <a:lnTo>
                    <a:pt x="1154142" y="30744"/>
                  </a:lnTo>
                  <a:lnTo>
                    <a:pt x="1198931" y="43891"/>
                  </a:lnTo>
                  <a:lnTo>
                    <a:pt x="1242741" y="59222"/>
                  </a:lnTo>
                  <a:lnTo>
                    <a:pt x="1285508" y="76675"/>
                  </a:lnTo>
                  <a:lnTo>
                    <a:pt x="1327168" y="96186"/>
                  </a:lnTo>
                  <a:lnTo>
                    <a:pt x="1367658" y="117691"/>
                  </a:lnTo>
                  <a:lnTo>
                    <a:pt x="1406915" y="141128"/>
                  </a:lnTo>
                  <a:lnTo>
                    <a:pt x="1444875" y="166432"/>
                  </a:lnTo>
                  <a:lnTo>
                    <a:pt x="1481476" y="193540"/>
                  </a:lnTo>
                  <a:lnTo>
                    <a:pt x="1516652" y="222389"/>
                  </a:lnTo>
                  <a:lnTo>
                    <a:pt x="1550342" y="252915"/>
                  </a:lnTo>
                  <a:lnTo>
                    <a:pt x="1582481" y="285055"/>
                  </a:lnTo>
                  <a:lnTo>
                    <a:pt x="1613006" y="318746"/>
                  </a:lnTo>
                  <a:lnTo>
                    <a:pt x="1641854" y="353923"/>
                  </a:lnTo>
                  <a:lnTo>
                    <a:pt x="1668961" y="390525"/>
                  </a:lnTo>
                  <a:lnTo>
                    <a:pt x="1694264" y="428486"/>
                  </a:lnTo>
                  <a:lnTo>
                    <a:pt x="1717700" y="467744"/>
                  </a:lnTo>
                  <a:lnTo>
                    <a:pt x="1739205" y="508236"/>
                  </a:lnTo>
                  <a:lnTo>
                    <a:pt x="1758715" y="549898"/>
                  </a:lnTo>
                  <a:lnTo>
                    <a:pt x="1776167" y="592666"/>
                  </a:lnTo>
                  <a:lnTo>
                    <a:pt x="1791499" y="636477"/>
                  </a:lnTo>
                  <a:lnTo>
                    <a:pt x="1804645" y="681268"/>
                  </a:lnTo>
                  <a:lnTo>
                    <a:pt x="1815544" y="726976"/>
                  </a:lnTo>
                  <a:lnTo>
                    <a:pt x="1824131" y="773536"/>
                  </a:lnTo>
                  <a:lnTo>
                    <a:pt x="1830343" y="820886"/>
                  </a:lnTo>
                  <a:lnTo>
                    <a:pt x="1834117" y="868961"/>
                  </a:lnTo>
                  <a:lnTo>
                    <a:pt x="1835389" y="917699"/>
                  </a:lnTo>
                  <a:close/>
                </a:path>
              </a:pathLst>
            </a:custGeom>
            <a:ln w="21339">
              <a:solidFill>
                <a:srgbClr val="8CB4AB"/>
              </a:solidFill>
            </a:ln>
          </p:spPr>
          <p:txBody>
            <a:bodyPr wrap="square" lIns="0" tIns="0" rIns="0" bIns="0" rtlCol="0"/>
            <a:lstStyle/>
            <a:p>
              <a:endParaRPr sz="1092"/>
            </a:p>
          </p:txBody>
        </p:sp>
        <p:sp>
          <p:nvSpPr>
            <p:cNvPr id="21" name="object 6">
              <a:extLst>
                <a:ext uri="{FF2B5EF4-FFF2-40B4-BE49-F238E27FC236}">
                  <a16:creationId xmlns:a16="http://schemas.microsoft.com/office/drawing/2014/main" id="{8E3494D2-8215-A94F-A5BE-AC0FA8CBE97B}"/>
                </a:ext>
              </a:extLst>
            </p:cNvPr>
            <p:cNvSpPr/>
            <p:nvPr/>
          </p:nvSpPr>
          <p:spPr>
            <a:xfrm>
              <a:off x="4430641" y="2251812"/>
              <a:ext cx="4352925" cy="1637030"/>
            </a:xfrm>
            <a:custGeom>
              <a:avLst/>
              <a:gdLst/>
              <a:ahLst/>
              <a:cxnLst/>
              <a:rect l="l" t="t" r="r" b="b"/>
              <a:pathLst>
                <a:path w="4352925" h="1637029">
                  <a:moveTo>
                    <a:pt x="711528" y="0"/>
                  </a:moveTo>
                  <a:lnTo>
                    <a:pt x="4352851" y="0"/>
                  </a:lnTo>
                  <a:lnTo>
                    <a:pt x="4352851" y="1636547"/>
                  </a:lnTo>
                  <a:lnTo>
                    <a:pt x="0" y="1636547"/>
                  </a:lnTo>
                  <a:lnTo>
                    <a:pt x="711528" y="0"/>
                  </a:lnTo>
                  <a:close/>
                </a:path>
              </a:pathLst>
            </a:custGeom>
            <a:ln w="21339">
              <a:solidFill>
                <a:srgbClr val="8CB4AB"/>
              </a:solidFill>
            </a:ln>
          </p:spPr>
          <p:txBody>
            <a:bodyPr wrap="square" lIns="0" tIns="0" rIns="0" bIns="0" rtlCol="0"/>
            <a:lstStyle/>
            <a:p>
              <a:endParaRPr sz="1092"/>
            </a:p>
          </p:txBody>
        </p:sp>
        <p:sp>
          <p:nvSpPr>
            <p:cNvPr id="22" name="object 7">
              <a:extLst>
                <a:ext uri="{FF2B5EF4-FFF2-40B4-BE49-F238E27FC236}">
                  <a16:creationId xmlns:a16="http://schemas.microsoft.com/office/drawing/2014/main" id="{A955E424-F614-FB43-B6B4-86B75E1707B6}"/>
                </a:ext>
              </a:extLst>
            </p:cNvPr>
            <p:cNvSpPr/>
            <p:nvPr/>
          </p:nvSpPr>
          <p:spPr>
            <a:xfrm>
              <a:off x="3434472" y="3888359"/>
              <a:ext cx="1992630" cy="1992630"/>
            </a:xfrm>
            <a:custGeom>
              <a:avLst/>
              <a:gdLst/>
              <a:ahLst/>
              <a:cxnLst/>
              <a:rect l="l" t="t" r="r" b="b"/>
              <a:pathLst>
                <a:path w="1992629" h="1992629">
                  <a:moveTo>
                    <a:pt x="996168" y="0"/>
                  </a:moveTo>
                  <a:lnTo>
                    <a:pt x="0" y="1992295"/>
                  </a:lnTo>
                  <a:lnTo>
                    <a:pt x="1992305" y="1992295"/>
                  </a:lnTo>
                  <a:lnTo>
                    <a:pt x="996168" y="0"/>
                  </a:lnTo>
                  <a:close/>
                </a:path>
              </a:pathLst>
            </a:custGeom>
            <a:ln w="21339">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E008E747-8578-4BFB-8A03-78AFEE6F23B1}"/>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052963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6">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1346452"/>
            <a:ext cx="5609379" cy="4630016"/>
            <a:chOff x="0" y="2220399"/>
            <a:chExt cx="9249632"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4DE25FCB-2D0A-9642-B81E-7659C842B06E}"/>
                </a:ext>
              </a:extLst>
            </p:cNvPr>
            <p:cNvSpPr/>
            <p:nvPr/>
          </p:nvSpPr>
          <p:spPr>
            <a:xfrm>
              <a:off x="3465648" y="2289579"/>
              <a:ext cx="2873375" cy="7487284"/>
            </a:xfrm>
            <a:custGeom>
              <a:avLst/>
              <a:gdLst/>
              <a:ahLst/>
              <a:cxnLst/>
              <a:rect l="l" t="t" r="r" b="b"/>
              <a:pathLst>
                <a:path w="2873375" h="7487284">
                  <a:moveTo>
                    <a:pt x="2821525" y="7487262"/>
                  </a:moveTo>
                  <a:lnTo>
                    <a:pt x="2781241" y="7486251"/>
                  </a:lnTo>
                  <a:lnTo>
                    <a:pt x="2741048" y="7484460"/>
                  </a:lnTo>
                  <a:lnTo>
                    <a:pt x="2700953" y="7481895"/>
                  </a:lnTo>
                  <a:lnTo>
                    <a:pt x="2660959" y="7478560"/>
                  </a:lnTo>
                  <a:lnTo>
                    <a:pt x="2621072" y="7474462"/>
                  </a:lnTo>
                  <a:lnTo>
                    <a:pt x="2581297" y="7469605"/>
                  </a:lnTo>
                  <a:lnTo>
                    <a:pt x="2541638" y="7463995"/>
                  </a:lnTo>
                  <a:lnTo>
                    <a:pt x="2502100" y="7457638"/>
                  </a:lnTo>
                  <a:lnTo>
                    <a:pt x="2462689" y="7450538"/>
                  </a:lnTo>
                  <a:lnTo>
                    <a:pt x="2423410" y="7442702"/>
                  </a:lnTo>
                  <a:lnTo>
                    <a:pt x="2384266" y="7434134"/>
                  </a:lnTo>
                  <a:lnTo>
                    <a:pt x="2345264" y="7424840"/>
                  </a:lnTo>
                  <a:lnTo>
                    <a:pt x="2306407" y="7414825"/>
                  </a:lnTo>
                  <a:lnTo>
                    <a:pt x="2267701" y="7404096"/>
                  </a:lnTo>
                  <a:lnTo>
                    <a:pt x="2229152" y="7392656"/>
                  </a:lnTo>
                  <a:lnTo>
                    <a:pt x="2190763" y="7380513"/>
                  </a:lnTo>
                  <a:lnTo>
                    <a:pt x="2152539" y="7367670"/>
                  </a:lnTo>
                  <a:lnTo>
                    <a:pt x="2114486" y="7354133"/>
                  </a:lnTo>
                  <a:lnTo>
                    <a:pt x="2076608" y="7339909"/>
                  </a:lnTo>
                  <a:lnTo>
                    <a:pt x="2038911" y="7325002"/>
                  </a:lnTo>
                  <a:lnTo>
                    <a:pt x="2001399" y="7309417"/>
                  </a:lnTo>
                  <a:lnTo>
                    <a:pt x="1964077" y="7293160"/>
                  </a:lnTo>
                  <a:lnTo>
                    <a:pt x="1926951" y="7276237"/>
                  </a:lnTo>
                  <a:lnTo>
                    <a:pt x="1890024" y="7258652"/>
                  </a:lnTo>
                  <a:lnTo>
                    <a:pt x="1853302" y="7240412"/>
                  </a:lnTo>
                  <a:lnTo>
                    <a:pt x="1816790" y="7221521"/>
                  </a:lnTo>
                  <a:lnTo>
                    <a:pt x="1780492" y="7201985"/>
                  </a:lnTo>
                  <a:lnTo>
                    <a:pt x="1744414" y="7181810"/>
                  </a:lnTo>
                  <a:lnTo>
                    <a:pt x="1708561" y="7161001"/>
                  </a:lnTo>
                  <a:lnTo>
                    <a:pt x="1672937" y="7139562"/>
                  </a:lnTo>
                  <a:lnTo>
                    <a:pt x="1637547" y="7117501"/>
                  </a:lnTo>
                  <a:lnTo>
                    <a:pt x="1602397" y="7094821"/>
                  </a:lnTo>
                  <a:lnTo>
                    <a:pt x="1567491" y="7071529"/>
                  </a:lnTo>
                  <a:lnTo>
                    <a:pt x="1532833" y="7047630"/>
                  </a:lnTo>
                  <a:lnTo>
                    <a:pt x="1498430" y="7023128"/>
                  </a:lnTo>
                  <a:lnTo>
                    <a:pt x="1464285" y="6998031"/>
                  </a:lnTo>
                  <a:lnTo>
                    <a:pt x="1430405" y="6972342"/>
                  </a:lnTo>
                  <a:lnTo>
                    <a:pt x="1396793" y="6946068"/>
                  </a:lnTo>
                  <a:lnTo>
                    <a:pt x="1363454" y="6919214"/>
                  </a:lnTo>
                  <a:lnTo>
                    <a:pt x="1330394" y="6891785"/>
                  </a:lnTo>
                  <a:lnTo>
                    <a:pt x="1297617" y="6863786"/>
                  </a:lnTo>
                  <a:lnTo>
                    <a:pt x="1265129" y="6835224"/>
                  </a:lnTo>
                  <a:lnTo>
                    <a:pt x="1232934" y="6806103"/>
                  </a:lnTo>
                  <a:lnTo>
                    <a:pt x="1201037" y="6776428"/>
                  </a:lnTo>
                  <a:lnTo>
                    <a:pt x="1169443" y="6746206"/>
                  </a:lnTo>
                  <a:lnTo>
                    <a:pt x="1138157" y="6715442"/>
                  </a:lnTo>
                  <a:lnTo>
                    <a:pt x="1107183" y="6684141"/>
                  </a:lnTo>
                  <a:lnTo>
                    <a:pt x="1076528" y="6652308"/>
                  </a:lnTo>
                  <a:lnTo>
                    <a:pt x="1046195" y="6619949"/>
                  </a:lnTo>
                  <a:lnTo>
                    <a:pt x="1016189" y="6587069"/>
                  </a:lnTo>
                  <a:lnTo>
                    <a:pt x="986517" y="6553673"/>
                  </a:lnTo>
                  <a:lnTo>
                    <a:pt x="957181" y="6519768"/>
                  </a:lnTo>
                  <a:lnTo>
                    <a:pt x="928188" y="6485358"/>
                  </a:lnTo>
                  <a:lnTo>
                    <a:pt x="899541" y="6450449"/>
                  </a:lnTo>
                  <a:lnTo>
                    <a:pt x="871247" y="6415046"/>
                  </a:lnTo>
                  <a:lnTo>
                    <a:pt x="843310" y="6379155"/>
                  </a:lnTo>
                  <a:lnTo>
                    <a:pt x="815735" y="6342781"/>
                  </a:lnTo>
                  <a:lnTo>
                    <a:pt x="788527" y="6305929"/>
                  </a:lnTo>
                  <a:lnTo>
                    <a:pt x="761690" y="6268605"/>
                  </a:lnTo>
                  <a:lnTo>
                    <a:pt x="735230" y="6230815"/>
                  </a:lnTo>
                  <a:lnTo>
                    <a:pt x="709152" y="6192563"/>
                  </a:lnTo>
                  <a:lnTo>
                    <a:pt x="683459" y="6153854"/>
                  </a:lnTo>
                  <a:lnTo>
                    <a:pt x="658159" y="6114696"/>
                  </a:lnTo>
                  <a:lnTo>
                    <a:pt x="633254" y="6075092"/>
                  </a:lnTo>
                  <a:lnTo>
                    <a:pt x="608751" y="6035048"/>
                  </a:lnTo>
                  <a:lnTo>
                    <a:pt x="584654" y="5994571"/>
                  </a:lnTo>
                  <a:lnTo>
                    <a:pt x="560967" y="5953664"/>
                  </a:lnTo>
                  <a:lnTo>
                    <a:pt x="537697" y="5912333"/>
                  </a:lnTo>
                  <a:lnTo>
                    <a:pt x="514847" y="5870584"/>
                  </a:lnTo>
                  <a:lnTo>
                    <a:pt x="492423" y="5828423"/>
                  </a:lnTo>
                  <a:lnTo>
                    <a:pt x="470430" y="5785854"/>
                  </a:lnTo>
                  <a:lnTo>
                    <a:pt x="448872" y="5742883"/>
                  </a:lnTo>
                  <a:lnTo>
                    <a:pt x="427754" y="5699516"/>
                  </a:lnTo>
                  <a:lnTo>
                    <a:pt x="407082" y="5655757"/>
                  </a:lnTo>
                  <a:lnTo>
                    <a:pt x="386860" y="5611613"/>
                  </a:lnTo>
                  <a:lnTo>
                    <a:pt x="367093" y="5567088"/>
                  </a:lnTo>
                  <a:lnTo>
                    <a:pt x="347787" y="5522189"/>
                  </a:lnTo>
                  <a:lnTo>
                    <a:pt x="328945" y="5476920"/>
                  </a:lnTo>
                  <a:lnTo>
                    <a:pt x="310573" y="5431286"/>
                  </a:lnTo>
                  <a:lnTo>
                    <a:pt x="292676" y="5385294"/>
                  </a:lnTo>
                  <a:lnTo>
                    <a:pt x="275258" y="5338949"/>
                  </a:lnTo>
                  <a:lnTo>
                    <a:pt x="258325" y="5292255"/>
                  </a:lnTo>
                  <a:lnTo>
                    <a:pt x="241881" y="5245219"/>
                  </a:lnTo>
                  <a:lnTo>
                    <a:pt x="225932" y="5197846"/>
                  </a:lnTo>
                  <a:lnTo>
                    <a:pt x="210482" y="5150141"/>
                  </a:lnTo>
                  <a:lnTo>
                    <a:pt x="195537" y="5102109"/>
                  </a:lnTo>
                  <a:lnTo>
                    <a:pt x="181100" y="5053757"/>
                  </a:lnTo>
                  <a:lnTo>
                    <a:pt x="167178" y="5005089"/>
                  </a:lnTo>
                  <a:lnTo>
                    <a:pt x="153774" y="4956111"/>
                  </a:lnTo>
                  <a:lnTo>
                    <a:pt x="140894" y="4906828"/>
                  </a:lnTo>
                  <a:lnTo>
                    <a:pt x="128543" y="4857246"/>
                  </a:lnTo>
                  <a:lnTo>
                    <a:pt x="116726" y="4807370"/>
                  </a:lnTo>
                  <a:lnTo>
                    <a:pt x="105447" y="4757205"/>
                  </a:lnTo>
                  <a:lnTo>
                    <a:pt x="94712" y="4706757"/>
                  </a:lnTo>
                  <a:lnTo>
                    <a:pt x="84525" y="4656032"/>
                  </a:lnTo>
                  <a:lnTo>
                    <a:pt x="74891" y="4605034"/>
                  </a:lnTo>
                  <a:lnTo>
                    <a:pt x="65815" y="4553769"/>
                  </a:lnTo>
                  <a:lnTo>
                    <a:pt x="57303" y="4502242"/>
                  </a:lnTo>
                  <a:lnTo>
                    <a:pt x="49358" y="4450459"/>
                  </a:lnTo>
                  <a:lnTo>
                    <a:pt x="41987" y="4398426"/>
                  </a:lnTo>
                  <a:lnTo>
                    <a:pt x="35193" y="4346147"/>
                  </a:lnTo>
                  <a:lnTo>
                    <a:pt x="28982" y="4293628"/>
                  </a:lnTo>
                  <a:lnTo>
                    <a:pt x="23358" y="4240875"/>
                  </a:lnTo>
                  <a:lnTo>
                    <a:pt x="18327" y="4187893"/>
                  </a:lnTo>
                  <a:lnTo>
                    <a:pt x="13894" y="4134686"/>
                  </a:lnTo>
                  <a:lnTo>
                    <a:pt x="10063" y="4081262"/>
                  </a:lnTo>
                  <a:lnTo>
                    <a:pt x="6839" y="4027624"/>
                  </a:lnTo>
                  <a:lnTo>
                    <a:pt x="4227" y="3973779"/>
                  </a:lnTo>
                  <a:lnTo>
                    <a:pt x="2232" y="3919732"/>
                  </a:lnTo>
                  <a:lnTo>
                    <a:pt x="859" y="3865487"/>
                  </a:lnTo>
                  <a:lnTo>
                    <a:pt x="114" y="3811052"/>
                  </a:lnTo>
                  <a:lnTo>
                    <a:pt x="0" y="3756431"/>
                  </a:lnTo>
                  <a:lnTo>
                    <a:pt x="522" y="3701629"/>
                  </a:lnTo>
                  <a:lnTo>
                    <a:pt x="1680" y="3646347"/>
                  </a:lnTo>
                  <a:lnTo>
                    <a:pt x="3450" y="3591267"/>
                  </a:lnTo>
                  <a:lnTo>
                    <a:pt x="5828" y="3536394"/>
                  </a:lnTo>
                  <a:lnTo>
                    <a:pt x="8809" y="3481734"/>
                  </a:lnTo>
                  <a:lnTo>
                    <a:pt x="12388" y="3427291"/>
                  </a:lnTo>
                  <a:lnTo>
                    <a:pt x="16561" y="3373072"/>
                  </a:lnTo>
                  <a:lnTo>
                    <a:pt x="21323" y="3319082"/>
                  </a:lnTo>
                  <a:lnTo>
                    <a:pt x="26669" y="3265327"/>
                  </a:lnTo>
                  <a:lnTo>
                    <a:pt x="32595" y="3211810"/>
                  </a:lnTo>
                  <a:lnTo>
                    <a:pt x="39096" y="3158539"/>
                  </a:lnTo>
                  <a:lnTo>
                    <a:pt x="46167" y="3105519"/>
                  </a:lnTo>
                  <a:lnTo>
                    <a:pt x="53804" y="3052754"/>
                  </a:lnTo>
                  <a:lnTo>
                    <a:pt x="62003" y="3000251"/>
                  </a:lnTo>
                  <a:lnTo>
                    <a:pt x="70757" y="2948015"/>
                  </a:lnTo>
                  <a:lnTo>
                    <a:pt x="80063" y="2896051"/>
                  </a:lnTo>
                  <a:lnTo>
                    <a:pt x="89916" y="2844364"/>
                  </a:lnTo>
                  <a:lnTo>
                    <a:pt x="100311" y="2792961"/>
                  </a:lnTo>
                  <a:lnTo>
                    <a:pt x="111245" y="2741846"/>
                  </a:lnTo>
                  <a:lnTo>
                    <a:pt x="122711" y="2691025"/>
                  </a:lnTo>
                  <a:lnTo>
                    <a:pt x="134705" y="2640503"/>
                  </a:lnTo>
                  <a:lnTo>
                    <a:pt x="147223" y="2590286"/>
                  </a:lnTo>
                  <a:lnTo>
                    <a:pt x="160261" y="2540379"/>
                  </a:lnTo>
                  <a:lnTo>
                    <a:pt x="173812" y="2490788"/>
                  </a:lnTo>
                  <a:lnTo>
                    <a:pt x="187873" y="2441518"/>
                  </a:lnTo>
                  <a:lnTo>
                    <a:pt x="202440" y="2392575"/>
                  </a:lnTo>
                  <a:lnTo>
                    <a:pt x="217506" y="2343963"/>
                  </a:lnTo>
                  <a:lnTo>
                    <a:pt x="233069" y="2295689"/>
                  </a:lnTo>
                  <a:lnTo>
                    <a:pt x="249122" y="2247757"/>
                  </a:lnTo>
                  <a:lnTo>
                    <a:pt x="265662" y="2200174"/>
                  </a:lnTo>
                  <a:lnTo>
                    <a:pt x="282683" y="2152944"/>
                  </a:lnTo>
                  <a:lnTo>
                    <a:pt x="300182" y="2106073"/>
                  </a:lnTo>
                  <a:lnTo>
                    <a:pt x="318152" y="2059567"/>
                  </a:lnTo>
                  <a:lnTo>
                    <a:pt x="336591" y="2013431"/>
                  </a:lnTo>
                  <a:lnTo>
                    <a:pt x="355492" y="1967669"/>
                  </a:lnTo>
                  <a:lnTo>
                    <a:pt x="374852" y="1922289"/>
                  </a:lnTo>
                  <a:lnTo>
                    <a:pt x="394666" y="1877295"/>
                  </a:lnTo>
                  <a:lnTo>
                    <a:pt x="414928" y="1832692"/>
                  </a:lnTo>
                  <a:lnTo>
                    <a:pt x="435635" y="1788486"/>
                  </a:lnTo>
                  <a:lnTo>
                    <a:pt x="456782" y="1744683"/>
                  </a:lnTo>
                  <a:lnTo>
                    <a:pt x="478363" y="1701287"/>
                  </a:lnTo>
                  <a:lnTo>
                    <a:pt x="500375" y="1658305"/>
                  </a:lnTo>
                  <a:lnTo>
                    <a:pt x="522813" y="1615741"/>
                  </a:lnTo>
                  <a:lnTo>
                    <a:pt x="545672" y="1573602"/>
                  </a:lnTo>
                  <a:lnTo>
                    <a:pt x="568947" y="1531892"/>
                  </a:lnTo>
                  <a:lnTo>
                    <a:pt x="592634" y="1490617"/>
                  </a:lnTo>
                  <a:lnTo>
                    <a:pt x="616727" y="1449782"/>
                  </a:lnTo>
                  <a:lnTo>
                    <a:pt x="641224" y="1409393"/>
                  </a:lnTo>
                  <a:lnTo>
                    <a:pt x="666117" y="1369456"/>
                  </a:lnTo>
                  <a:lnTo>
                    <a:pt x="691404" y="1329975"/>
                  </a:lnTo>
                  <a:lnTo>
                    <a:pt x="717080" y="1290956"/>
                  </a:lnTo>
                  <a:lnTo>
                    <a:pt x="743139" y="1252405"/>
                  </a:lnTo>
                  <a:lnTo>
                    <a:pt x="769577" y="1214326"/>
                  </a:lnTo>
                  <a:lnTo>
                    <a:pt x="796389" y="1176726"/>
                  </a:lnTo>
                  <a:lnTo>
                    <a:pt x="823571" y="1139610"/>
                  </a:lnTo>
                  <a:lnTo>
                    <a:pt x="851118" y="1102983"/>
                  </a:lnTo>
                  <a:lnTo>
                    <a:pt x="879025" y="1066850"/>
                  </a:lnTo>
                  <a:lnTo>
                    <a:pt x="907289" y="1031218"/>
                  </a:lnTo>
                  <a:lnTo>
                    <a:pt x="935903" y="996091"/>
                  </a:lnTo>
                  <a:lnTo>
                    <a:pt x="964863" y="961475"/>
                  </a:lnTo>
                  <a:lnTo>
                    <a:pt x="994166" y="927375"/>
                  </a:lnTo>
                  <a:lnTo>
                    <a:pt x="1023805" y="893797"/>
                  </a:lnTo>
                  <a:lnTo>
                    <a:pt x="1053776" y="860746"/>
                  </a:lnTo>
                  <a:lnTo>
                    <a:pt x="1084076" y="828228"/>
                  </a:lnTo>
                  <a:lnTo>
                    <a:pt x="1114698" y="796248"/>
                  </a:lnTo>
                  <a:lnTo>
                    <a:pt x="1145639" y="764811"/>
                  </a:lnTo>
                  <a:lnTo>
                    <a:pt x="1176893" y="733923"/>
                  </a:lnTo>
                  <a:lnTo>
                    <a:pt x="1208457" y="703590"/>
                  </a:lnTo>
                  <a:lnTo>
                    <a:pt x="1240325" y="673816"/>
                  </a:lnTo>
                  <a:lnTo>
                    <a:pt x="1272492" y="644607"/>
                  </a:lnTo>
                  <a:lnTo>
                    <a:pt x="1304955" y="615969"/>
                  </a:lnTo>
                  <a:lnTo>
                    <a:pt x="1337708" y="587907"/>
                  </a:lnTo>
                  <a:lnTo>
                    <a:pt x="1370746" y="560426"/>
                  </a:lnTo>
                  <a:lnTo>
                    <a:pt x="1404066" y="533532"/>
                  </a:lnTo>
                  <a:lnTo>
                    <a:pt x="1437662" y="507230"/>
                  </a:lnTo>
                  <a:lnTo>
                    <a:pt x="1471530" y="481526"/>
                  </a:lnTo>
                  <a:lnTo>
                    <a:pt x="1505665" y="456425"/>
                  </a:lnTo>
                  <a:lnTo>
                    <a:pt x="1540062" y="431933"/>
                  </a:lnTo>
                  <a:lnTo>
                    <a:pt x="1574717" y="408055"/>
                  </a:lnTo>
                  <a:lnTo>
                    <a:pt x="1609625" y="384796"/>
                  </a:lnTo>
                  <a:lnTo>
                    <a:pt x="1644781" y="362161"/>
                  </a:lnTo>
                  <a:lnTo>
                    <a:pt x="1680181" y="340157"/>
                  </a:lnTo>
                  <a:lnTo>
                    <a:pt x="1715820" y="318789"/>
                  </a:lnTo>
                  <a:lnTo>
                    <a:pt x="1751694" y="298062"/>
                  </a:lnTo>
                  <a:lnTo>
                    <a:pt x="1787797" y="277981"/>
                  </a:lnTo>
                  <a:lnTo>
                    <a:pt x="1824125" y="258552"/>
                  </a:lnTo>
                  <a:lnTo>
                    <a:pt x="1860673" y="239781"/>
                  </a:lnTo>
                  <a:lnTo>
                    <a:pt x="1897438" y="221672"/>
                  </a:lnTo>
                  <a:lnTo>
                    <a:pt x="1934413" y="204232"/>
                  </a:lnTo>
                  <a:lnTo>
                    <a:pt x="1971595" y="187465"/>
                  </a:lnTo>
                  <a:lnTo>
                    <a:pt x="2008978" y="171377"/>
                  </a:lnTo>
                  <a:lnTo>
                    <a:pt x="2046558" y="155974"/>
                  </a:lnTo>
                  <a:lnTo>
                    <a:pt x="2084331" y="141260"/>
                  </a:lnTo>
                  <a:lnTo>
                    <a:pt x="2122292" y="127242"/>
                  </a:lnTo>
                  <a:lnTo>
                    <a:pt x="2160435" y="113925"/>
                  </a:lnTo>
                  <a:lnTo>
                    <a:pt x="2198757" y="101313"/>
                  </a:lnTo>
                  <a:lnTo>
                    <a:pt x="2237253" y="89414"/>
                  </a:lnTo>
                  <a:lnTo>
                    <a:pt x="2275918" y="78231"/>
                  </a:lnTo>
                  <a:lnTo>
                    <a:pt x="2314747" y="67771"/>
                  </a:lnTo>
                  <a:lnTo>
                    <a:pt x="2353735" y="58039"/>
                  </a:lnTo>
                  <a:lnTo>
                    <a:pt x="2392879" y="49040"/>
                  </a:lnTo>
                  <a:lnTo>
                    <a:pt x="2432173" y="40779"/>
                  </a:lnTo>
                  <a:lnTo>
                    <a:pt x="2471613" y="33263"/>
                  </a:lnTo>
                  <a:lnTo>
                    <a:pt x="2511194" y="26497"/>
                  </a:lnTo>
                  <a:lnTo>
                    <a:pt x="2550912" y="20485"/>
                  </a:lnTo>
                  <a:lnTo>
                    <a:pt x="2590761" y="15234"/>
                  </a:lnTo>
                  <a:lnTo>
                    <a:pt x="2630737" y="10749"/>
                  </a:lnTo>
                  <a:lnTo>
                    <a:pt x="2670835" y="7035"/>
                  </a:lnTo>
                  <a:lnTo>
                    <a:pt x="2711051" y="4097"/>
                  </a:lnTo>
                  <a:lnTo>
                    <a:pt x="2751381" y="1942"/>
                  </a:lnTo>
                  <a:lnTo>
                    <a:pt x="2791818" y="574"/>
                  </a:lnTo>
                  <a:lnTo>
                    <a:pt x="2832360" y="0"/>
                  </a:lnTo>
                  <a:lnTo>
                    <a:pt x="2873000" y="223"/>
                  </a:lnTo>
                  <a:lnTo>
                    <a:pt x="2821525" y="7487262"/>
                  </a:lnTo>
                  <a:close/>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54075735-DB74-114B-9867-4AC3753F2A9B}"/>
                </a:ext>
              </a:extLst>
            </p:cNvPr>
            <p:cNvSpPr/>
            <p:nvPr/>
          </p:nvSpPr>
          <p:spPr>
            <a:xfrm>
              <a:off x="6986492" y="5718378"/>
              <a:ext cx="2263140" cy="4104640"/>
            </a:xfrm>
            <a:custGeom>
              <a:avLst/>
              <a:gdLst/>
              <a:ahLst/>
              <a:cxnLst/>
              <a:rect l="l" t="t" r="r" b="b"/>
              <a:pathLst>
                <a:path w="2263140" h="4104640">
                  <a:moveTo>
                    <a:pt x="0" y="4104377"/>
                  </a:moveTo>
                  <a:lnTo>
                    <a:pt x="50531" y="4103876"/>
                  </a:lnTo>
                  <a:lnTo>
                    <a:pt x="100793" y="4102378"/>
                  </a:lnTo>
                  <a:lnTo>
                    <a:pt x="150772" y="4099894"/>
                  </a:lnTo>
                  <a:lnTo>
                    <a:pt x="200457" y="4096435"/>
                  </a:lnTo>
                  <a:lnTo>
                    <a:pt x="249837" y="4092011"/>
                  </a:lnTo>
                  <a:lnTo>
                    <a:pt x="298900" y="4086632"/>
                  </a:lnTo>
                  <a:lnTo>
                    <a:pt x="347634" y="4080309"/>
                  </a:lnTo>
                  <a:lnTo>
                    <a:pt x="396029" y="4073052"/>
                  </a:lnTo>
                  <a:lnTo>
                    <a:pt x="444073" y="4064872"/>
                  </a:lnTo>
                  <a:lnTo>
                    <a:pt x="491754" y="4055780"/>
                  </a:lnTo>
                  <a:lnTo>
                    <a:pt x="539061" y="4045784"/>
                  </a:lnTo>
                  <a:lnTo>
                    <a:pt x="585982" y="4034897"/>
                  </a:lnTo>
                  <a:lnTo>
                    <a:pt x="632506" y="4023128"/>
                  </a:lnTo>
                  <a:lnTo>
                    <a:pt x="678621" y="4010488"/>
                  </a:lnTo>
                  <a:lnTo>
                    <a:pt x="724316" y="3996987"/>
                  </a:lnTo>
                  <a:lnTo>
                    <a:pt x="769579" y="3982636"/>
                  </a:lnTo>
                  <a:lnTo>
                    <a:pt x="814399" y="3967446"/>
                  </a:lnTo>
                  <a:lnTo>
                    <a:pt x="858764" y="3951425"/>
                  </a:lnTo>
                  <a:lnTo>
                    <a:pt x="902663" y="3934586"/>
                  </a:lnTo>
                  <a:lnTo>
                    <a:pt x="946084" y="3916938"/>
                  </a:lnTo>
                  <a:lnTo>
                    <a:pt x="989017" y="3898492"/>
                  </a:lnTo>
                  <a:lnTo>
                    <a:pt x="1031448" y="3879258"/>
                  </a:lnTo>
                  <a:lnTo>
                    <a:pt x="1073367" y="3859246"/>
                  </a:lnTo>
                  <a:lnTo>
                    <a:pt x="1114762" y="3838468"/>
                  </a:lnTo>
                  <a:lnTo>
                    <a:pt x="1155623" y="3816934"/>
                  </a:lnTo>
                  <a:lnTo>
                    <a:pt x="1195936" y="3794653"/>
                  </a:lnTo>
                  <a:lnTo>
                    <a:pt x="1235692" y="3771637"/>
                  </a:lnTo>
                  <a:lnTo>
                    <a:pt x="1274877" y="3747895"/>
                  </a:lnTo>
                  <a:lnTo>
                    <a:pt x="1313482" y="3723439"/>
                  </a:lnTo>
                  <a:lnTo>
                    <a:pt x="1351494" y="3698278"/>
                  </a:lnTo>
                  <a:lnTo>
                    <a:pt x="1388901" y="3672424"/>
                  </a:lnTo>
                  <a:lnTo>
                    <a:pt x="1425693" y="3645886"/>
                  </a:lnTo>
                  <a:lnTo>
                    <a:pt x="1461858" y="3618675"/>
                  </a:lnTo>
                  <a:lnTo>
                    <a:pt x="1497385" y="3590801"/>
                  </a:lnTo>
                  <a:lnTo>
                    <a:pt x="1532261" y="3562276"/>
                  </a:lnTo>
                  <a:lnTo>
                    <a:pt x="1566475" y="3533108"/>
                  </a:lnTo>
                  <a:lnTo>
                    <a:pt x="1600016" y="3503309"/>
                  </a:lnTo>
                  <a:lnTo>
                    <a:pt x="1632873" y="3472889"/>
                  </a:lnTo>
                  <a:lnTo>
                    <a:pt x="1665033" y="3441859"/>
                  </a:lnTo>
                  <a:lnTo>
                    <a:pt x="1696486" y="3410228"/>
                  </a:lnTo>
                  <a:lnTo>
                    <a:pt x="1727220" y="3378008"/>
                  </a:lnTo>
                  <a:lnTo>
                    <a:pt x="1757223" y="3345209"/>
                  </a:lnTo>
                  <a:lnTo>
                    <a:pt x="1786484" y="3311841"/>
                  </a:lnTo>
                  <a:lnTo>
                    <a:pt x="1814991" y="3277914"/>
                  </a:lnTo>
                  <a:lnTo>
                    <a:pt x="1842733" y="3243440"/>
                  </a:lnTo>
                  <a:lnTo>
                    <a:pt x="1869699" y="3208428"/>
                  </a:lnTo>
                  <a:lnTo>
                    <a:pt x="1895877" y="3172889"/>
                  </a:lnTo>
                  <a:lnTo>
                    <a:pt x="1921254" y="3136834"/>
                  </a:lnTo>
                  <a:lnTo>
                    <a:pt x="1945821" y="3100272"/>
                  </a:lnTo>
                  <a:lnTo>
                    <a:pt x="1969565" y="3063214"/>
                  </a:lnTo>
                  <a:lnTo>
                    <a:pt x="1992476" y="3025671"/>
                  </a:lnTo>
                  <a:lnTo>
                    <a:pt x="2014540" y="2987653"/>
                  </a:lnTo>
                  <a:lnTo>
                    <a:pt x="2035748" y="2949171"/>
                  </a:lnTo>
                  <a:lnTo>
                    <a:pt x="2056086" y="2910234"/>
                  </a:lnTo>
                  <a:lnTo>
                    <a:pt x="2075545" y="2870854"/>
                  </a:lnTo>
                  <a:lnTo>
                    <a:pt x="2094112" y="2831040"/>
                  </a:lnTo>
                  <a:lnTo>
                    <a:pt x="2111777" y="2790804"/>
                  </a:lnTo>
                  <a:lnTo>
                    <a:pt x="2128526" y="2750155"/>
                  </a:lnTo>
                  <a:lnTo>
                    <a:pt x="2144350" y="2709104"/>
                  </a:lnTo>
                  <a:lnTo>
                    <a:pt x="2159236" y="2667662"/>
                  </a:lnTo>
                  <a:lnTo>
                    <a:pt x="2173172" y="2625839"/>
                  </a:lnTo>
                  <a:lnTo>
                    <a:pt x="2186149" y="2583645"/>
                  </a:lnTo>
                  <a:lnTo>
                    <a:pt x="2198153" y="2541091"/>
                  </a:lnTo>
                  <a:lnTo>
                    <a:pt x="2209174" y="2498186"/>
                  </a:lnTo>
                  <a:lnTo>
                    <a:pt x="2219200" y="2454943"/>
                  </a:lnTo>
                  <a:lnTo>
                    <a:pt x="2228219" y="2411371"/>
                  </a:lnTo>
                  <a:lnTo>
                    <a:pt x="2236220" y="2367479"/>
                  </a:lnTo>
                  <a:lnTo>
                    <a:pt x="2243192" y="2323280"/>
                  </a:lnTo>
                  <a:lnTo>
                    <a:pt x="2249122" y="2278784"/>
                  </a:lnTo>
                  <a:lnTo>
                    <a:pt x="2254000" y="2233999"/>
                  </a:lnTo>
                  <a:lnTo>
                    <a:pt x="2257815" y="2188938"/>
                  </a:lnTo>
                  <a:lnTo>
                    <a:pt x="2260553" y="2143611"/>
                  </a:lnTo>
                  <a:lnTo>
                    <a:pt x="2262205" y="2098028"/>
                  </a:lnTo>
                  <a:lnTo>
                    <a:pt x="2262758" y="2052199"/>
                  </a:lnTo>
                  <a:lnTo>
                    <a:pt x="2262205" y="2006369"/>
                  </a:lnTo>
                  <a:lnTo>
                    <a:pt x="2260553" y="1960786"/>
                  </a:lnTo>
                  <a:lnTo>
                    <a:pt x="2257815" y="1915458"/>
                  </a:lnTo>
                  <a:lnTo>
                    <a:pt x="2254000" y="1870396"/>
                  </a:lnTo>
                  <a:lnTo>
                    <a:pt x="2249122" y="1825612"/>
                  </a:lnTo>
                  <a:lnTo>
                    <a:pt x="2243192" y="1781115"/>
                  </a:lnTo>
                  <a:lnTo>
                    <a:pt x="2236220" y="1736915"/>
                  </a:lnTo>
                  <a:lnTo>
                    <a:pt x="2228219" y="1693024"/>
                  </a:lnTo>
                  <a:lnTo>
                    <a:pt x="2219200" y="1649451"/>
                  </a:lnTo>
                  <a:lnTo>
                    <a:pt x="2209174" y="1606207"/>
                  </a:lnTo>
                  <a:lnTo>
                    <a:pt x="2198153" y="1563302"/>
                  </a:lnTo>
                  <a:lnTo>
                    <a:pt x="2186149" y="1520748"/>
                  </a:lnTo>
                  <a:lnTo>
                    <a:pt x="2173172" y="1478553"/>
                  </a:lnTo>
                  <a:lnTo>
                    <a:pt x="2159236" y="1436730"/>
                  </a:lnTo>
                  <a:lnTo>
                    <a:pt x="2144350" y="1395287"/>
                  </a:lnTo>
                  <a:lnTo>
                    <a:pt x="2128526" y="1354236"/>
                  </a:lnTo>
                  <a:lnTo>
                    <a:pt x="2111777" y="1313587"/>
                  </a:lnTo>
                  <a:lnTo>
                    <a:pt x="2094112" y="1273350"/>
                  </a:lnTo>
                  <a:lnTo>
                    <a:pt x="2075545" y="1233536"/>
                  </a:lnTo>
                  <a:lnTo>
                    <a:pt x="2056086" y="1194155"/>
                  </a:lnTo>
                  <a:lnTo>
                    <a:pt x="2035748" y="1155218"/>
                  </a:lnTo>
                  <a:lnTo>
                    <a:pt x="2014540" y="1116735"/>
                  </a:lnTo>
                  <a:lnTo>
                    <a:pt x="1992476" y="1078717"/>
                  </a:lnTo>
                  <a:lnTo>
                    <a:pt x="1969565" y="1041174"/>
                  </a:lnTo>
                  <a:lnTo>
                    <a:pt x="1945821" y="1004116"/>
                  </a:lnTo>
                  <a:lnTo>
                    <a:pt x="1921254" y="967553"/>
                  </a:lnTo>
                  <a:lnTo>
                    <a:pt x="1895877" y="931497"/>
                  </a:lnTo>
                  <a:lnTo>
                    <a:pt x="1869699" y="895958"/>
                  </a:lnTo>
                  <a:lnTo>
                    <a:pt x="1842733" y="860946"/>
                  </a:lnTo>
                  <a:lnTo>
                    <a:pt x="1814991" y="826471"/>
                  </a:lnTo>
                  <a:lnTo>
                    <a:pt x="1786484" y="792544"/>
                  </a:lnTo>
                  <a:lnTo>
                    <a:pt x="1757223" y="759176"/>
                  </a:lnTo>
                  <a:lnTo>
                    <a:pt x="1727220" y="726376"/>
                  </a:lnTo>
                  <a:lnTo>
                    <a:pt x="1696486" y="694156"/>
                  </a:lnTo>
                  <a:lnTo>
                    <a:pt x="1665033" y="662525"/>
                  </a:lnTo>
                  <a:lnTo>
                    <a:pt x="1632873" y="631494"/>
                  </a:lnTo>
                  <a:lnTo>
                    <a:pt x="1600016" y="601074"/>
                  </a:lnTo>
                  <a:lnTo>
                    <a:pt x="1566475" y="571275"/>
                  </a:lnTo>
                  <a:lnTo>
                    <a:pt x="1532261" y="542107"/>
                  </a:lnTo>
                  <a:lnTo>
                    <a:pt x="1497385" y="513581"/>
                  </a:lnTo>
                  <a:lnTo>
                    <a:pt x="1461858" y="485707"/>
                  </a:lnTo>
                  <a:lnTo>
                    <a:pt x="1425693" y="458496"/>
                  </a:lnTo>
                  <a:lnTo>
                    <a:pt x="1388901" y="431957"/>
                  </a:lnTo>
                  <a:lnTo>
                    <a:pt x="1351494" y="406103"/>
                  </a:lnTo>
                  <a:lnTo>
                    <a:pt x="1313482" y="380942"/>
                  </a:lnTo>
                  <a:lnTo>
                    <a:pt x="1274877" y="356485"/>
                  </a:lnTo>
                  <a:lnTo>
                    <a:pt x="1235692" y="332744"/>
                  </a:lnTo>
                  <a:lnTo>
                    <a:pt x="1195936" y="309727"/>
                  </a:lnTo>
                  <a:lnTo>
                    <a:pt x="1155623" y="287446"/>
                  </a:lnTo>
                  <a:lnTo>
                    <a:pt x="1114762" y="265911"/>
                  </a:lnTo>
                  <a:lnTo>
                    <a:pt x="1073367" y="245133"/>
                  </a:lnTo>
                  <a:lnTo>
                    <a:pt x="1031448" y="225121"/>
                  </a:lnTo>
                  <a:lnTo>
                    <a:pt x="989017" y="205887"/>
                  </a:lnTo>
                  <a:lnTo>
                    <a:pt x="946084" y="187441"/>
                  </a:lnTo>
                  <a:lnTo>
                    <a:pt x="902663" y="169793"/>
                  </a:lnTo>
                  <a:lnTo>
                    <a:pt x="858764" y="152953"/>
                  </a:lnTo>
                  <a:lnTo>
                    <a:pt x="814399" y="136933"/>
                  </a:lnTo>
                  <a:lnTo>
                    <a:pt x="769579" y="121742"/>
                  </a:lnTo>
                  <a:lnTo>
                    <a:pt x="724316" y="107390"/>
                  </a:lnTo>
                  <a:lnTo>
                    <a:pt x="678621" y="93889"/>
                  </a:lnTo>
                  <a:lnTo>
                    <a:pt x="632506" y="81249"/>
                  </a:lnTo>
                  <a:lnTo>
                    <a:pt x="585982" y="69480"/>
                  </a:lnTo>
                  <a:lnTo>
                    <a:pt x="539061" y="58593"/>
                  </a:lnTo>
                  <a:lnTo>
                    <a:pt x="491754" y="48598"/>
                  </a:lnTo>
                  <a:lnTo>
                    <a:pt x="444073" y="39505"/>
                  </a:lnTo>
                  <a:lnTo>
                    <a:pt x="396029" y="31325"/>
                  </a:lnTo>
                  <a:lnTo>
                    <a:pt x="347634" y="24068"/>
                  </a:lnTo>
                  <a:lnTo>
                    <a:pt x="298900" y="17745"/>
                  </a:lnTo>
                  <a:lnTo>
                    <a:pt x="249837" y="12366"/>
                  </a:lnTo>
                  <a:lnTo>
                    <a:pt x="200457" y="7942"/>
                  </a:lnTo>
                  <a:lnTo>
                    <a:pt x="150772" y="4483"/>
                  </a:lnTo>
                  <a:lnTo>
                    <a:pt x="100793" y="1999"/>
                  </a:lnTo>
                  <a:lnTo>
                    <a:pt x="50531" y="501"/>
                  </a:lnTo>
                  <a:lnTo>
                    <a:pt x="0" y="0"/>
                  </a:lnTo>
                  <a:lnTo>
                    <a:pt x="0" y="4104377"/>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03AA2F4B-5259-1A45-9F61-BFE43DF0A67B}"/>
                </a:ext>
              </a:extLst>
            </p:cNvPr>
            <p:cNvSpPr/>
            <p:nvPr/>
          </p:nvSpPr>
          <p:spPr>
            <a:xfrm>
              <a:off x="7062123" y="2806792"/>
              <a:ext cx="1819910" cy="1819910"/>
            </a:xfrm>
            <a:custGeom>
              <a:avLst/>
              <a:gdLst/>
              <a:ahLst/>
              <a:cxnLst/>
              <a:rect l="l" t="t" r="r" b="b"/>
              <a:pathLst>
                <a:path w="1819909" h="1819910">
                  <a:moveTo>
                    <a:pt x="1819860" y="909930"/>
                  </a:moveTo>
                  <a:lnTo>
                    <a:pt x="1818599" y="958254"/>
                  </a:lnTo>
                  <a:lnTo>
                    <a:pt x="1814857" y="1005922"/>
                  </a:lnTo>
                  <a:lnTo>
                    <a:pt x="1808698" y="1052870"/>
                  </a:lnTo>
                  <a:lnTo>
                    <a:pt x="1800183" y="1099036"/>
                  </a:lnTo>
                  <a:lnTo>
                    <a:pt x="1789377" y="1144356"/>
                  </a:lnTo>
                  <a:lnTo>
                    <a:pt x="1776341" y="1188767"/>
                  </a:lnTo>
                  <a:lnTo>
                    <a:pt x="1761140" y="1232208"/>
                  </a:lnTo>
                  <a:lnTo>
                    <a:pt x="1743835" y="1274614"/>
                  </a:lnTo>
                  <a:lnTo>
                    <a:pt x="1724490" y="1315923"/>
                  </a:lnTo>
                  <a:lnTo>
                    <a:pt x="1703167" y="1356072"/>
                  </a:lnTo>
                  <a:lnTo>
                    <a:pt x="1679929" y="1394999"/>
                  </a:lnTo>
                  <a:lnTo>
                    <a:pt x="1654840" y="1432640"/>
                  </a:lnTo>
                  <a:lnTo>
                    <a:pt x="1627962" y="1468932"/>
                  </a:lnTo>
                  <a:lnTo>
                    <a:pt x="1599358" y="1503812"/>
                  </a:lnTo>
                  <a:lnTo>
                    <a:pt x="1569090" y="1537218"/>
                  </a:lnTo>
                  <a:lnTo>
                    <a:pt x="1537223" y="1569087"/>
                  </a:lnTo>
                  <a:lnTo>
                    <a:pt x="1503818" y="1599356"/>
                  </a:lnTo>
                  <a:lnTo>
                    <a:pt x="1468939" y="1627961"/>
                  </a:lnTo>
                  <a:lnTo>
                    <a:pt x="1432648" y="1654841"/>
                  </a:lnTo>
                  <a:lnTo>
                    <a:pt x="1395008" y="1679931"/>
                  </a:lnTo>
                  <a:lnTo>
                    <a:pt x="1356082" y="1703170"/>
                  </a:lnTo>
                  <a:lnTo>
                    <a:pt x="1315934" y="1724494"/>
                  </a:lnTo>
                  <a:lnTo>
                    <a:pt x="1274625" y="1743840"/>
                  </a:lnTo>
                  <a:lnTo>
                    <a:pt x="1232220" y="1761146"/>
                  </a:lnTo>
                  <a:lnTo>
                    <a:pt x="1188780" y="1776349"/>
                  </a:lnTo>
                  <a:lnTo>
                    <a:pt x="1144368" y="1789385"/>
                  </a:lnTo>
                  <a:lnTo>
                    <a:pt x="1099048" y="1800192"/>
                  </a:lnTo>
                  <a:lnTo>
                    <a:pt x="1052882" y="1808707"/>
                  </a:lnTo>
                  <a:lnTo>
                    <a:pt x="1005934" y="1814867"/>
                  </a:lnTo>
                  <a:lnTo>
                    <a:pt x="958266" y="1818609"/>
                  </a:lnTo>
                  <a:lnTo>
                    <a:pt x="909940" y="1819871"/>
                  </a:lnTo>
                  <a:lnTo>
                    <a:pt x="861615" y="1818609"/>
                  </a:lnTo>
                  <a:lnTo>
                    <a:pt x="813946" y="1814867"/>
                  </a:lnTo>
                  <a:lnTo>
                    <a:pt x="766998" y="1808707"/>
                  </a:lnTo>
                  <a:lnTo>
                    <a:pt x="720832" y="1800192"/>
                  </a:lnTo>
                  <a:lnTo>
                    <a:pt x="675511" y="1789385"/>
                  </a:lnTo>
                  <a:lnTo>
                    <a:pt x="631099" y="1776349"/>
                  </a:lnTo>
                  <a:lnTo>
                    <a:pt x="587658" y="1761146"/>
                  </a:lnTo>
                  <a:lnTo>
                    <a:pt x="545252" y="1743840"/>
                  </a:lnTo>
                  <a:lnTo>
                    <a:pt x="503943" y="1724494"/>
                  </a:lnTo>
                  <a:lnTo>
                    <a:pt x="463793" y="1703170"/>
                  </a:lnTo>
                  <a:lnTo>
                    <a:pt x="424867" y="1679931"/>
                  </a:lnTo>
                  <a:lnTo>
                    <a:pt x="387226" y="1654841"/>
                  </a:lnTo>
                  <a:lnTo>
                    <a:pt x="350934" y="1627961"/>
                  </a:lnTo>
                  <a:lnTo>
                    <a:pt x="316054" y="1599356"/>
                  </a:lnTo>
                  <a:lnTo>
                    <a:pt x="282648" y="1569087"/>
                  </a:lnTo>
                  <a:lnTo>
                    <a:pt x="250779" y="1537218"/>
                  </a:lnTo>
                  <a:lnTo>
                    <a:pt x="220511" y="1503812"/>
                  </a:lnTo>
                  <a:lnTo>
                    <a:pt x="191906" y="1468932"/>
                  </a:lnTo>
                  <a:lnTo>
                    <a:pt x="165027" y="1432640"/>
                  </a:lnTo>
                  <a:lnTo>
                    <a:pt x="139937" y="1394999"/>
                  </a:lnTo>
                  <a:lnTo>
                    <a:pt x="116698" y="1356072"/>
                  </a:lnTo>
                  <a:lnTo>
                    <a:pt x="95374" y="1315923"/>
                  </a:lnTo>
                  <a:lnTo>
                    <a:pt x="76028" y="1274614"/>
                  </a:lnTo>
                  <a:lnTo>
                    <a:pt x="58723" y="1232208"/>
                  </a:lnTo>
                  <a:lnTo>
                    <a:pt x="43520" y="1188767"/>
                  </a:lnTo>
                  <a:lnTo>
                    <a:pt x="30484" y="1144356"/>
                  </a:lnTo>
                  <a:lnTo>
                    <a:pt x="19678" y="1099036"/>
                  </a:lnTo>
                  <a:lnTo>
                    <a:pt x="11163" y="1052870"/>
                  </a:lnTo>
                  <a:lnTo>
                    <a:pt x="5003" y="1005922"/>
                  </a:lnTo>
                  <a:lnTo>
                    <a:pt x="1261" y="958254"/>
                  </a:lnTo>
                  <a:lnTo>
                    <a:pt x="0" y="909930"/>
                  </a:lnTo>
                  <a:lnTo>
                    <a:pt x="1261" y="861605"/>
                  </a:lnTo>
                  <a:lnTo>
                    <a:pt x="5003" y="813936"/>
                  </a:lnTo>
                  <a:lnTo>
                    <a:pt x="11163" y="766988"/>
                  </a:lnTo>
                  <a:lnTo>
                    <a:pt x="19678" y="720822"/>
                  </a:lnTo>
                  <a:lnTo>
                    <a:pt x="30484" y="675501"/>
                  </a:lnTo>
                  <a:lnTo>
                    <a:pt x="43520" y="631090"/>
                  </a:lnTo>
                  <a:lnTo>
                    <a:pt x="58723" y="587649"/>
                  </a:lnTo>
                  <a:lnTo>
                    <a:pt x="76028" y="545243"/>
                  </a:lnTo>
                  <a:lnTo>
                    <a:pt x="95374" y="503934"/>
                  </a:lnTo>
                  <a:lnTo>
                    <a:pt x="116698" y="463785"/>
                  </a:lnTo>
                  <a:lnTo>
                    <a:pt x="139937" y="424859"/>
                  </a:lnTo>
                  <a:lnTo>
                    <a:pt x="165027" y="387219"/>
                  </a:lnTo>
                  <a:lnTo>
                    <a:pt x="191906" y="350928"/>
                  </a:lnTo>
                  <a:lnTo>
                    <a:pt x="220511" y="316048"/>
                  </a:lnTo>
                  <a:lnTo>
                    <a:pt x="250779" y="282642"/>
                  </a:lnTo>
                  <a:lnTo>
                    <a:pt x="282648" y="250774"/>
                  </a:lnTo>
                  <a:lnTo>
                    <a:pt x="316054" y="220507"/>
                  </a:lnTo>
                  <a:lnTo>
                    <a:pt x="350934" y="191902"/>
                  </a:lnTo>
                  <a:lnTo>
                    <a:pt x="387226" y="165023"/>
                  </a:lnTo>
                  <a:lnTo>
                    <a:pt x="424867" y="139934"/>
                  </a:lnTo>
                  <a:lnTo>
                    <a:pt x="463793" y="116696"/>
                  </a:lnTo>
                  <a:lnTo>
                    <a:pt x="503943" y="95372"/>
                  </a:lnTo>
                  <a:lnTo>
                    <a:pt x="545252" y="76027"/>
                  </a:lnTo>
                  <a:lnTo>
                    <a:pt x="587658" y="58721"/>
                  </a:lnTo>
                  <a:lnTo>
                    <a:pt x="631099" y="43519"/>
                  </a:lnTo>
                  <a:lnTo>
                    <a:pt x="675511" y="30484"/>
                  </a:lnTo>
                  <a:lnTo>
                    <a:pt x="720832" y="19677"/>
                  </a:lnTo>
                  <a:lnTo>
                    <a:pt x="766998" y="11162"/>
                  </a:lnTo>
                  <a:lnTo>
                    <a:pt x="813946" y="5003"/>
                  </a:lnTo>
                  <a:lnTo>
                    <a:pt x="861615" y="1261"/>
                  </a:lnTo>
                  <a:lnTo>
                    <a:pt x="909940" y="0"/>
                  </a:lnTo>
                  <a:lnTo>
                    <a:pt x="958266" y="1261"/>
                  </a:lnTo>
                  <a:lnTo>
                    <a:pt x="1005934" y="5003"/>
                  </a:lnTo>
                  <a:lnTo>
                    <a:pt x="1052882" y="11162"/>
                  </a:lnTo>
                  <a:lnTo>
                    <a:pt x="1099048" y="19677"/>
                  </a:lnTo>
                  <a:lnTo>
                    <a:pt x="1144368" y="30484"/>
                  </a:lnTo>
                  <a:lnTo>
                    <a:pt x="1188780" y="43519"/>
                  </a:lnTo>
                  <a:lnTo>
                    <a:pt x="1232220" y="58721"/>
                  </a:lnTo>
                  <a:lnTo>
                    <a:pt x="1274625" y="76027"/>
                  </a:lnTo>
                  <a:lnTo>
                    <a:pt x="1315934" y="95372"/>
                  </a:lnTo>
                  <a:lnTo>
                    <a:pt x="1356082" y="116696"/>
                  </a:lnTo>
                  <a:lnTo>
                    <a:pt x="1395008" y="139934"/>
                  </a:lnTo>
                  <a:lnTo>
                    <a:pt x="1432648" y="165023"/>
                  </a:lnTo>
                  <a:lnTo>
                    <a:pt x="1468939" y="191902"/>
                  </a:lnTo>
                  <a:lnTo>
                    <a:pt x="1503818" y="220507"/>
                  </a:lnTo>
                  <a:lnTo>
                    <a:pt x="1537223" y="250774"/>
                  </a:lnTo>
                  <a:lnTo>
                    <a:pt x="1569090" y="282642"/>
                  </a:lnTo>
                  <a:lnTo>
                    <a:pt x="1599358" y="316048"/>
                  </a:lnTo>
                  <a:lnTo>
                    <a:pt x="1627962" y="350928"/>
                  </a:lnTo>
                  <a:lnTo>
                    <a:pt x="1654840" y="387219"/>
                  </a:lnTo>
                  <a:lnTo>
                    <a:pt x="1679929" y="424859"/>
                  </a:lnTo>
                  <a:lnTo>
                    <a:pt x="1703167" y="463785"/>
                  </a:lnTo>
                  <a:lnTo>
                    <a:pt x="1724490" y="503934"/>
                  </a:lnTo>
                  <a:lnTo>
                    <a:pt x="1743835" y="545243"/>
                  </a:lnTo>
                  <a:lnTo>
                    <a:pt x="1761140" y="587649"/>
                  </a:lnTo>
                  <a:lnTo>
                    <a:pt x="1776341" y="631090"/>
                  </a:lnTo>
                  <a:lnTo>
                    <a:pt x="1789377" y="675501"/>
                  </a:lnTo>
                  <a:lnTo>
                    <a:pt x="1800183" y="720822"/>
                  </a:lnTo>
                  <a:lnTo>
                    <a:pt x="1808698" y="766988"/>
                  </a:lnTo>
                  <a:lnTo>
                    <a:pt x="1814857" y="813936"/>
                  </a:lnTo>
                  <a:lnTo>
                    <a:pt x="1818599" y="861605"/>
                  </a:lnTo>
                  <a:lnTo>
                    <a:pt x="1819860" y="909930"/>
                  </a:lnTo>
                  <a:close/>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A02920FC-6DBF-46C1-86D9-D3EED7FBDC57}"/>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3978255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6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69E5707-8AF9-7842-9668-29DF629DD2B0}"/>
              </a:ext>
            </a:extLst>
          </p:cNvPr>
          <p:cNvGrpSpPr/>
          <p:nvPr userDrawn="1"/>
        </p:nvGrpSpPr>
        <p:grpSpPr>
          <a:xfrm>
            <a:off x="0" y="1346452"/>
            <a:ext cx="5609379" cy="4630016"/>
            <a:chOff x="0" y="2220399"/>
            <a:chExt cx="9249632" cy="7635240"/>
          </a:xfrm>
        </p:grpSpPr>
        <p:sp>
          <p:nvSpPr>
            <p:cNvPr id="11" name="object 2">
              <a:extLst>
                <a:ext uri="{FF2B5EF4-FFF2-40B4-BE49-F238E27FC236}">
                  <a16:creationId xmlns:a16="http://schemas.microsoft.com/office/drawing/2014/main" id="{41D2E245-FA23-8A49-BD3D-20B401A06810}"/>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C8F2E2BD-CADA-4447-BE4D-7BC9FF4FBCEE}"/>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270B1FEE-56C6-2445-BC26-A9654F060439}"/>
                </a:ext>
              </a:extLst>
            </p:cNvPr>
            <p:cNvSpPr/>
            <p:nvPr/>
          </p:nvSpPr>
          <p:spPr>
            <a:xfrm>
              <a:off x="3465648" y="2289579"/>
              <a:ext cx="2873375" cy="7487284"/>
            </a:xfrm>
            <a:custGeom>
              <a:avLst/>
              <a:gdLst/>
              <a:ahLst/>
              <a:cxnLst/>
              <a:rect l="l" t="t" r="r" b="b"/>
              <a:pathLst>
                <a:path w="2873375" h="7487284">
                  <a:moveTo>
                    <a:pt x="2821525" y="7487262"/>
                  </a:moveTo>
                  <a:lnTo>
                    <a:pt x="2781241" y="7486251"/>
                  </a:lnTo>
                  <a:lnTo>
                    <a:pt x="2741048" y="7484460"/>
                  </a:lnTo>
                  <a:lnTo>
                    <a:pt x="2700953" y="7481895"/>
                  </a:lnTo>
                  <a:lnTo>
                    <a:pt x="2660959" y="7478560"/>
                  </a:lnTo>
                  <a:lnTo>
                    <a:pt x="2621072" y="7474462"/>
                  </a:lnTo>
                  <a:lnTo>
                    <a:pt x="2581297" y="7469605"/>
                  </a:lnTo>
                  <a:lnTo>
                    <a:pt x="2541638" y="7463995"/>
                  </a:lnTo>
                  <a:lnTo>
                    <a:pt x="2502100" y="7457638"/>
                  </a:lnTo>
                  <a:lnTo>
                    <a:pt x="2462689" y="7450538"/>
                  </a:lnTo>
                  <a:lnTo>
                    <a:pt x="2423410" y="7442702"/>
                  </a:lnTo>
                  <a:lnTo>
                    <a:pt x="2384266" y="7434134"/>
                  </a:lnTo>
                  <a:lnTo>
                    <a:pt x="2345264" y="7424840"/>
                  </a:lnTo>
                  <a:lnTo>
                    <a:pt x="2306407" y="7414825"/>
                  </a:lnTo>
                  <a:lnTo>
                    <a:pt x="2267701" y="7404096"/>
                  </a:lnTo>
                  <a:lnTo>
                    <a:pt x="2229152" y="7392656"/>
                  </a:lnTo>
                  <a:lnTo>
                    <a:pt x="2190763" y="7380513"/>
                  </a:lnTo>
                  <a:lnTo>
                    <a:pt x="2152539" y="7367670"/>
                  </a:lnTo>
                  <a:lnTo>
                    <a:pt x="2114486" y="7354133"/>
                  </a:lnTo>
                  <a:lnTo>
                    <a:pt x="2076608" y="7339909"/>
                  </a:lnTo>
                  <a:lnTo>
                    <a:pt x="2038911" y="7325002"/>
                  </a:lnTo>
                  <a:lnTo>
                    <a:pt x="2001399" y="7309417"/>
                  </a:lnTo>
                  <a:lnTo>
                    <a:pt x="1964077" y="7293160"/>
                  </a:lnTo>
                  <a:lnTo>
                    <a:pt x="1926951" y="7276237"/>
                  </a:lnTo>
                  <a:lnTo>
                    <a:pt x="1890024" y="7258652"/>
                  </a:lnTo>
                  <a:lnTo>
                    <a:pt x="1853302" y="7240412"/>
                  </a:lnTo>
                  <a:lnTo>
                    <a:pt x="1816790" y="7221521"/>
                  </a:lnTo>
                  <a:lnTo>
                    <a:pt x="1780492" y="7201985"/>
                  </a:lnTo>
                  <a:lnTo>
                    <a:pt x="1744414" y="7181810"/>
                  </a:lnTo>
                  <a:lnTo>
                    <a:pt x="1708561" y="7161001"/>
                  </a:lnTo>
                  <a:lnTo>
                    <a:pt x="1672937" y="7139562"/>
                  </a:lnTo>
                  <a:lnTo>
                    <a:pt x="1637547" y="7117501"/>
                  </a:lnTo>
                  <a:lnTo>
                    <a:pt x="1602397" y="7094821"/>
                  </a:lnTo>
                  <a:lnTo>
                    <a:pt x="1567491" y="7071529"/>
                  </a:lnTo>
                  <a:lnTo>
                    <a:pt x="1532833" y="7047630"/>
                  </a:lnTo>
                  <a:lnTo>
                    <a:pt x="1498430" y="7023128"/>
                  </a:lnTo>
                  <a:lnTo>
                    <a:pt x="1464285" y="6998031"/>
                  </a:lnTo>
                  <a:lnTo>
                    <a:pt x="1430405" y="6972342"/>
                  </a:lnTo>
                  <a:lnTo>
                    <a:pt x="1396793" y="6946068"/>
                  </a:lnTo>
                  <a:lnTo>
                    <a:pt x="1363454" y="6919214"/>
                  </a:lnTo>
                  <a:lnTo>
                    <a:pt x="1330394" y="6891785"/>
                  </a:lnTo>
                  <a:lnTo>
                    <a:pt x="1297617" y="6863786"/>
                  </a:lnTo>
                  <a:lnTo>
                    <a:pt x="1265129" y="6835224"/>
                  </a:lnTo>
                  <a:lnTo>
                    <a:pt x="1232934" y="6806103"/>
                  </a:lnTo>
                  <a:lnTo>
                    <a:pt x="1201037" y="6776428"/>
                  </a:lnTo>
                  <a:lnTo>
                    <a:pt x="1169443" y="6746206"/>
                  </a:lnTo>
                  <a:lnTo>
                    <a:pt x="1138157" y="6715442"/>
                  </a:lnTo>
                  <a:lnTo>
                    <a:pt x="1107183" y="6684141"/>
                  </a:lnTo>
                  <a:lnTo>
                    <a:pt x="1076528" y="6652308"/>
                  </a:lnTo>
                  <a:lnTo>
                    <a:pt x="1046195" y="6619949"/>
                  </a:lnTo>
                  <a:lnTo>
                    <a:pt x="1016189" y="6587069"/>
                  </a:lnTo>
                  <a:lnTo>
                    <a:pt x="986517" y="6553673"/>
                  </a:lnTo>
                  <a:lnTo>
                    <a:pt x="957181" y="6519768"/>
                  </a:lnTo>
                  <a:lnTo>
                    <a:pt x="928188" y="6485358"/>
                  </a:lnTo>
                  <a:lnTo>
                    <a:pt x="899541" y="6450449"/>
                  </a:lnTo>
                  <a:lnTo>
                    <a:pt x="871247" y="6415046"/>
                  </a:lnTo>
                  <a:lnTo>
                    <a:pt x="843310" y="6379155"/>
                  </a:lnTo>
                  <a:lnTo>
                    <a:pt x="815735" y="6342781"/>
                  </a:lnTo>
                  <a:lnTo>
                    <a:pt x="788527" y="6305929"/>
                  </a:lnTo>
                  <a:lnTo>
                    <a:pt x="761690" y="6268605"/>
                  </a:lnTo>
                  <a:lnTo>
                    <a:pt x="735230" y="6230815"/>
                  </a:lnTo>
                  <a:lnTo>
                    <a:pt x="709152" y="6192563"/>
                  </a:lnTo>
                  <a:lnTo>
                    <a:pt x="683459" y="6153854"/>
                  </a:lnTo>
                  <a:lnTo>
                    <a:pt x="658159" y="6114696"/>
                  </a:lnTo>
                  <a:lnTo>
                    <a:pt x="633254" y="6075092"/>
                  </a:lnTo>
                  <a:lnTo>
                    <a:pt x="608751" y="6035048"/>
                  </a:lnTo>
                  <a:lnTo>
                    <a:pt x="584654" y="5994571"/>
                  </a:lnTo>
                  <a:lnTo>
                    <a:pt x="560967" y="5953664"/>
                  </a:lnTo>
                  <a:lnTo>
                    <a:pt x="537697" y="5912333"/>
                  </a:lnTo>
                  <a:lnTo>
                    <a:pt x="514847" y="5870584"/>
                  </a:lnTo>
                  <a:lnTo>
                    <a:pt x="492423" y="5828423"/>
                  </a:lnTo>
                  <a:lnTo>
                    <a:pt x="470430" y="5785854"/>
                  </a:lnTo>
                  <a:lnTo>
                    <a:pt x="448872" y="5742883"/>
                  </a:lnTo>
                  <a:lnTo>
                    <a:pt x="427754" y="5699516"/>
                  </a:lnTo>
                  <a:lnTo>
                    <a:pt x="407082" y="5655757"/>
                  </a:lnTo>
                  <a:lnTo>
                    <a:pt x="386860" y="5611613"/>
                  </a:lnTo>
                  <a:lnTo>
                    <a:pt x="367093" y="5567088"/>
                  </a:lnTo>
                  <a:lnTo>
                    <a:pt x="347787" y="5522189"/>
                  </a:lnTo>
                  <a:lnTo>
                    <a:pt x="328945" y="5476920"/>
                  </a:lnTo>
                  <a:lnTo>
                    <a:pt x="310573" y="5431286"/>
                  </a:lnTo>
                  <a:lnTo>
                    <a:pt x="292676" y="5385294"/>
                  </a:lnTo>
                  <a:lnTo>
                    <a:pt x="275258" y="5338949"/>
                  </a:lnTo>
                  <a:lnTo>
                    <a:pt x="258325" y="5292255"/>
                  </a:lnTo>
                  <a:lnTo>
                    <a:pt x="241881" y="5245219"/>
                  </a:lnTo>
                  <a:lnTo>
                    <a:pt x="225932" y="5197846"/>
                  </a:lnTo>
                  <a:lnTo>
                    <a:pt x="210482" y="5150141"/>
                  </a:lnTo>
                  <a:lnTo>
                    <a:pt x="195537" y="5102109"/>
                  </a:lnTo>
                  <a:lnTo>
                    <a:pt x="181100" y="5053757"/>
                  </a:lnTo>
                  <a:lnTo>
                    <a:pt x="167178" y="5005089"/>
                  </a:lnTo>
                  <a:lnTo>
                    <a:pt x="153774" y="4956111"/>
                  </a:lnTo>
                  <a:lnTo>
                    <a:pt x="140894" y="4906828"/>
                  </a:lnTo>
                  <a:lnTo>
                    <a:pt x="128543" y="4857246"/>
                  </a:lnTo>
                  <a:lnTo>
                    <a:pt x="116726" y="4807370"/>
                  </a:lnTo>
                  <a:lnTo>
                    <a:pt x="105447" y="4757205"/>
                  </a:lnTo>
                  <a:lnTo>
                    <a:pt x="94712" y="4706757"/>
                  </a:lnTo>
                  <a:lnTo>
                    <a:pt x="84525" y="4656032"/>
                  </a:lnTo>
                  <a:lnTo>
                    <a:pt x="74891" y="4605034"/>
                  </a:lnTo>
                  <a:lnTo>
                    <a:pt x="65815" y="4553769"/>
                  </a:lnTo>
                  <a:lnTo>
                    <a:pt x="57303" y="4502242"/>
                  </a:lnTo>
                  <a:lnTo>
                    <a:pt x="49358" y="4450459"/>
                  </a:lnTo>
                  <a:lnTo>
                    <a:pt x="41987" y="4398426"/>
                  </a:lnTo>
                  <a:lnTo>
                    <a:pt x="35193" y="4346147"/>
                  </a:lnTo>
                  <a:lnTo>
                    <a:pt x="28982" y="4293628"/>
                  </a:lnTo>
                  <a:lnTo>
                    <a:pt x="23358" y="4240875"/>
                  </a:lnTo>
                  <a:lnTo>
                    <a:pt x="18327" y="4187893"/>
                  </a:lnTo>
                  <a:lnTo>
                    <a:pt x="13894" y="4134686"/>
                  </a:lnTo>
                  <a:lnTo>
                    <a:pt x="10063" y="4081262"/>
                  </a:lnTo>
                  <a:lnTo>
                    <a:pt x="6839" y="4027624"/>
                  </a:lnTo>
                  <a:lnTo>
                    <a:pt x="4227" y="3973779"/>
                  </a:lnTo>
                  <a:lnTo>
                    <a:pt x="2232" y="3919732"/>
                  </a:lnTo>
                  <a:lnTo>
                    <a:pt x="859" y="3865487"/>
                  </a:lnTo>
                  <a:lnTo>
                    <a:pt x="114" y="3811052"/>
                  </a:lnTo>
                  <a:lnTo>
                    <a:pt x="0" y="3756431"/>
                  </a:lnTo>
                  <a:lnTo>
                    <a:pt x="522" y="3701629"/>
                  </a:lnTo>
                  <a:lnTo>
                    <a:pt x="1680" y="3646347"/>
                  </a:lnTo>
                  <a:lnTo>
                    <a:pt x="3450" y="3591267"/>
                  </a:lnTo>
                  <a:lnTo>
                    <a:pt x="5828" y="3536394"/>
                  </a:lnTo>
                  <a:lnTo>
                    <a:pt x="8809" y="3481734"/>
                  </a:lnTo>
                  <a:lnTo>
                    <a:pt x="12388" y="3427291"/>
                  </a:lnTo>
                  <a:lnTo>
                    <a:pt x="16561" y="3373072"/>
                  </a:lnTo>
                  <a:lnTo>
                    <a:pt x="21323" y="3319082"/>
                  </a:lnTo>
                  <a:lnTo>
                    <a:pt x="26669" y="3265327"/>
                  </a:lnTo>
                  <a:lnTo>
                    <a:pt x="32595" y="3211810"/>
                  </a:lnTo>
                  <a:lnTo>
                    <a:pt x="39096" y="3158539"/>
                  </a:lnTo>
                  <a:lnTo>
                    <a:pt x="46167" y="3105519"/>
                  </a:lnTo>
                  <a:lnTo>
                    <a:pt x="53804" y="3052754"/>
                  </a:lnTo>
                  <a:lnTo>
                    <a:pt x="62003" y="3000251"/>
                  </a:lnTo>
                  <a:lnTo>
                    <a:pt x="70757" y="2948015"/>
                  </a:lnTo>
                  <a:lnTo>
                    <a:pt x="80063" y="2896051"/>
                  </a:lnTo>
                  <a:lnTo>
                    <a:pt x="89916" y="2844364"/>
                  </a:lnTo>
                  <a:lnTo>
                    <a:pt x="100311" y="2792961"/>
                  </a:lnTo>
                  <a:lnTo>
                    <a:pt x="111245" y="2741846"/>
                  </a:lnTo>
                  <a:lnTo>
                    <a:pt x="122711" y="2691025"/>
                  </a:lnTo>
                  <a:lnTo>
                    <a:pt x="134705" y="2640503"/>
                  </a:lnTo>
                  <a:lnTo>
                    <a:pt x="147223" y="2590286"/>
                  </a:lnTo>
                  <a:lnTo>
                    <a:pt x="160261" y="2540379"/>
                  </a:lnTo>
                  <a:lnTo>
                    <a:pt x="173812" y="2490788"/>
                  </a:lnTo>
                  <a:lnTo>
                    <a:pt x="187873" y="2441518"/>
                  </a:lnTo>
                  <a:lnTo>
                    <a:pt x="202440" y="2392575"/>
                  </a:lnTo>
                  <a:lnTo>
                    <a:pt x="217506" y="2343963"/>
                  </a:lnTo>
                  <a:lnTo>
                    <a:pt x="233069" y="2295689"/>
                  </a:lnTo>
                  <a:lnTo>
                    <a:pt x="249122" y="2247757"/>
                  </a:lnTo>
                  <a:lnTo>
                    <a:pt x="265662" y="2200174"/>
                  </a:lnTo>
                  <a:lnTo>
                    <a:pt x="282683" y="2152944"/>
                  </a:lnTo>
                  <a:lnTo>
                    <a:pt x="300182" y="2106073"/>
                  </a:lnTo>
                  <a:lnTo>
                    <a:pt x="318152" y="2059567"/>
                  </a:lnTo>
                  <a:lnTo>
                    <a:pt x="336591" y="2013431"/>
                  </a:lnTo>
                  <a:lnTo>
                    <a:pt x="355492" y="1967669"/>
                  </a:lnTo>
                  <a:lnTo>
                    <a:pt x="374852" y="1922289"/>
                  </a:lnTo>
                  <a:lnTo>
                    <a:pt x="394666" y="1877295"/>
                  </a:lnTo>
                  <a:lnTo>
                    <a:pt x="414928" y="1832692"/>
                  </a:lnTo>
                  <a:lnTo>
                    <a:pt x="435635" y="1788486"/>
                  </a:lnTo>
                  <a:lnTo>
                    <a:pt x="456782" y="1744683"/>
                  </a:lnTo>
                  <a:lnTo>
                    <a:pt x="478363" y="1701287"/>
                  </a:lnTo>
                  <a:lnTo>
                    <a:pt x="500375" y="1658305"/>
                  </a:lnTo>
                  <a:lnTo>
                    <a:pt x="522813" y="1615741"/>
                  </a:lnTo>
                  <a:lnTo>
                    <a:pt x="545672" y="1573602"/>
                  </a:lnTo>
                  <a:lnTo>
                    <a:pt x="568947" y="1531892"/>
                  </a:lnTo>
                  <a:lnTo>
                    <a:pt x="592634" y="1490617"/>
                  </a:lnTo>
                  <a:lnTo>
                    <a:pt x="616727" y="1449782"/>
                  </a:lnTo>
                  <a:lnTo>
                    <a:pt x="641224" y="1409393"/>
                  </a:lnTo>
                  <a:lnTo>
                    <a:pt x="666117" y="1369456"/>
                  </a:lnTo>
                  <a:lnTo>
                    <a:pt x="691404" y="1329975"/>
                  </a:lnTo>
                  <a:lnTo>
                    <a:pt x="717080" y="1290956"/>
                  </a:lnTo>
                  <a:lnTo>
                    <a:pt x="743139" y="1252405"/>
                  </a:lnTo>
                  <a:lnTo>
                    <a:pt x="769577" y="1214326"/>
                  </a:lnTo>
                  <a:lnTo>
                    <a:pt x="796389" y="1176726"/>
                  </a:lnTo>
                  <a:lnTo>
                    <a:pt x="823571" y="1139610"/>
                  </a:lnTo>
                  <a:lnTo>
                    <a:pt x="851118" y="1102983"/>
                  </a:lnTo>
                  <a:lnTo>
                    <a:pt x="879025" y="1066850"/>
                  </a:lnTo>
                  <a:lnTo>
                    <a:pt x="907289" y="1031218"/>
                  </a:lnTo>
                  <a:lnTo>
                    <a:pt x="935903" y="996091"/>
                  </a:lnTo>
                  <a:lnTo>
                    <a:pt x="964863" y="961475"/>
                  </a:lnTo>
                  <a:lnTo>
                    <a:pt x="994166" y="927375"/>
                  </a:lnTo>
                  <a:lnTo>
                    <a:pt x="1023805" y="893797"/>
                  </a:lnTo>
                  <a:lnTo>
                    <a:pt x="1053776" y="860746"/>
                  </a:lnTo>
                  <a:lnTo>
                    <a:pt x="1084076" y="828228"/>
                  </a:lnTo>
                  <a:lnTo>
                    <a:pt x="1114698" y="796248"/>
                  </a:lnTo>
                  <a:lnTo>
                    <a:pt x="1145639" y="764811"/>
                  </a:lnTo>
                  <a:lnTo>
                    <a:pt x="1176893" y="733923"/>
                  </a:lnTo>
                  <a:lnTo>
                    <a:pt x="1208457" y="703590"/>
                  </a:lnTo>
                  <a:lnTo>
                    <a:pt x="1240325" y="673816"/>
                  </a:lnTo>
                  <a:lnTo>
                    <a:pt x="1272492" y="644607"/>
                  </a:lnTo>
                  <a:lnTo>
                    <a:pt x="1304955" y="615969"/>
                  </a:lnTo>
                  <a:lnTo>
                    <a:pt x="1337708" y="587907"/>
                  </a:lnTo>
                  <a:lnTo>
                    <a:pt x="1370746" y="560426"/>
                  </a:lnTo>
                  <a:lnTo>
                    <a:pt x="1404066" y="533532"/>
                  </a:lnTo>
                  <a:lnTo>
                    <a:pt x="1437662" y="507230"/>
                  </a:lnTo>
                  <a:lnTo>
                    <a:pt x="1471530" y="481526"/>
                  </a:lnTo>
                  <a:lnTo>
                    <a:pt x="1505665" y="456425"/>
                  </a:lnTo>
                  <a:lnTo>
                    <a:pt x="1540062" y="431933"/>
                  </a:lnTo>
                  <a:lnTo>
                    <a:pt x="1574717" y="408055"/>
                  </a:lnTo>
                  <a:lnTo>
                    <a:pt x="1609625" y="384796"/>
                  </a:lnTo>
                  <a:lnTo>
                    <a:pt x="1644781" y="362161"/>
                  </a:lnTo>
                  <a:lnTo>
                    <a:pt x="1680181" y="340157"/>
                  </a:lnTo>
                  <a:lnTo>
                    <a:pt x="1715820" y="318789"/>
                  </a:lnTo>
                  <a:lnTo>
                    <a:pt x="1751694" y="298062"/>
                  </a:lnTo>
                  <a:lnTo>
                    <a:pt x="1787797" y="277981"/>
                  </a:lnTo>
                  <a:lnTo>
                    <a:pt x="1824125" y="258552"/>
                  </a:lnTo>
                  <a:lnTo>
                    <a:pt x="1860673" y="239781"/>
                  </a:lnTo>
                  <a:lnTo>
                    <a:pt x="1897438" y="221672"/>
                  </a:lnTo>
                  <a:lnTo>
                    <a:pt x="1934413" y="204232"/>
                  </a:lnTo>
                  <a:lnTo>
                    <a:pt x="1971595" y="187465"/>
                  </a:lnTo>
                  <a:lnTo>
                    <a:pt x="2008978" y="171377"/>
                  </a:lnTo>
                  <a:lnTo>
                    <a:pt x="2046558" y="155974"/>
                  </a:lnTo>
                  <a:lnTo>
                    <a:pt x="2084331" y="141260"/>
                  </a:lnTo>
                  <a:lnTo>
                    <a:pt x="2122292" y="127242"/>
                  </a:lnTo>
                  <a:lnTo>
                    <a:pt x="2160435" y="113925"/>
                  </a:lnTo>
                  <a:lnTo>
                    <a:pt x="2198757" y="101313"/>
                  </a:lnTo>
                  <a:lnTo>
                    <a:pt x="2237253" y="89414"/>
                  </a:lnTo>
                  <a:lnTo>
                    <a:pt x="2275918" y="78231"/>
                  </a:lnTo>
                  <a:lnTo>
                    <a:pt x="2314747" y="67771"/>
                  </a:lnTo>
                  <a:lnTo>
                    <a:pt x="2353735" y="58039"/>
                  </a:lnTo>
                  <a:lnTo>
                    <a:pt x="2392879" y="49040"/>
                  </a:lnTo>
                  <a:lnTo>
                    <a:pt x="2432173" y="40779"/>
                  </a:lnTo>
                  <a:lnTo>
                    <a:pt x="2471613" y="33263"/>
                  </a:lnTo>
                  <a:lnTo>
                    <a:pt x="2511194" y="26497"/>
                  </a:lnTo>
                  <a:lnTo>
                    <a:pt x="2550912" y="20485"/>
                  </a:lnTo>
                  <a:lnTo>
                    <a:pt x="2590761" y="15234"/>
                  </a:lnTo>
                  <a:lnTo>
                    <a:pt x="2630737" y="10749"/>
                  </a:lnTo>
                  <a:lnTo>
                    <a:pt x="2670835" y="7035"/>
                  </a:lnTo>
                  <a:lnTo>
                    <a:pt x="2711051" y="4097"/>
                  </a:lnTo>
                  <a:lnTo>
                    <a:pt x="2751381" y="1942"/>
                  </a:lnTo>
                  <a:lnTo>
                    <a:pt x="2791818" y="574"/>
                  </a:lnTo>
                  <a:lnTo>
                    <a:pt x="2832360" y="0"/>
                  </a:lnTo>
                  <a:lnTo>
                    <a:pt x="2873000" y="223"/>
                  </a:lnTo>
                  <a:lnTo>
                    <a:pt x="2821525" y="7487262"/>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94122183-1C0C-1F4A-A506-FE7957DD6BAB}"/>
                </a:ext>
              </a:extLst>
            </p:cNvPr>
            <p:cNvSpPr/>
            <p:nvPr/>
          </p:nvSpPr>
          <p:spPr>
            <a:xfrm>
              <a:off x="6986492" y="5718378"/>
              <a:ext cx="2263140" cy="4104640"/>
            </a:xfrm>
            <a:custGeom>
              <a:avLst/>
              <a:gdLst/>
              <a:ahLst/>
              <a:cxnLst/>
              <a:rect l="l" t="t" r="r" b="b"/>
              <a:pathLst>
                <a:path w="2263140" h="4104640">
                  <a:moveTo>
                    <a:pt x="0" y="4104377"/>
                  </a:moveTo>
                  <a:lnTo>
                    <a:pt x="50531" y="4103876"/>
                  </a:lnTo>
                  <a:lnTo>
                    <a:pt x="100793" y="4102378"/>
                  </a:lnTo>
                  <a:lnTo>
                    <a:pt x="150772" y="4099894"/>
                  </a:lnTo>
                  <a:lnTo>
                    <a:pt x="200457" y="4096435"/>
                  </a:lnTo>
                  <a:lnTo>
                    <a:pt x="249837" y="4092011"/>
                  </a:lnTo>
                  <a:lnTo>
                    <a:pt x="298900" y="4086632"/>
                  </a:lnTo>
                  <a:lnTo>
                    <a:pt x="347634" y="4080309"/>
                  </a:lnTo>
                  <a:lnTo>
                    <a:pt x="396029" y="4073052"/>
                  </a:lnTo>
                  <a:lnTo>
                    <a:pt x="444073" y="4064872"/>
                  </a:lnTo>
                  <a:lnTo>
                    <a:pt x="491754" y="4055780"/>
                  </a:lnTo>
                  <a:lnTo>
                    <a:pt x="539061" y="4045784"/>
                  </a:lnTo>
                  <a:lnTo>
                    <a:pt x="585982" y="4034897"/>
                  </a:lnTo>
                  <a:lnTo>
                    <a:pt x="632506" y="4023128"/>
                  </a:lnTo>
                  <a:lnTo>
                    <a:pt x="678621" y="4010488"/>
                  </a:lnTo>
                  <a:lnTo>
                    <a:pt x="724316" y="3996987"/>
                  </a:lnTo>
                  <a:lnTo>
                    <a:pt x="769579" y="3982636"/>
                  </a:lnTo>
                  <a:lnTo>
                    <a:pt x="814399" y="3967446"/>
                  </a:lnTo>
                  <a:lnTo>
                    <a:pt x="858764" y="3951425"/>
                  </a:lnTo>
                  <a:lnTo>
                    <a:pt x="902663" y="3934586"/>
                  </a:lnTo>
                  <a:lnTo>
                    <a:pt x="946084" y="3916938"/>
                  </a:lnTo>
                  <a:lnTo>
                    <a:pt x="989017" y="3898492"/>
                  </a:lnTo>
                  <a:lnTo>
                    <a:pt x="1031448" y="3879258"/>
                  </a:lnTo>
                  <a:lnTo>
                    <a:pt x="1073367" y="3859246"/>
                  </a:lnTo>
                  <a:lnTo>
                    <a:pt x="1114762" y="3838468"/>
                  </a:lnTo>
                  <a:lnTo>
                    <a:pt x="1155623" y="3816934"/>
                  </a:lnTo>
                  <a:lnTo>
                    <a:pt x="1195936" y="3794653"/>
                  </a:lnTo>
                  <a:lnTo>
                    <a:pt x="1235692" y="3771637"/>
                  </a:lnTo>
                  <a:lnTo>
                    <a:pt x="1274877" y="3747895"/>
                  </a:lnTo>
                  <a:lnTo>
                    <a:pt x="1313482" y="3723439"/>
                  </a:lnTo>
                  <a:lnTo>
                    <a:pt x="1351494" y="3698278"/>
                  </a:lnTo>
                  <a:lnTo>
                    <a:pt x="1388901" y="3672424"/>
                  </a:lnTo>
                  <a:lnTo>
                    <a:pt x="1425693" y="3645886"/>
                  </a:lnTo>
                  <a:lnTo>
                    <a:pt x="1461858" y="3618675"/>
                  </a:lnTo>
                  <a:lnTo>
                    <a:pt x="1497385" y="3590801"/>
                  </a:lnTo>
                  <a:lnTo>
                    <a:pt x="1532261" y="3562276"/>
                  </a:lnTo>
                  <a:lnTo>
                    <a:pt x="1566475" y="3533108"/>
                  </a:lnTo>
                  <a:lnTo>
                    <a:pt x="1600016" y="3503309"/>
                  </a:lnTo>
                  <a:lnTo>
                    <a:pt x="1632873" y="3472889"/>
                  </a:lnTo>
                  <a:lnTo>
                    <a:pt x="1665033" y="3441859"/>
                  </a:lnTo>
                  <a:lnTo>
                    <a:pt x="1696486" y="3410228"/>
                  </a:lnTo>
                  <a:lnTo>
                    <a:pt x="1727220" y="3378008"/>
                  </a:lnTo>
                  <a:lnTo>
                    <a:pt x="1757223" y="3345209"/>
                  </a:lnTo>
                  <a:lnTo>
                    <a:pt x="1786484" y="3311841"/>
                  </a:lnTo>
                  <a:lnTo>
                    <a:pt x="1814991" y="3277914"/>
                  </a:lnTo>
                  <a:lnTo>
                    <a:pt x="1842733" y="3243440"/>
                  </a:lnTo>
                  <a:lnTo>
                    <a:pt x="1869699" y="3208428"/>
                  </a:lnTo>
                  <a:lnTo>
                    <a:pt x="1895877" y="3172889"/>
                  </a:lnTo>
                  <a:lnTo>
                    <a:pt x="1921254" y="3136834"/>
                  </a:lnTo>
                  <a:lnTo>
                    <a:pt x="1945821" y="3100272"/>
                  </a:lnTo>
                  <a:lnTo>
                    <a:pt x="1969565" y="3063214"/>
                  </a:lnTo>
                  <a:lnTo>
                    <a:pt x="1992476" y="3025671"/>
                  </a:lnTo>
                  <a:lnTo>
                    <a:pt x="2014540" y="2987653"/>
                  </a:lnTo>
                  <a:lnTo>
                    <a:pt x="2035748" y="2949171"/>
                  </a:lnTo>
                  <a:lnTo>
                    <a:pt x="2056086" y="2910234"/>
                  </a:lnTo>
                  <a:lnTo>
                    <a:pt x="2075545" y="2870854"/>
                  </a:lnTo>
                  <a:lnTo>
                    <a:pt x="2094112" y="2831040"/>
                  </a:lnTo>
                  <a:lnTo>
                    <a:pt x="2111777" y="2790804"/>
                  </a:lnTo>
                  <a:lnTo>
                    <a:pt x="2128526" y="2750155"/>
                  </a:lnTo>
                  <a:lnTo>
                    <a:pt x="2144350" y="2709104"/>
                  </a:lnTo>
                  <a:lnTo>
                    <a:pt x="2159236" y="2667662"/>
                  </a:lnTo>
                  <a:lnTo>
                    <a:pt x="2173172" y="2625839"/>
                  </a:lnTo>
                  <a:lnTo>
                    <a:pt x="2186149" y="2583645"/>
                  </a:lnTo>
                  <a:lnTo>
                    <a:pt x="2198153" y="2541091"/>
                  </a:lnTo>
                  <a:lnTo>
                    <a:pt x="2209174" y="2498186"/>
                  </a:lnTo>
                  <a:lnTo>
                    <a:pt x="2219200" y="2454943"/>
                  </a:lnTo>
                  <a:lnTo>
                    <a:pt x="2228219" y="2411371"/>
                  </a:lnTo>
                  <a:lnTo>
                    <a:pt x="2236220" y="2367479"/>
                  </a:lnTo>
                  <a:lnTo>
                    <a:pt x="2243192" y="2323280"/>
                  </a:lnTo>
                  <a:lnTo>
                    <a:pt x="2249122" y="2278784"/>
                  </a:lnTo>
                  <a:lnTo>
                    <a:pt x="2254000" y="2233999"/>
                  </a:lnTo>
                  <a:lnTo>
                    <a:pt x="2257815" y="2188938"/>
                  </a:lnTo>
                  <a:lnTo>
                    <a:pt x="2260553" y="2143611"/>
                  </a:lnTo>
                  <a:lnTo>
                    <a:pt x="2262205" y="2098028"/>
                  </a:lnTo>
                  <a:lnTo>
                    <a:pt x="2262758" y="2052199"/>
                  </a:lnTo>
                  <a:lnTo>
                    <a:pt x="2262205" y="2006369"/>
                  </a:lnTo>
                  <a:lnTo>
                    <a:pt x="2260553" y="1960786"/>
                  </a:lnTo>
                  <a:lnTo>
                    <a:pt x="2257815" y="1915458"/>
                  </a:lnTo>
                  <a:lnTo>
                    <a:pt x="2254000" y="1870396"/>
                  </a:lnTo>
                  <a:lnTo>
                    <a:pt x="2249122" y="1825612"/>
                  </a:lnTo>
                  <a:lnTo>
                    <a:pt x="2243192" y="1781115"/>
                  </a:lnTo>
                  <a:lnTo>
                    <a:pt x="2236220" y="1736915"/>
                  </a:lnTo>
                  <a:lnTo>
                    <a:pt x="2228219" y="1693024"/>
                  </a:lnTo>
                  <a:lnTo>
                    <a:pt x="2219200" y="1649451"/>
                  </a:lnTo>
                  <a:lnTo>
                    <a:pt x="2209174" y="1606207"/>
                  </a:lnTo>
                  <a:lnTo>
                    <a:pt x="2198153" y="1563302"/>
                  </a:lnTo>
                  <a:lnTo>
                    <a:pt x="2186149" y="1520748"/>
                  </a:lnTo>
                  <a:lnTo>
                    <a:pt x="2173172" y="1478553"/>
                  </a:lnTo>
                  <a:lnTo>
                    <a:pt x="2159236" y="1436730"/>
                  </a:lnTo>
                  <a:lnTo>
                    <a:pt x="2144350" y="1395287"/>
                  </a:lnTo>
                  <a:lnTo>
                    <a:pt x="2128526" y="1354236"/>
                  </a:lnTo>
                  <a:lnTo>
                    <a:pt x="2111777" y="1313587"/>
                  </a:lnTo>
                  <a:lnTo>
                    <a:pt x="2094112" y="1273350"/>
                  </a:lnTo>
                  <a:lnTo>
                    <a:pt x="2075545" y="1233536"/>
                  </a:lnTo>
                  <a:lnTo>
                    <a:pt x="2056086" y="1194155"/>
                  </a:lnTo>
                  <a:lnTo>
                    <a:pt x="2035748" y="1155218"/>
                  </a:lnTo>
                  <a:lnTo>
                    <a:pt x="2014540" y="1116735"/>
                  </a:lnTo>
                  <a:lnTo>
                    <a:pt x="1992476" y="1078717"/>
                  </a:lnTo>
                  <a:lnTo>
                    <a:pt x="1969565" y="1041174"/>
                  </a:lnTo>
                  <a:lnTo>
                    <a:pt x="1945821" y="1004116"/>
                  </a:lnTo>
                  <a:lnTo>
                    <a:pt x="1921254" y="967553"/>
                  </a:lnTo>
                  <a:lnTo>
                    <a:pt x="1895877" y="931497"/>
                  </a:lnTo>
                  <a:lnTo>
                    <a:pt x="1869699" y="895958"/>
                  </a:lnTo>
                  <a:lnTo>
                    <a:pt x="1842733" y="860946"/>
                  </a:lnTo>
                  <a:lnTo>
                    <a:pt x="1814991" y="826471"/>
                  </a:lnTo>
                  <a:lnTo>
                    <a:pt x="1786484" y="792544"/>
                  </a:lnTo>
                  <a:lnTo>
                    <a:pt x="1757223" y="759176"/>
                  </a:lnTo>
                  <a:lnTo>
                    <a:pt x="1727220" y="726376"/>
                  </a:lnTo>
                  <a:lnTo>
                    <a:pt x="1696486" y="694156"/>
                  </a:lnTo>
                  <a:lnTo>
                    <a:pt x="1665033" y="662525"/>
                  </a:lnTo>
                  <a:lnTo>
                    <a:pt x="1632873" y="631494"/>
                  </a:lnTo>
                  <a:lnTo>
                    <a:pt x="1600016" y="601074"/>
                  </a:lnTo>
                  <a:lnTo>
                    <a:pt x="1566475" y="571275"/>
                  </a:lnTo>
                  <a:lnTo>
                    <a:pt x="1532261" y="542107"/>
                  </a:lnTo>
                  <a:lnTo>
                    <a:pt x="1497385" y="513581"/>
                  </a:lnTo>
                  <a:lnTo>
                    <a:pt x="1461858" y="485707"/>
                  </a:lnTo>
                  <a:lnTo>
                    <a:pt x="1425693" y="458496"/>
                  </a:lnTo>
                  <a:lnTo>
                    <a:pt x="1388901" y="431957"/>
                  </a:lnTo>
                  <a:lnTo>
                    <a:pt x="1351494" y="406103"/>
                  </a:lnTo>
                  <a:lnTo>
                    <a:pt x="1313482" y="380942"/>
                  </a:lnTo>
                  <a:lnTo>
                    <a:pt x="1274877" y="356485"/>
                  </a:lnTo>
                  <a:lnTo>
                    <a:pt x="1235692" y="332744"/>
                  </a:lnTo>
                  <a:lnTo>
                    <a:pt x="1195936" y="309727"/>
                  </a:lnTo>
                  <a:lnTo>
                    <a:pt x="1155623" y="287446"/>
                  </a:lnTo>
                  <a:lnTo>
                    <a:pt x="1114762" y="265911"/>
                  </a:lnTo>
                  <a:lnTo>
                    <a:pt x="1073367" y="245133"/>
                  </a:lnTo>
                  <a:lnTo>
                    <a:pt x="1031448" y="225121"/>
                  </a:lnTo>
                  <a:lnTo>
                    <a:pt x="989017" y="205887"/>
                  </a:lnTo>
                  <a:lnTo>
                    <a:pt x="946084" y="187441"/>
                  </a:lnTo>
                  <a:lnTo>
                    <a:pt x="902663" y="169793"/>
                  </a:lnTo>
                  <a:lnTo>
                    <a:pt x="858764" y="152953"/>
                  </a:lnTo>
                  <a:lnTo>
                    <a:pt x="814399" y="136933"/>
                  </a:lnTo>
                  <a:lnTo>
                    <a:pt x="769579" y="121742"/>
                  </a:lnTo>
                  <a:lnTo>
                    <a:pt x="724316" y="107390"/>
                  </a:lnTo>
                  <a:lnTo>
                    <a:pt x="678621" y="93889"/>
                  </a:lnTo>
                  <a:lnTo>
                    <a:pt x="632506" y="81249"/>
                  </a:lnTo>
                  <a:lnTo>
                    <a:pt x="585982" y="69480"/>
                  </a:lnTo>
                  <a:lnTo>
                    <a:pt x="539061" y="58593"/>
                  </a:lnTo>
                  <a:lnTo>
                    <a:pt x="491754" y="48598"/>
                  </a:lnTo>
                  <a:lnTo>
                    <a:pt x="444073" y="39505"/>
                  </a:lnTo>
                  <a:lnTo>
                    <a:pt x="396029" y="31325"/>
                  </a:lnTo>
                  <a:lnTo>
                    <a:pt x="347634" y="24068"/>
                  </a:lnTo>
                  <a:lnTo>
                    <a:pt x="298900" y="17745"/>
                  </a:lnTo>
                  <a:lnTo>
                    <a:pt x="249837" y="12366"/>
                  </a:lnTo>
                  <a:lnTo>
                    <a:pt x="200457" y="7942"/>
                  </a:lnTo>
                  <a:lnTo>
                    <a:pt x="150772" y="4483"/>
                  </a:lnTo>
                  <a:lnTo>
                    <a:pt x="100793" y="1999"/>
                  </a:lnTo>
                  <a:lnTo>
                    <a:pt x="50531" y="501"/>
                  </a:lnTo>
                  <a:lnTo>
                    <a:pt x="0" y="0"/>
                  </a:lnTo>
                  <a:lnTo>
                    <a:pt x="0" y="4104377"/>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D6FD03EA-F043-1746-9ADB-B38899F87EA9}"/>
                </a:ext>
              </a:extLst>
            </p:cNvPr>
            <p:cNvSpPr/>
            <p:nvPr/>
          </p:nvSpPr>
          <p:spPr>
            <a:xfrm>
              <a:off x="7062123" y="2806792"/>
              <a:ext cx="1819910" cy="1819910"/>
            </a:xfrm>
            <a:custGeom>
              <a:avLst/>
              <a:gdLst/>
              <a:ahLst/>
              <a:cxnLst/>
              <a:rect l="l" t="t" r="r" b="b"/>
              <a:pathLst>
                <a:path w="1819909" h="1819910">
                  <a:moveTo>
                    <a:pt x="1819860" y="909930"/>
                  </a:moveTo>
                  <a:lnTo>
                    <a:pt x="1818599" y="958254"/>
                  </a:lnTo>
                  <a:lnTo>
                    <a:pt x="1814857" y="1005922"/>
                  </a:lnTo>
                  <a:lnTo>
                    <a:pt x="1808698" y="1052870"/>
                  </a:lnTo>
                  <a:lnTo>
                    <a:pt x="1800183" y="1099036"/>
                  </a:lnTo>
                  <a:lnTo>
                    <a:pt x="1789377" y="1144356"/>
                  </a:lnTo>
                  <a:lnTo>
                    <a:pt x="1776341" y="1188767"/>
                  </a:lnTo>
                  <a:lnTo>
                    <a:pt x="1761140" y="1232208"/>
                  </a:lnTo>
                  <a:lnTo>
                    <a:pt x="1743835" y="1274614"/>
                  </a:lnTo>
                  <a:lnTo>
                    <a:pt x="1724490" y="1315923"/>
                  </a:lnTo>
                  <a:lnTo>
                    <a:pt x="1703167" y="1356072"/>
                  </a:lnTo>
                  <a:lnTo>
                    <a:pt x="1679929" y="1394999"/>
                  </a:lnTo>
                  <a:lnTo>
                    <a:pt x="1654840" y="1432640"/>
                  </a:lnTo>
                  <a:lnTo>
                    <a:pt x="1627962" y="1468932"/>
                  </a:lnTo>
                  <a:lnTo>
                    <a:pt x="1599358" y="1503812"/>
                  </a:lnTo>
                  <a:lnTo>
                    <a:pt x="1569090" y="1537218"/>
                  </a:lnTo>
                  <a:lnTo>
                    <a:pt x="1537223" y="1569087"/>
                  </a:lnTo>
                  <a:lnTo>
                    <a:pt x="1503818" y="1599356"/>
                  </a:lnTo>
                  <a:lnTo>
                    <a:pt x="1468939" y="1627961"/>
                  </a:lnTo>
                  <a:lnTo>
                    <a:pt x="1432648" y="1654841"/>
                  </a:lnTo>
                  <a:lnTo>
                    <a:pt x="1395008" y="1679931"/>
                  </a:lnTo>
                  <a:lnTo>
                    <a:pt x="1356082" y="1703170"/>
                  </a:lnTo>
                  <a:lnTo>
                    <a:pt x="1315934" y="1724494"/>
                  </a:lnTo>
                  <a:lnTo>
                    <a:pt x="1274625" y="1743840"/>
                  </a:lnTo>
                  <a:lnTo>
                    <a:pt x="1232220" y="1761146"/>
                  </a:lnTo>
                  <a:lnTo>
                    <a:pt x="1188780" y="1776349"/>
                  </a:lnTo>
                  <a:lnTo>
                    <a:pt x="1144368" y="1789385"/>
                  </a:lnTo>
                  <a:lnTo>
                    <a:pt x="1099048" y="1800192"/>
                  </a:lnTo>
                  <a:lnTo>
                    <a:pt x="1052882" y="1808707"/>
                  </a:lnTo>
                  <a:lnTo>
                    <a:pt x="1005934" y="1814867"/>
                  </a:lnTo>
                  <a:lnTo>
                    <a:pt x="958266" y="1818609"/>
                  </a:lnTo>
                  <a:lnTo>
                    <a:pt x="909940" y="1819871"/>
                  </a:lnTo>
                  <a:lnTo>
                    <a:pt x="861615" y="1818609"/>
                  </a:lnTo>
                  <a:lnTo>
                    <a:pt x="813946" y="1814867"/>
                  </a:lnTo>
                  <a:lnTo>
                    <a:pt x="766998" y="1808707"/>
                  </a:lnTo>
                  <a:lnTo>
                    <a:pt x="720832" y="1800192"/>
                  </a:lnTo>
                  <a:lnTo>
                    <a:pt x="675511" y="1789385"/>
                  </a:lnTo>
                  <a:lnTo>
                    <a:pt x="631099" y="1776349"/>
                  </a:lnTo>
                  <a:lnTo>
                    <a:pt x="587658" y="1761146"/>
                  </a:lnTo>
                  <a:lnTo>
                    <a:pt x="545252" y="1743840"/>
                  </a:lnTo>
                  <a:lnTo>
                    <a:pt x="503943" y="1724494"/>
                  </a:lnTo>
                  <a:lnTo>
                    <a:pt x="463793" y="1703170"/>
                  </a:lnTo>
                  <a:lnTo>
                    <a:pt x="424867" y="1679931"/>
                  </a:lnTo>
                  <a:lnTo>
                    <a:pt x="387226" y="1654841"/>
                  </a:lnTo>
                  <a:lnTo>
                    <a:pt x="350934" y="1627961"/>
                  </a:lnTo>
                  <a:lnTo>
                    <a:pt x="316054" y="1599356"/>
                  </a:lnTo>
                  <a:lnTo>
                    <a:pt x="282648" y="1569087"/>
                  </a:lnTo>
                  <a:lnTo>
                    <a:pt x="250779" y="1537218"/>
                  </a:lnTo>
                  <a:lnTo>
                    <a:pt x="220511" y="1503812"/>
                  </a:lnTo>
                  <a:lnTo>
                    <a:pt x="191906" y="1468932"/>
                  </a:lnTo>
                  <a:lnTo>
                    <a:pt x="165027" y="1432640"/>
                  </a:lnTo>
                  <a:lnTo>
                    <a:pt x="139937" y="1394999"/>
                  </a:lnTo>
                  <a:lnTo>
                    <a:pt x="116698" y="1356072"/>
                  </a:lnTo>
                  <a:lnTo>
                    <a:pt x="95374" y="1315923"/>
                  </a:lnTo>
                  <a:lnTo>
                    <a:pt x="76028" y="1274614"/>
                  </a:lnTo>
                  <a:lnTo>
                    <a:pt x="58723" y="1232208"/>
                  </a:lnTo>
                  <a:lnTo>
                    <a:pt x="43520" y="1188767"/>
                  </a:lnTo>
                  <a:lnTo>
                    <a:pt x="30484" y="1144356"/>
                  </a:lnTo>
                  <a:lnTo>
                    <a:pt x="19678" y="1099036"/>
                  </a:lnTo>
                  <a:lnTo>
                    <a:pt x="11163" y="1052870"/>
                  </a:lnTo>
                  <a:lnTo>
                    <a:pt x="5003" y="1005922"/>
                  </a:lnTo>
                  <a:lnTo>
                    <a:pt x="1261" y="958254"/>
                  </a:lnTo>
                  <a:lnTo>
                    <a:pt x="0" y="909930"/>
                  </a:lnTo>
                  <a:lnTo>
                    <a:pt x="1261" y="861605"/>
                  </a:lnTo>
                  <a:lnTo>
                    <a:pt x="5003" y="813936"/>
                  </a:lnTo>
                  <a:lnTo>
                    <a:pt x="11163" y="766988"/>
                  </a:lnTo>
                  <a:lnTo>
                    <a:pt x="19678" y="720822"/>
                  </a:lnTo>
                  <a:lnTo>
                    <a:pt x="30484" y="675501"/>
                  </a:lnTo>
                  <a:lnTo>
                    <a:pt x="43520" y="631090"/>
                  </a:lnTo>
                  <a:lnTo>
                    <a:pt x="58723" y="587649"/>
                  </a:lnTo>
                  <a:lnTo>
                    <a:pt x="76028" y="545243"/>
                  </a:lnTo>
                  <a:lnTo>
                    <a:pt x="95374" y="503934"/>
                  </a:lnTo>
                  <a:lnTo>
                    <a:pt x="116698" y="463785"/>
                  </a:lnTo>
                  <a:lnTo>
                    <a:pt x="139937" y="424859"/>
                  </a:lnTo>
                  <a:lnTo>
                    <a:pt x="165027" y="387219"/>
                  </a:lnTo>
                  <a:lnTo>
                    <a:pt x="191906" y="350928"/>
                  </a:lnTo>
                  <a:lnTo>
                    <a:pt x="220511" y="316048"/>
                  </a:lnTo>
                  <a:lnTo>
                    <a:pt x="250779" y="282642"/>
                  </a:lnTo>
                  <a:lnTo>
                    <a:pt x="282648" y="250774"/>
                  </a:lnTo>
                  <a:lnTo>
                    <a:pt x="316054" y="220507"/>
                  </a:lnTo>
                  <a:lnTo>
                    <a:pt x="350934" y="191902"/>
                  </a:lnTo>
                  <a:lnTo>
                    <a:pt x="387226" y="165023"/>
                  </a:lnTo>
                  <a:lnTo>
                    <a:pt x="424867" y="139934"/>
                  </a:lnTo>
                  <a:lnTo>
                    <a:pt x="463793" y="116696"/>
                  </a:lnTo>
                  <a:lnTo>
                    <a:pt x="503943" y="95372"/>
                  </a:lnTo>
                  <a:lnTo>
                    <a:pt x="545252" y="76027"/>
                  </a:lnTo>
                  <a:lnTo>
                    <a:pt x="587658" y="58721"/>
                  </a:lnTo>
                  <a:lnTo>
                    <a:pt x="631099" y="43519"/>
                  </a:lnTo>
                  <a:lnTo>
                    <a:pt x="675511" y="30484"/>
                  </a:lnTo>
                  <a:lnTo>
                    <a:pt x="720832" y="19677"/>
                  </a:lnTo>
                  <a:lnTo>
                    <a:pt x="766998" y="11162"/>
                  </a:lnTo>
                  <a:lnTo>
                    <a:pt x="813946" y="5003"/>
                  </a:lnTo>
                  <a:lnTo>
                    <a:pt x="861615" y="1261"/>
                  </a:lnTo>
                  <a:lnTo>
                    <a:pt x="909940" y="0"/>
                  </a:lnTo>
                  <a:lnTo>
                    <a:pt x="958266" y="1261"/>
                  </a:lnTo>
                  <a:lnTo>
                    <a:pt x="1005934" y="5003"/>
                  </a:lnTo>
                  <a:lnTo>
                    <a:pt x="1052882" y="11162"/>
                  </a:lnTo>
                  <a:lnTo>
                    <a:pt x="1099048" y="19677"/>
                  </a:lnTo>
                  <a:lnTo>
                    <a:pt x="1144368" y="30484"/>
                  </a:lnTo>
                  <a:lnTo>
                    <a:pt x="1188780" y="43519"/>
                  </a:lnTo>
                  <a:lnTo>
                    <a:pt x="1232220" y="58721"/>
                  </a:lnTo>
                  <a:lnTo>
                    <a:pt x="1274625" y="76027"/>
                  </a:lnTo>
                  <a:lnTo>
                    <a:pt x="1315934" y="95372"/>
                  </a:lnTo>
                  <a:lnTo>
                    <a:pt x="1356082" y="116696"/>
                  </a:lnTo>
                  <a:lnTo>
                    <a:pt x="1395008" y="139934"/>
                  </a:lnTo>
                  <a:lnTo>
                    <a:pt x="1432648" y="165023"/>
                  </a:lnTo>
                  <a:lnTo>
                    <a:pt x="1468939" y="191902"/>
                  </a:lnTo>
                  <a:lnTo>
                    <a:pt x="1503818" y="220507"/>
                  </a:lnTo>
                  <a:lnTo>
                    <a:pt x="1537223" y="250774"/>
                  </a:lnTo>
                  <a:lnTo>
                    <a:pt x="1569090" y="282642"/>
                  </a:lnTo>
                  <a:lnTo>
                    <a:pt x="1599358" y="316048"/>
                  </a:lnTo>
                  <a:lnTo>
                    <a:pt x="1627962" y="350928"/>
                  </a:lnTo>
                  <a:lnTo>
                    <a:pt x="1654840" y="387219"/>
                  </a:lnTo>
                  <a:lnTo>
                    <a:pt x="1679929" y="424859"/>
                  </a:lnTo>
                  <a:lnTo>
                    <a:pt x="1703167" y="463785"/>
                  </a:lnTo>
                  <a:lnTo>
                    <a:pt x="1724490" y="503934"/>
                  </a:lnTo>
                  <a:lnTo>
                    <a:pt x="1743835" y="545243"/>
                  </a:lnTo>
                  <a:lnTo>
                    <a:pt x="1761140" y="587649"/>
                  </a:lnTo>
                  <a:lnTo>
                    <a:pt x="1776341" y="631090"/>
                  </a:lnTo>
                  <a:lnTo>
                    <a:pt x="1789377" y="675501"/>
                  </a:lnTo>
                  <a:lnTo>
                    <a:pt x="1800183" y="720822"/>
                  </a:lnTo>
                  <a:lnTo>
                    <a:pt x="1808698" y="766988"/>
                  </a:lnTo>
                  <a:lnTo>
                    <a:pt x="1814857" y="813936"/>
                  </a:lnTo>
                  <a:lnTo>
                    <a:pt x="1818599" y="861605"/>
                  </a:lnTo>
                  <a:lnTo>
                    <a:pt x="1819860" y="909930"/>
                  </a:lnTo>
                  <a:close/>
                </a:path>
              </a:pathLst>
            </a:custGeom>
            <a:ln w="20941">
              <a:solidFill>
                <a:srgbClr val="8CB4AB"/>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BAE70A13-B743-48D1-AD8C-EB073336ADE8}"/>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75982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796563A-102C-A040-98C2-184352C0B050}"/>
              </a:ext>
            </a:extLst>
          </p:cNvPr>
          <p:cNvGrpSpPr/>
          <p:nvPr userDrawn="1"/>
        </p:nvGrpSpPr>
        <p:grpSpPr>
          <a:xfrm>
            <a:off x="1" y="1346452"/>
            <a:ext cx="5881721" cy="4645246"/>
            <a:chOff x="0" y="2220399"/>
            <a:chExt cx="9698713" cy="7660354"/>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9" name="object 3">
              <a:extLst>
                <a:ext uri="{FF2B5EF4-FFF2-40B4-BE49-F238E27FC236}">
                  <a16:creationId xmlns:a16="http://schemas.microsoft.com/office/drawing/2014/main" id="{51CAA466-591B-4946-B620-6B7683A6712F}"/>
                </a:ext>
              </a:extLst>
            </p:cNvPr>
            <p:cNvSpPr/>
            <p:nvPr userDrawn="1"/>
          </p:nvSpPr>
          <p:spPr>
            <a:xfrm>
              <a:off x="4546553" y="7962418"/>
              <a:ext cx="1918335" cy="1918335"/>
            </a:xfrm>
            <a:custGeom>
              <a:avLst/>
              <a:gdLst/>
              <a:ahLst/>
              <a:cxnLst/>
              <a:rect l="l" t="t" r="r" b="b"/>
              <a:pathLst>
                <a:path w="1918335" h="1918334">
                  <a:moveTo>
                    <a:pt x="1917868" y="958944"/>
                  </a:moveTo>
                  <a:lnTo>
                    <a:pt x="1916694" y="1006805"/>
                  </a:lnTo>
                  <a:lnTo>
                    <a:pt x="1913210" y="1054058"/>
                  </a:lnTo>
                  <a:lnTo>
                    <a:pt x="1907471" y="1100649"/>
                  </a:lnTo>
                  <a:lnTo>
                    <a:pt x="1899530" y="1146522"/>
                  </a:lnTo>
                  <a:lnTo>
                    <a:pt x="1889444" y="1191624"/>
                  </a:lnTo>
                  <a:lnTo>
                    <a:pt x="1877268" y="1235898"/>
                  </a:lnTo>
                  <a:lnTo>
                    <a:pt x="1863055" y="1279290"/>
                  </a:lnTo>
                  <a:lnTo>
                    <a:pt x="1846862" y="1321745"/>
                  </a:lnTo>
                  <a:lnTo>
                    <a:pt x="1828743" y="1363208"/>
                  </a:lnTo>
                  <a:lnTo>
                    <a:pt x="1808752" y="1403623"/>
                  </a:lnTo>
                  <a:lnTo>
                    <a:pt x="1786946" y="1442938"/>
                  </a:lnTo>
                  <a:lnTo>
                    <a:pt x="1763379" y="1481095"/>
                  </a:lnTo>
                  <a:lnTo>
                    <a:pt x="1738105" y="1518040"/>
                  </a:lnTo>
                  <a:lnTo>
                    <a:pt x="1711180" y="1553719"/>
                  </a:lnTo>
                  <a:lnTo>
                    <a:pt x="1682659" y="1588076"/>
                  </a:lnTo>
                  <a:lnTo>
                    <a:pt x="1652597" y="1621057"/>
                  </a:lnTo>
                  <a:lnTo>
                    <a:pt x="1621048" y="1652606"/>
                  </a:lnTo>
                  <a:lnTo>
                    <a:pt x="1588067" y="1682669"/>
                  </a:lnTo>
                  <a:lnTo>
                    <a:pt x="1553711" y="1711190"/>
                  </a:lnTo>
                  <a:lnTo>
                    <a:pt x="1518032" y="1738115"/>
                  </a:lnTo>
                  <a:lnTo>
                    <a:pt x="1481087" y="1763389"/>
                  </a:lnTo>
                  <a:lnTo>
                    <a:pt x="1442930" y="1786956"/>
                  </a:lnTo>
                  <a:lnTo>
                    <a:pt x="1403617" y="1808763"/>
                  </a:lnTo>
                  <a:lnTo>
                    <a:pt x="1363201" y="1828753"/>
                  </a:lnTo>
                  <a:lnTo>
                    <a:pt x="1321739" y="1846872"/>
                  </a:lnTo>
                  <a:lnTo>
                    <a:pt x="1279284" y="1863066"/>
                  </a:lnTo>
                  <a:lnTo>
                    <a:pt x="1235893" y="1877278"/>
                  </a:lnTo>
                  <a:lnTo>
                    <a:pt x="1191620" y="1889455"/>
                  </a:lnTo>
                  <a:lnTo>
                    <a:pt x="1146519" y="1899541"/>
                  </a:lnTo>
                  <a:lnTo>
                    <a:pt x="1100646" y="1907481"/>
                  </a:lnTo>
                  <a:lnTo>
                    <a:pt x="1054056" y="1913221"/>
                  </a:lnTo>
                  <a:lnTo>
                    <a:pt x="1006804" y="1916705"/>
                  </a:lnTo>
                  <a:lnTo>
                    <a:pt x="958944" y="1917878"/>
                  </a:lnTo>
                  <a:lnTo>
                    <a:pt x="911083" y="1916705"/>
                  </a:lnTo>
                  <a:lnTo>
                    <a:pt x="863828" y="1913221"/>
                  </a:lnTo>
                  <a:lnTo>
                    <a:pt x="817237" y="1907481"/>
                  </a:lnTo>
                  <a:lnTo>
                    <a:pt x="771362" y="1899541"/>
                  </a:lnTo>
                  <a:lnTo>
                    <a:pt x="726260" y="1889455"/>
                  </a:lnTo>
                  <a:lnTo>
                    <a:pt x="681986" y="1877278"/>
                  </a:lnTo>
                  <a:lnTo>
                    <a:pt x="638593" y="1863066"/>
                  </a:lnTo>
                  <a:lnTo>
                    <a:pt x="596138" y="1846872"/>
                  </a:lnTo>
                  <a:lnTo>
                    <a:pt x="554674" y="1828753"/>
                  </a:lnTo>
                  <a:lnTo>
                    <a:pt x="514258" y="1808763"/>
                  </a:lnTo>
                  <a:lnTo>
                    <a:pt x="474943" y="1786956"/>
                  </a:lnTo>
                  <a:lnTo>
                    <a:pt x="436786" y="1763389"/>
                  </a:lnTo>
                  <a:lnTo>
                    <a:pt x="399840" y="1738115"/>
                  </a:lnTo>
                  <a:lnTo>
                    <a:pt x="364161" y="1711190"/>
                  </a:lnTo>
                  <a:lnTo>
                    <a:pt x="329803" y="1682669"/>
                  </a:lnTo>
                  <a:lnTo>
                    <a:pt x="296822" y="1652606"/>
                  </a:lnTo>
                  <a:lnTo>
                    <a:pt x="265273" y="1621057"/>
                  </a:lnTo>
                  <a:lnTo>
                    <a:pt x="235210" y="1588076"/>
                  </a:lnTo>
                  <a:lnTo>
                    <a:pt x="206689" y="1553719"/>
                  </a:lnTo>
                  <a:lnTo>
                    <a:pt x="179764" y="1518040"/>
                  </a:lnTo>
                  <a:lnTo>
                    <a:pt x="154490" y="1481095"/>
                  </a:lnTo>
                  <a:lnTo>
                    <a:pt x="130922" y="1442938"/>
                  </a:lnTo>
                  <a:lnTo>
                    <a:pt x="109116" y="1403623"/>
                  </a:lnTo>
                  <a:lnTo>
                    <a:pt x="89125" y="1363208"/>
                  </a:lnTo>
                  <a:lnTo>
                    <a:pt x="71006" y="1321745"/>
                  </a:lnTo>
                  <a:lnTo>
                    <a:pt x="54812" y="1279290"/>
                  </a:lnTo>
                  <a:lnTo>
                    <a:pt x="40600" y="1235898"/>
                  </a:lnTo>
                  <a:lnTo>
                    <a:pt x="28423" y="1191624"/>
                  </a:lnTo>
                  <a:lnTo>
                    <a:pt x="18337" y="1146522"/>
                  </a:lnTo>
                  <a:lnTo>
                    <a:pt x="10397" y="1100649"/>
                  </a:lnTo>
                  <a:lnTo>
                    <a:pt x="4657" y="1054058"/>
                  </a:lnTo>
                  <a:lnTo>
                    <a:pt x="1173" y="1006805"/>
                  </a:lnTo>
                  <a:lnTo>
                    <a:pt x="0" y="958944"/>
                  </a:lnTo>
                  <a:lnTo>
                    <a:pt x="1173" y="911083"/>
                  </a:lnTo>
                  <a:lnTo>
                    <a:pt x="4657" y="863830"/>
                  </a:lnTo>
                  <a:lnTo>
                    <a:pt x="10397" y="817239"/>
                  </a:lnTo>
                  <a:lnTo>
                    <a:pt x="18337" y="771365"/>
                  </a:lnTo>
                  <a:lnTo>
                    <a:pt x="28423" y="726264"/>
                  </a:lnTo>
                  <a:lnTo>
                    <a:pt x="40600" y="681990"/>
                  </a:lnTo>
                  <a:lnTo>
                    <a:pt x="54812" y="638597"/>
                  </a:lnTo>
                  <a:lnTo>
                    <a:pt x="71006" y="596142"/>
                  </a:lnTo>
                  <a:lnTo>
                    <a:pt x="89125" y="554679"/>
                  </a:lnTo>
                  <a:lnTo>
                    <a:pt x="109116" y="514262"/>
                  </a:lnTo>
                  <a:lnTo>
                    <a:pt x="130922" y="474948"/>
                  </a:lnTo>
                  <a:lnTo>
                    <a:pt x="154490" y="436790"/>
                  </a:lnTo>
                  <a:lnTo>
                    <a:pt x="179764" y="399844"/>
                  </a:lnTo>
                  <a:lnTo>
                    <a:pt x="206689" y="364165"/>
                  </a:lnTo>
                  <a:lnTo>
                    <a:pt x="235210" y="329807"/>
                  </a:lnTo>
                  <a:lnTo>
                    <a:pt x="265273" y="296826"/>
                  </a:lnTo>
                  <a:lnTo>
                    <a:pt x="296822" y="265277"/>
                  </a:lnTo>
                  <a:lnTo>
                    <a:pt x="329803" y="235214"/>
                  </a:lnTo>
                  <a:lnTo>
                    <a:pt x="364161" y="206692"/>
                  </a:lnTo>
                  <a:lnTo>
                    <a:pt x="399840" y="179766"/>
                  </a:lnTo>
                  <a:lnTo>
                    <a:pt x="436786" y="154492"/>
                  </a:lnTo>
                  <a:lnTo>
                    <a:pt x="474943" y="130924"/>
                  </a:lnTo>
                  <a:lnTo>
                    <a:pt x="514258" y="109118"/>
                  </a:lnTo>
                  <a:lnTo>
                    <a:pt x="554674" y="89127"/>
                  </a:lnTo>
                  <a:lnTo>
                    <a:pt x="596138" y="71007"/>
                  </a:lnTo>
                  <a:lnTo>
                    <a:pt x="638593" y="54813"/>
                  </a:lnTo>
                  <a:lnTo>
                    <a:pt x="681986" y="40601"/>
                  </a:lnTo>
                  <a:lnTo>
                    <a:pt x="726260" y="28424"/>
                  </a:lnTo>
                  <a:lnTo>
                    <a:pt x="771362" y="18337"/>
                  </a:lnTo>
                  <a:lnTo>
                    <a:pt x="817237" y="10397"/>
                  </a:lnTo>
                  <a:lnTo>
                    <a:pt x="863828" y="4657"/>
                  </a:lnTo>
                  <a:lnTo>
                    <a:pt x="911083" y="1173"/>
                  </a:lnTo>
                  <a:lnTo>
                    <a:pt x="958944" y="0"/>
                  </a:lnTo>
                  <a:lnTo>
                    <a:pt x="1006804" y="1173"/>
                  </a:lnTo>
                  <a:lnTo>
                    <a:pt x="1054056" y="4657"/>
                  </a:lnTo>
                  <a:lnTo>
                    <a:pt x="1100646" y="10397"/>
                  </a:lnTo>
                  <a:lnTo>
                    <a:pt x="1146519" y="18337"/>
                  </a:lnTo>
                  <a:lnTo>
                    <a:pt x="1191620" y="28424"/>
                  </a:lnTo>
                  <a:lnTo>
                    <a:pt x="1235893" y="40601"/>
                  </a:lnTo>
                  <a:lnTo>
                    <a:pt x="1279284" y="54813"/>
                  </a:lnTo>
                  <a:lnTo>
                    <a:pt x="1321739" y="71007"/>
                  </a:lnTo>
                  <a:lnTo>
                    <a:pt x="1363201" y="89127"/>
                  </a:lnTo>
                  <a:lnTo>
                    <a:pt x="1403617" y="109118"/>
                  </a:lnTo>
                  <a:lnTo>
                    <a:pt x="1442930" y="130924"/>
                  </a:lnTo>
                  <a:lnTo>
                    <a:pt x="1481087" y="154492"/>
                  </a:lnTo>
                  <a:lnTo>
                    <a:pt x="1518032" y="179766"/>
                  </a:lnTo>
                  <a:lnTo>
                    <a:pt x="1553711" y="206692"/>
                  </a:lnTo>
                  <a:lnTo>
                    <a:pt x="1588067" y="235214"/>
                  </a:lnTo>
                  <a:lnTo>
                    <a:pt x="1621048" y="265277"/>
                  </a:lnTo>
                  <a:lnTo>
                    <a:pt x="1652597" y="296826"/>
                  </a:lnTo>
                  <a:lnTo>
                    <a:pt x="1682659" y="329807"/>
                  </a:lnTo>
                  <a:lnTo>
                    <a:pt x="1711180" y="364165"/>
                  </a:lnTo>
                  <a:lnTo>
                    <a:pt x="1738105" y="399844"/>
                  </a:lnTo>
                  <a:lnTo>
                    <a:pt x="1763379" y="436790"/>
                  </a:lnTo>
                  <a:lnTo>
                    <a:pt x="1786946" y="474948"/>
                  </a:lnTo>
                  <a:lnTo>
                    <a:pt x="1808752" y="514262"/>
                  </a:lnTo>
                  <a:lnTo>
                    <a:pt x="1828743" y="554679"/>
                  </a:lnTo>
                  <a:lnTo>
                    <a:pt x="1846862" y="596142"/>
                  </a:lnTo>
                  <a:lnTo>
                    <a:pt x="1863055" y="638597"/>
                  </a:lnTo>
                  <a:lnTo>
                    <a:pt x="1877268" y="681990"/>
                  </a:lnTo>
                  <a:lnTo>
                    <a:pt x="1889444" y="726264"/>
                  </a:lnTo>
                  <a:lnTo>
                    <a:pt x="1899530" y="771365"/>
                  </a:lnTo>
                  <a:lnTo>
                    <a:pt x="1907471" y="817239"/>
                  </a:lnTo>
                  <a:lnTo>
                    <a:pt x="1913210" y="863830"/>
                  </a:lnTo>
                  <a:lnTo>
                    <a:pt x="1916694" y="911083"/>
                  </a:lnTo>
                  <a:lnTo>
                    <a:pt x="1917868" y="958944"/>
                  </a:lnTo>
                  <a:close/>
                </a:path>
              </a:pathLst>
            </a:custGeom>
            <a:ln w="21402">
              <a:solidFill>
                <a:srgbClr val="8CB4AB"/>
              </a:solidFill>
            </a:ln>
          </p:spPr>
          <p:txBody>
            <a:bodyPr wrap="square" lIns="0" tIns="0" rIns="0" bIns="0" rtlCol="0"/>
            <a:lstStyle/>
            <a:p>
              <a:endParaRPr sz="1092"/>
            </a:p>
          </p:txBody>
        </p:sp>
        <p:sp>
          <p:nvSpPr>
            <p:cNvPr id="11" name="object 4">
              <a:extLst>
                <a:ext uri="{FF2B5EF4-FFF2-40B4-BE49-F238E27FC236}">
                  <a16:creationId xmlns:a16="http://schemas.microsoft.com/office/drawing/2014/main" id="{983A668B-3F4A-3448-83D2-456747BF44FE}"/>
                </a:ext>
              </a:extLst>
            </p:cNvPr>
            <p:cNvSpPr/>
            <p:nvPr userDrawn="1"/>
          </p:nvSpPr>
          <p:spPr>
            <a:xfrm>
              <a:off x="3514826" y="2293009"/>
              <a:ext cx="5253355" cy="1647189"/>
            </a:xfrm>
            <a:custGeom>
              <a:avLst/>
              <a:gdLst/>
              <a:ahLst/>
              <a:cxnLst/>
              <a:rect l="l" t="t" r="r" b="b"/>
              <a:pathLst>
                <a:path w="5253355" h="1647189">
                  <a:moveTo>
                    <a:pt x="4178616" y="1647101"/>
                  </a:moveTo>
                  <a:lnTo>
                    <a:pt x="22617" y="1647101"/>
                  </a:lnTo>
                  <a:lnTo>
                    <a:pt x="0" y="0"/>
                  </a:lnTo>
                  <a:lnTo>
                    <a:pt x="5252824" y="0"/>
                  </a:lnTo>
                  <a:lnTo>
                    <a:pt x="4178616" y="1647101"/>
                  </a:lnTo>
                  <a:close/>
                </a:path>
              </a:pathLst>
            </a:custGeom>
            <a:ln w="21402">
              <a:solidFill>
                <a:srgbClr val="8CB4AB"/>
              </a:solidFill>
            </a:ln>
          </p:spPr>
          <p:txBody>
            <a:bodyPr wrap="square" lIns="0" tIns="0" rIns="0" bIns="0" rtlCol="0"/>
            <a:lstStyle/>
            <a:p>
              <a:endParaRPr sz="1092"/>
            </a:p>
          </p:txBody>
        </p:sp>
        <p:sp>
          <p:nvSpPr>
            <p:cNvPr id="12" name="object 5">
              <a:extLst>
                <a:ext uri="{FF2B5EF4-FFF2-40B4-BE49-F238E27FC236}">
                  <a16:creationId xmlns:a16="http://schemas.microsoft.com/office/drawing/2014/main" id="{839D2E61-37AC-6D45-BF87-507741A08990}"/>
                </a:ext>
              </a:extLst>
            </p:cNvPr>
            <p:cNvSpPr/>
            <p:nvPr userDrawn="1"/>
          </p:nvSpPr>
          <p:spPr>
            <a:xfrm>
              <a:off x="5656938" y="3940111"/>
              <a:ext cx="4041775" cy="3223260"/>
            </a:xfrm>
            <a:custGeom>
              <a:avLst/>
              <a:gdLst/>
              <a:ahLst/>
              <a:cxnLst/>
              <a:rect l="l" t="t" r="r" b="b"/>
              <a:pathLst>
                <a:path w="4041775" h="3223259">
                  <a:moveTo>
                    <a:pt x="2066848" y="0"/>
                  </a:moveTo>
                  <a:lnTo>
                    <a:pt x="0" y="3222770"/>
                  </a:lnTo>
                  <a:lnTo>
                    <a:pt x="1999080" y="3222770"/>
                  </a:lnTo>
                  <a:lnTo>
                    <a:pt x="4041489" y="0"/>
                  </a:lnTo>
                  <a:lnTo>
                    <a:pt x="2066848" y="0"/>
                  </a:lnTo>
                  <a:close/>
                </a:path>
              </a:pathLst>
            </a:custGeom>
            <a:ln w="21402">
              <a:solidFill>
                <a:srgbClr val="8CB4AB"/>
              </a:solidFill>
            </a:ln>
          </p:spPr>
          <p:txBody>
            <a:bodyPr wrap="square" lIns="0" tIns="0" rIns="0" bIns="0" rtlCol="0"/>
            <a:lstStyle/>
            <a:p>
              <a:endParaRPr sz="1092"/>
            </a:p>
          </p:txBody>
        </p:sp>
      </p:grpSp>
      <p:sp>
        <p:nvSpPr>
          <p:cNvPr id="13" name="Title 12">
            <a:extLst>
              <a:ext uri="{FF2B5EF4-FFF2-40B4-BE49-F238E27FC236}">
                <a16:creationId xmlns:a16="http://schemas.microsoft.com/office/drawing/2014/main" id="{549ABDA3-87BC-4722-9AA6-D1845BF60EB0}"/>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138255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7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D311D71-F2FC-1A4B-8073-64588D9B7160}"/>
              </a:ext>
            </a:extLst>
          </p:cNvPr>
          <p:cNvGrpSpPr/>
          <p:nvPr userDrawn="1"/>
        </p:nvGrpSpPr>
        <p:grpSpPr>
          <a:xfrm>
            <a:off x="1" y="1346452"/>
            <a:ext cx="5881721" cy="4645246"/>
            <a:chOff x="0" y="2220399"/>
            <a:chExt cx="9698713" cy="7660354"/>
          </a:xfrm>
        </p:grpSpPr>
        <p:grpSp>
          <p:nvGrpSpPr>
            <p:cNvPr id="17" name="Group 16">
              <a:extLst>
                <a:ext uri="{FF2B5EF4-FFF2-40B4-BE49-F238E27FC236}">
                  <a16:creationId xmlns:a16="http://schemas.microsoft.com/office/drawing/2014/main" id="{E182EDAD-53B9-F64D-9088-404877B30A84}"/>
                </a:ext>
              </a:extLst>
            </p:cNvPr>
            <p:cNvGrpSpPr/>
            <p:nvPr userDrawn="1"/>
          </p:nvGrpSpPr>
          <p:grpSpPr>
            <a:xfrm>
              <a:off x="0" y="2220399"/>
              <a:ext cx="2936240" cy="7635240"/>
              <a:chOff x="0" y="2220399"/>
              <a:chExt cx="2936240" cy="7635240"/>
            </a:xfrm>
          </p:grpSpPr>
          <p:sp>
            <p:nvSpPr>
              <p:cNvPr id="21" name="object 2">
                <a:extLst>
                  <a:ext uri="{FF2B5EF4-FFF2-40B4-BE49-F238E27FC236}">
                    <a16:creationId xmlns:a16="http://schemas.microsoft.com/office/drawing/2014/main" id="{62B7865D-2148-C642-A6B2-AE5211F8223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22" name="object 3">
                <a:extLst>
                  <a:ext uri="{FF2B5EF4-FFF2-40B4-BE49-F238E27FC236}">
                    <a16:creationId xmlns:a16="http://schemas.microsoft.com/office/drawing/2014/main" id="{D91ADAE0-B6E6-2147-8CCA-A0F0AFADF5F8}"/>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18" name="object 3">
              <a:extLst>
                <a:ext uri="{FF2B5EF4-FFF2-40B4-BE49-F238E27FC236}">
                  <a16:creationId xmlns:a16="http://schemas.microsoft.com/office/drawing/2014/main" id="{5EE7A21B-ED67-7241-A802-564133F2A619}"/>
                </a:ext>
              </a:extLst>
            </p:cNvPr>
            <p:cNvSpPr/>
            <p:nvPr userDrawn="1"/>
          </p:nvSpPr>
          <p:spPr>
            <a:xfrm>
              <a:off x="4546553" y="7962418"/>
              <a:ext cx="1918335" cy="1918335"/>
            </a:xfrm>
            <a:custGeom>
              <a:avLst/>
              <a:gdLst/>
              <a:ahLst/>
              <a:cxnLst/>
              <a:rect l="l" t="t" r="r" b="b"/>
              <a:pathLst>
                <a:path w="1918335" h="1918334">
                  <a:moveTo>
                    <a:pt x="1917868" y="958944"/>
                  </a:moveTo>
                  <a:lnTo>
                    <a:pt x="1916694" y="1006805"/>
                  </a:lnTo>
                  <a:lnTo>
                    <a:pt x="1913210" y="1054058"/>
                  </a:lnTo>
                  <a:lnTo>
                    <a:pt x="1907471" y="1100649"/>
                  </a:lnTo>
                  <a:lnTo>
                    <a:pt x="1899530" y="1146522"/>
                  </a:lnTo>
                  <a:lnTo>
                    <a:pt x="1889444" y="1191624"/>
                  </a:lnTo>
                  <a:lnTo>
                    <a:pt x="1877268" y="1235898"/>
                  </a:lnTo>
                  <a:lnTo>
                    <a:pt x="1863055" y="1279290"/>
                  </a:lnTo>
                  <a:lnTo>
                    <a:pt x="1846862" y="1321745"/>
                  </a:lnTo>
                  <a:lnTo>
                    <a:pt x="1828743" y="1363208"/>
                  </a:lnTo>
                  <a:lnTo>
                    <a:pt x="1808752" y="1403623"/>
                  </a:lnTo>
                  <a:lnTo>
                    <a:pt x="1786946" y="1442938"/>
                  </a:lnTo>
                  <a:lnTo>
                    <a:pt x="1763379" y="1481095"/>
                  </a:lnTo>
                  <a:lnTo>
                    <a:pt x="1738105" y="1518040"/>
                  </a:lnTo>
                  <a:lnTo>
                    <a:pt x="1711180" y="1553719"/>
                  </a:lnTo>
                  <a:lnTo>
                    <a:pt x="1682659" y="1588076"/>
                  </a:lnTo>
                  <a:lnTo>
                    <a:pt x="1652597" y="1621057"/>
                  </a:lnTo>
                  <a:lnTo>
                    <a:pt x="1621048" y="1652606"/>
                  </a:lnTo>
                  <a:lnTo>
                    <a:pt x="1588067" y="1682669"/>
                  </a:lnTo>
                  <a:lnTo>
                    <a:pt x="1553711" y="1711190"/>
                  </a:lnTo>
                  <a:lnTo>
                    <a:pt x="1518032" y="1738115"/>
                  </a:lnTo>
                  <a:lnTo>
                    <a:pt x="1481087" y="1763389"/>
                  </a:lnTo>
                  <a:lnTo>
                    <a:pt x="1442930" y="1786956"/>
                  </a:lnTo>
                  <a:lnTo>
                    <a:pt x="1403617" y="1808763"/>
                  </a:lnTo>
                  <a:lnTo>
                    <a:pt x="1363201" y="1828753"/>
                  </a:lnTo>
                  <a:lnTo>
                    <a:pt x="1321739" y="1846872"/>
                  </a:lnTo>
                  <a:lnTo>
                    <a:pt x="1279284" y="1863066"/>
                  </a:lnTo>
                  <a:lnTo>
                    <a:pt x="1235893" y="1877278"/>
                  </a:lnTo>
                  <a:lnTo>
                    <a:pt x="1191620" y="1889455"/>
                  </a:lnTo>
                  <a:lnTo>
                    <a:pt x="1146519" y="1899541"/>
                  </a:lnTo>
                  <a:lnTo>
                    <a:pt x="1100646" y="1907481"/>
                  </a:lnTo>
                  <a:lnTo>
                    <a:pt x="1054056" y="1913221"/>
                  </a:lnTo>
                  <a:lnTo>
                    <a:pt x="1006804" y="1916705"/>
                  </a:lnTo>
                  <a:lnTo>
                    <a:pt x="958944" y="1917878"/>
                  </a:lnTo>
                  <a:lnTo>
                    <a:pt x="911083" y="1916705"/>
                  </a:lnTo>
                  <a:lnTo>
                    <a:pt x="863828" y="1913221"/>
                  </a:lnTo>
                  <a:lnTo>
                    <a:pt x="817237" y="1907481"/>
                  </a:lnTo>
                  <a:lnTo>
                    <a:pt x="771362" y="1899541"/>
                  </a:lnTo>
                  <a:lnTo>
                    <a:pt x="726260" y="1889455"/>
                  </a:lnTo>
                  <a:lnTo>
                    <a:pt x="681986" y="1877278"/>
                  </a:lnTo>
                  <a:lnTo>
                    <a:pt x="638593" y="1863066"/>
                  </a:lnTo>
                  <a:lnTo>
                    <a:pt x="596138" y="1846872"/>
                  </a:lnTo>
                  <a:lnTo>
                    <a:pt x="554674" y="1828753"/>
                  </a:lnTo>
                  <a:lnTo>
                    <a:pt x="514258" y="1808763"/>
                  </a:lnTo>
                  <a:lnTo>
                    <a:pt x="474943" y="1786956"/>
                  </a:lnTo>
                  <a:lnTo>
                    <a:pt x="436786" y="1763389"/>
                  </a:lnTo>
                  <a:lnTo>
                    <a:pt x="399840" y="1738115"/>
                  </a:lnTo>
                  <a:lnTo>
                    <a:pt x="364161" y="1711190"/>
                  </a:lnTo>
                  <a:lnTo>
                    <a:pt x="329803" y="1682669"/>
                  </a:lnTo>
                  <a:lnTo>
                    <a:pt x="296822" y="1652606"/>
                  </a:lnTo>
                  <a:lnTo>
                    <a:pt x="265273" y="1621057"/>
                  </a:lnTo>
                  <a:lnTo>
                    <a:pt x="235210" y="1588076"/>
                  </a:lnTo>
                  <a:lnTo>
                    <a:pt x="206689" y="1553719"/>
                  </a:lnTo>
                  <a:lnTo>
                    <a:pt x="179764" y="1518040"/>
                  </a:lnTo>
                  <a:lnTo>
                    <a:pt x="154490" y="1481095"/>
                  </a:lnTo>
                  <a:lnTo>
                    <a:pt x="130922" y="1442938"/>
                  </a:lnTo>
                  <a:lnTo>
                    <a:pt x="109116" y="1403623"/>
                  </a:lnTo>
                  <a:lnTo>
                    <a:pt x="89125" y="1363208"/>
                  </a:lnTo>
                  <a:lnTo>
                    <a:pt x="71006" y="1321745"/>
                  </a:lnTo>
                  <a:lnTo>
                    <a:pt x="54812" y="1279290"/>
                  </a:lnTo>
                  <a:lnTo>
                    <a:pt x="40600" y="1235898"/>
                  </a:lnTo>
                  <a:lnTo>
                    <a:pt x="28423" y="1191624"/>
                  </a:lnTo>
                  <a:lnTo>
                    <a:pt x="18337" y="1146522"/>
                  </a:lnTo>
                  <a:lnTo>
                    <a:pt x="10397" y="1100649"/>
                  </a:lnTo>
                  <a:lnTo>
                    <a:pt x="4657" y="1054058"/>
                  </a:lnTo>
                  <a:lnTo>
                    <a:pt x="1173" y="1006805"/>
                  </a:lnTo>
                  <a:lnTo>
                    <a:pt x="0" y="958944"/>
                  </a:lnTo>
                  <a:lnTo>
                    <a:pt x="1173" y="911083"/>
                  </a:lnTo>
                  <a:lnTo>
                    <a:pt x="4657" y="863830"/>
                  </a:lnTo>
                  <a:lnTo>
                    <a:pt x="10397" y="817239"/>
                  </a:lnTo>
                  <a:lnTo>
                    <a:pt x="18337" y="771365"/>
                  </a:lnTo>
                  <a:lnTo>
                    <a:pt x="28423" y="726264"/>
                  </a:lnTo>
                  <a:lnTo>
                    <a:pt x="40600" y="681990"/>
                  </a:lnTo>
                  <a:lnTo>
                    <a:pt x="54812" y="638597"/>
                  </a:lnTo>
                  <a:lnTo>
                    <a:pt x="71006" y="596142"/>
                  </a:lnTo>
                  <a:lnTo>
                    <a:pt x="89125" y="554679"/>
                  </a:lnTo>
                  <a:lnTo>
                    <a:pt x="109116" y="514262"/>
                  </a:lnTo>
                  <a:lnTo>
                    <a:pt x="130922" y="474948"/>
                  </a:lnTo>
                  <a:lnTo>
                    <a:pt x="154490" y="436790"/>
                  </a:lnTo>
                  <a:lnTo>
                    <a:pt x="179764" y="399844"/>
                  </a:lnTo>
                  <a:lnTo>
                    <a:pt x="206689" y="364165"/>
                  </a:lnTo>
                  <a:lnTo>
                    <a:pt x="235210" y="329807"/>
                  </a:lnTo>
                  <a:lnTo>
                    <a:pt x="265273" y="296826"/>
                  </a:lnTo>
                  <a:lnTo>
                    <a:pt x="296822" y="265277"/>
                  </a:lnTo>
                  <a:lnTo>
                    <a:pt x="329803" y="235214"/>
                  </a:lnTo>
                  <a:lnTo>
                    <a:pt x="364161" y="206692"/>
                  </a:lnTo>
                  <a:lnTo>
                    <a:pt x="399840" y="179766"/>
                  </a:lnTo>
                  <a:lnTo>
                    <a:pt x="436786" y="154492"/>
                  </a:lnTo>
                  <a:lnTo>
                    <a:pt x="474943" y="130924"/>
                  </a:lnTo>
                  <a:lnTo>
                    <a:pt x="514258" y="109118"/>
                  </a:lnTo>
                  <a:lnTo>
                    <a:pt x="554674" y="89127"/>
                  </a:lnTo>
                  <a:lnTo>
                    <a:pt x="596138" y="71007"/>
                  </a:lnTo>
                  <a:lnTo>
                    <a:pt x="638593" y="54813"/>
                  </a:lnTo>
                  <a:lnTo>
                    <a:pt x="681986" y="40601"/>
                  </a:lnTo>
                  <a:lnTo>
                    <a:pt x="726260" y="28424"/>
                  </a:lnTo>
                  <a:lnTo>
                    <a:pt x="771362" y="18337"/>
                  </a:lnTo>
                  <a:lnTo>
                    <a:pt x="817237" y="10397"/>
                  </a:lnTo>
                  <a:lnTo>
                    <a:pt x="863828" y="4657"/>
                  </a:lnTo>
                  <a:lnTo>
                    <a:pt x="911083" y="1173"/>
                  </a:lnTo>
                  <a:lnTo>
                    <a:pt x="958944" y="0"/>
                  </a:lnTo>
                  <a:lnTo>
                    <a:pt x="1006804" y="1173"/>
                  </a:lnTo>
                  <a:lnTo>
                    <a:pt x="1054056" y="4657"/>
                  </a:lnTo>
                  <a:lnTo>
                    <a:pt x="1100646" y="10397"/>
                  </a:lnTo>
                  <a:lnTo>
                    <a:pt x="1146519" y="18337"/>
                  </a:lnTo>
                  <a:lnTo>
                    <a:pt x="1191620" y="28424"/>
                  </a:lnTo>
                  <a:lnTo>
                    <a:pt x="1235893" y="40601"/>
                  </a:lnTo>
                  <a:lnTo>
                    <a:pt x="1279284" y="54813"/>
                  </a:lnTo>
                  <a:lnTo>
                    <a:pt x="1321739" y="71007"/>
                  </a:lnTo>
                  <a:lnTo>
                    <a:pt x="1363201" y="89127"/>
                  </a:lnTo>
                  <a:lnTo>
                    <a:pt x="1403617" y="109118"/>
                  </a:lnTo>
                  <a:lnTo>
                    <a:pt x="1442930" y="130924"/>
                  </a:lnTo>
                  <a:lnTo>
                    <a:pt x="1481087" y="154492"/>
                  </a:lnTo>
                  <a:lnTo>
                    <a:pt x="1518032" y="179766"/>
                  </a:lnTo>
                  <a:lnTo>
                    <a:pt x="1553711" y="206692"/>
                  </a:lnTo>
                  <a:lnTo>
                    <a:pt x="1588067" y="235214"/>
                  </a:lnTo>
                  <a:lnTo>
                    <a:pt x="1621048" y="265277"/>
                  </a:lnTo>
                  <a:lnTo>
                    <a:pt x="1652597" y="296826"/>
                  </a:lnTo>
                  <a:lnTo>
                    <a:pt x="1682659" y="329807"/>
                  </a:lnTo>
                  <a:lnTo>
                    <a:pt x="1711180" y="364165"/>
                  </a:lnTo>
                  <a:lnTo>
                    <a:pt x="1738105" y="399844"/>
                  </a:lnTo>
                  <a:lnTo>
                    <a:pt x="1763379" y="436790"/>
                  </a:lnTo>
                  <a:lnTo>
                    <a:pt x="1786946" y="474948"/>
                  </a:lnTo>
                  <a:lnTo>
                    <a:pt x="1808752" y="514262"/>
                  </a:lnTo>
                  <a:lnTo>
                    <a:pt x="1828743" y="554679"/>
                  </a:lnTo>
                  <a:lnTo>
                    <a:pt x="1846862" y="596142"/>
                  </a:lnTo>
                  <a:lnTo>
                    <a:pt x="1863055" y="638597"/>
                  </a:lnTo>
                  <a:lnTo>
                    <a:pt x="1877268" y="681990"/>
                  </a:lnTo>
                  <a:lnTo>
                    <a:pt x="1889444" y="726264"/>
                  </a:lnTo>
                  <a:lnTo>
                    <a:pt x="1899530" y="771365"/>
                  </a:lnTo>
                  <a:lnTo>
                    <a:pt x="1907471" y="817239"/>
                  </a:lnTo>
                  <a:lnTo>
                    <a:pt x="1913210" y="863830"/>
                  </a:lnTo>
                  <a:lnTo>
                    <a:pt x="1916694" y="911083"/>
                  </a:lnTo>
                  <a:lnTo>
                    <a:pt x="1917868" y="958944"/>
                  </a:lnTo>
                  <a:close/>
                </a:path>
              </a:pathLst>
            </a:custGeom>
            <a:ln w="21402">
              <a:solidFill>
                <a:srgbClr val="8CB4AB"/>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A23F6ABC-0647-2A4A-B9F4-EF2739A5A03A}"/>
                </a:ext>
              </a:extLst>
            </p:cNvPr>
            <p:cNvSpPr/>
            <p:nvPr userDrawn="1"/>
          </p:nvSpPr>
          <p:spPr>
            <a:xfrm>
              <a:off x="3514826" y="2293009"/>
              <a:ext cx="5253355" cy="1647189"/>
            </a:xfrm>
            <a:custGeom>
              <a:avLst/>
              <a:gdLst/>
              <a:ahLst/>
              <a:cxnLst/>
              <a:rect l="l" t="t" r="r" b="b"/>
              <a:pathLst>
                <a:path w="5253355" h="1647189">
                  <a:moveTo>
                    <a:pt x="4178616" y="1647101"/>
                  </a:moveTo>
                  <a:lnTo>
                    <a:pt x="22617" y="1647101"/>
                  </a:lnTo>
                  <a:lnTo>
                    <a:pt x="0" y="0"/>
                  </a:lnTo>
                  <a:lnTo>
                    <a:pt x="5252824" y="0"/>
                  </a:lnTo>
                  <a:lnTo>
                    <a:pt x="4178616" y="1647101"/>
                  </a:lnTo>
                  <a:close/>
                </a:path>
              </a:pathLst>
            </a:custGeom>
            <a:ln w="21402">
              <a:solidFill>
                <a:srgbClr val="8CB4AB"/>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3E8096D1-660D-EB44-B793-58D52EB0E14A}"/>
                </a:ext>
              </a:extLst>
            </p:cNvPr>
            <p:cNvSpPr/>
            <p:nvPr userDrawn="1"/>
          </p:nvSpPr>
          <p:spPr>
            <a:xfrm>
              <a:off x="5656938" y="3940111"/>
              <a:ext cx="4041775" cy="3223260"/>
            </a:xfrm>
            <a:custGeom>
              <a:avLst/>
              <a:gdLst/>
              <a:ahLst/>
              <a:cxnLst/>
              <a:rect l="l" t="t" r="r" b="b"/>
              <a:pathLst>
                <a:path w="4041775" h="3223259">
                  <a:moveTo>
                    <a:pt x="2066848" y="0"/>
                  </a:moveTo>
                  <a:lnTo>
                    <a:pt x="0" y="3222770"/>
                  </a:lnTo>
                  <a:lnTo>
                    <a:pt x="1999080" y="3222770"/>
                  </a:lnTo>
                  <a:lnTo>
                    <a:pt x="4041489" y="0"/>
                  </a:lnTo>
                  <a:lnTo>
                    <a:pt x="2066848" y="0"/>
                  </a:lnTo>
                  <a:close/>
                </a:path>
              </a:pathLst>
            </a:custGeom>
            <a:ln w="21402">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8E506A67-AB8E-4863-BA1F-ADA0C80EA0E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929351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_Interstitial Slide 06">
    <p:bg>
      <p:bgPr>
        <a:solidFill>
          <a:srgbClr val="050A09"/>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322FDFC-06F1-A946-9934-56C45C171B41}"/>
              </a:ext>
            </a:extLst>
          </p:cNvPr>
          <p:cNvGrpSpPr/>
          <p:nvPr userDrawn="1"/>
        </p:nvGrpSpPr>
        <p:grpSpPr>
          <a:xfrm>
            <a:off x="0" y="1346452"/>
            <a:ext cx="5327847" cy="4630016"/>
            <a:chOff x="0" y="2220399"/>
            <a:chExt cx="8785398"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3" name="object 3">
              <a:extLst>
                <a:ext uri="{FF2B5EF4-FFF2-40B4-BE49-F238E27FC236}">
                  <a16:creationId xmlns:a16="http://schemas.microsoft.com/office/drawing/2014/main" id="{B5973980-E652-1F4F-880E-48E2AA2AE884}"/>
                </a:ext>
              </a:extLst>
            </p:cNvPr>
            <p:cNvSpPr/>
            <p:nvPr userDrawn="1"/>
          </p:nvSpPr>
          <p:spPr>
            <a:xfrm>
              <a:off x="6533688" y="2270180"/>
              <a:ext cx="2251710" cy="7572375"/>
            </a:xfrm>
            <a:custGeom>
              <a:avLst/>
              <a:gdLst/>
              <a:ahLst/>
              <a:cxnLst/>
              <a:rect l="l" t="t" r="r" b="b"/>
              <a:pathLst>
                <a:path w="2251709" h="7572375">
                  <a:moveTo>
                    <a:pt x="0" y="3591419"/>
                  </a:moveTo>
                  <a:lnTo>
                    <a:pt x="48840" y="3590794"/>
                  </a:lnTo>
                  <a:lnTo>
                    <a:pt x="97366" y="3588930"/>
                  </a:lnTo>
                  <a:lnTo>
                    <a:pt x="145561" y="3585842"/>
                  </a:lnTo>
                  <a:lnTo>
                    <a:pt x="193409" y="3581545"/>
                  </a:lnTo>
                  <a:lnTo>
                    <a:pt x="240894" y="3576056"/>
                  </a:lnTo>
                  <a:lnTo>
                    <a:pt x="288001" y="3569389"/>
                  </a:lnTo>
                  <a:lnTo>
                    <a:pt x="334714" y="3561561"/>
                  </a:lnTo>
                  <a:lnTo>
                    <a:pt x="381017" y="3552586"/>
                  </a:lnTo>
                  <a:lnTo>
                    <a:pt x="426893" y="3542481"/>
                  </a:lnTo>
                  <a:lnTo>
                    <a:pt x="472328" y="3531260"/>
                  </a:lnTo>
                  <a:lnTo>
                    <a:pt x="517306" y="3518939"/>
                  </a:lnTo>
                  <a:lnTo>
                    <a:pt x="561809" y="3505535"/>
                  </a:lnTo>
                  <a:lnTo>
                    <a:pt x="605824" y="3491061"/>
                  </a:lnTo>
                  <a:lnTo>
                    <a:pt x="649333" y="3475534"/>
                  </a:lnTo>
                  <a:lnTo>
                    <a:pt x="692322" y="3458970"/>
                  </a:lnTo>
                  <a:lnTo>
                    <a:pt x="734773" y="3441383"/>
                  </a:lnTo>
                  <a:lnTo>
                    <a:pt x="776672" y="3422790"/>
                  </a:lnTo>
                  <a:lnTo>
                    <a:pt x="818002" y="3403206"/>
                  </a:lnTo>
                  <a:lnTo>
                    <a:pt x="858748" y="3382645"/>
                  </a:lnTo>
                  <a:lnTo>
                    <a:pt x="898894" y="3361125"/>
                  </a:lnTo>
                  <a:lnTo>
                    <a:pt x="938424" y="3338660"/>
                  </a:lnTo>
                  <a:lnTo>
                    <a:pt x="977322" y="3315266"/>
                  </a:lnTo>
                  <a:lnTo>
                    <a:pt x="1015573" y="3290958"/>
                  </a:lnTo>
                  <a:lnTo>
                    <a:pt x="1053160" y="3265753"/>
                  </a:lnTo>
                  <a:lnTo>
                    <a:pt x="1090067" y="3239664"/>
                  </a:lnTo>
                  <a:lnTo>
                    <a:pt x="1126280" y="3212709"/>
                  </a:lnTo>
                  <a:lnTo>
                    <a:pt x="1161781" y="3184902"/>
                  </a:lnTo>
                  <a:lnTo>
                    <a:pt x="1196555" y="3156259"/>
                  </a:lnTo>
                  <a:lnTo>
                    <a:pt x="1230587" y="3126796"/>
                  </a:lnTo>
                  <a:lnTo>
                    <a:pt x="1263860" y="3096527"/>
                  </a:lnTo>
                  <a:lnTo>
                    <a:pt x="1296359" y="3065469"/>
                  </a:lnTo>
                  <a:lnTo>
                    <a:pt x="1328068" y="3033637"/>
                  </a:lnTo>
                  <a:lnTo>
                    <a:pt x="1358970" y="3001046"/>
                  </a:lnTo>
                  <a:lnTo>
                    <a:pt x="1389051" y="2967713"/>
                  </a:lnTo>
                  <a:lnTo>
                    <a:pt x="1418294" y="2933652"/>
                  </a:lnTo>
                  <a:lnTo>
                    <a:pt x="1446684" y="2898879"/>
                  </a:lnTo>
                  <a:lnTo>
                    <a:pt x="1474204" y="2863410"/>
                  </a:lnTo>
                  <a:lnTo>
                    <a:pt x="1500838" y="2827260"/>
                  </a:lnTo>
                  <a:lnTo>
                    <a:pt x="1526572" y="2790444"/>
                  </a:lnTo>
                  <a:lnTo>
                    <a:pt x="1551389" y="2752979"/>
                  </a:lnTo>
                  <a:lnTo>
                    <a:pt x="1575273" y="2714879"/>
                  </a:lnTo>
                  <a:lnTo>
                    <a:pt x="1598209" y="2676160"/>
                  </a:lnTo>
                  <a:lnTo>
                    <a:pt x="1620180" y="2636838"/>
                  </a:lnTo>
                  <a:lnTo>
                    <a:pt x="1641170" y="2596928"/>
                  </a:lnTo>
                  <a:lnTo>
                    <a:pt x="1661165" y="2556446"/>
                  </a:lnTo>
                  <a:lnTo>
                    <a:pt x="1680148" y="2515407"/>
                  </a:lnTo>
                  <a:lnTo>
                    <a:pt x="1698103" y="2473826"/>
                  </a:lnTo>
                  <a:lnTo>
                    <a:pt x="1715014" y="2431720"/>
                  </a:lnTo>
                  <a:lnTo>
                    <a:pt x="1730866" y="2389104"/>
                  </a:lnTo>
                  <a:lnTo>
                    <a:pt x="1745643" y="2345993"/>
                  </a:lnTo>
                  <a:lnTo>
                    <a:pt x="1759328" y="2302402"/>
                  </a:lnTo>
                  <a:lnTo>
                    <a:pt x="1771907" y="2258348"/>
                  </a:lnTo>
                  <a:lnTo>
                    <a:pt x="1783363" y="2213846"/>
                  </a:lnTo>
                  <a:lnTo>
                    <a:pt x="1793680" y="2168911"/>
                  </a:lnTo>
                  <a:lnTo>
                    <a:pt x="1802843" y="2123559"/>
                  </a:lnTo>
                  <a:lnTo>
                    <a:pt x="1810835" y="2077805"/>
                  </a:lnTo>
                  <a:lnTo>
                    <a:pt x="1817641" y="2031665"/>
                  </a:lnTo>
                  <a:lnTo>
                    <a:pt x="1823245" y="1985154"/>
                  </a:lnTo>
                  <a:lnTo>
                    <a:pt x="1827632" y="1938288"/>
                  </a:lnTo>
                  <a:lnTo>
                    <a:pt x="1830785" y="1891082"/>
                  </a:lnTo>
                  <a:lnTo>
                    <a:pt x="1832688" y="1843553"/>
                  </a:lnTo>
                  <a:lnTo>
                    <a:pt x="1833326" y="1795714"/>
                  </a:lnTo>
                  <a:lnTo>
                    <a:pt x="1832688" y="1747876"/>
                  </a:lnTo>
                  <a:lnTo>
                    <a:pt x="1830785" y="1700346"/>
                  </a:lnTo>
                  <a:lnTo>
                    <a:pt x="1827632" y="1653140"/>
                  </a:lnTo>
                  <a:lnTo>
                    <a:pt x="1823245" y="1606273"/>
                  </a:lnTo>
                  <a:lnTo>
                    <a:pt x="1817641" y="1559762"/>
                  </a:lnTo>
                  <a:lnTo>
                    <a:pt x="1810835" y="1513621"/>
                  </a:lnTo>
                  <a:lnTo>
                    <a:pt x="1802843" y="1467867"/>
                  </a:lnTo>
                  <a:lnTo>
                    <a:pt x="1793680" y="1422514"/>
                  </a:lnTo>
                  <a:lnTo>
                    <a:pt x="1783363" y="1377579"/>
                  </a:lnTo>
                  <a:lnTo>
                    <a:pt x="1771907" y="1333076"/>
                  </a:lnTo>
                  <a:lnTo>
                    <a:pt x="1759328" y="1289022"/>
                  </a:lnTo>
                  <a:lnTo>
                    <a:pt x="1745643" y="1245431"/>
                  </a:lnTo>
                  <a:lnTo>
                    <a:pt x="1730866" y="1202320"/>
                  </a:lnTo>
                  <a:lnTo>
                    <a:pt x="1715014" y="1159703"/>
                  </a:lnTo>
                  <a:lnTo>
                    <a:pt x="1698103" y="1117597"/>
                  </a:lnTo>
                  <a:lnTo>
                    <a:pt x="1680148" y="1076016"/>
                  </a:lnTo>
                  <a:lnTo>
                    <a:pt x="1661165" y="1034977"/>
                  </a:lnTo>
                  <a:lnTo>
                    <a:pt x="1641170" y="994494"/>
                  </a:lnTo>
                  <a:lnTo>
                    <a:pt x="1620180" y="954584"/>
                  </a:lnTo>
                  <a:lnTo>
                    <a:pt x="1598209" y="915262"/>
                  </a:lnTo>
                  <a:lnTo>
                    <a:pt x="1575273" y="876543"/>
                  </a:lnTo>
                  <a:lnTo>
                    <a:pt x="1551389" y="838443"/>
                  </a:lnTo>
                  <a:lnTo>
                    <a:pt x="1526572" y="800977"/>
                  </a:lnTo>
                  <a:lnTo>
                    <a:pt x="1500838" y="764161"/>
                  </a:lnTo>
                  <a:lnTo>
                    <a:pt x="1474204" y="728011"/>
                  </a:lnTo>
                  <a:lnTo>
                    <a:pt x="1446684" y="692541"/>
                  </a:lnTo>
                  <a:lnTo>
                    <a:pt x="1418294" y="657768"/>
                  </a:lnTo>
                  <a:lnTo>
                    <a:pt x="1389051" y="623707"/>
                  </a:lnTo>
                  <a:lnTo>
                    <a:pt x="1358970" y="590374"/>
                  </a:lnTo>
                  <a:lnTo>
                    <a:pt x="1328068" y="557783"/>
                  </a:lnTo>
                  <a:lnTo>
                    <a:pt x="1296359" y="525951"/>
                  </a:lnTo>
                  <a:lnTo>
                    <a:pt x="1263860" y="494893"/>
                  </a:lnTo>
                  <a:lnTo>
                    <a:pt x="1230587" y="464624"/>
                  </a:lnTo>
                  <a:lnTo>
                    <a:pt x="1196555" y="435160"/>
                  </a:lnTo>
                  <a:lnTo>
                    <a:pt x="1161781" y="406517"/>
                  </a:lnTo>
                  <a:lnTo>
                    <a:pt x="1126280" y="378710"/>
                  </a:lnTo>
                  <a:lnTo>
                    <a:pt x="1090067" y="351755"/>
                  </a:lnTo>
                  <a:lnTo>
                    <a:pt x="1053160" y="325666"/>
                  </a:lnTo>
                  <a:lnTo>
                    <a:pt x="1015573" y="300461"/>
                  </a:lnTo>
                  <a:lnTo>
                    <a:pt x="977322" y="276153"/>
                  </a:lnTo>
                  <a:lnTo>
                    <a:pt x="938424" y="252759"/>
                  </a:lnTo>
                  <a:lnTo>
                    <a:pt x="898894" y="230294"/>
                  </a:lnTo>
                  <a:lnTo>
                    <a:pt x="858748" y="208773"/>
                  </a:lnTo>
                  <a:lnTo>
                    <a:pt x="818002" y="188213"/>
                  </a:lnTo>
                  <a:lnTo>
                    <a:pt x="776672" y="168629"/>
                  </a:lnTo>
                  <a:lnTo>
                    <a:pt x="734773" y="150035"/>
                  </a:lnTo>
                  <a:lnTo>
                    <a:pt x="692322" y="132449"/>
                  </a:lnTo>
                  <a:lnTo>
                    <a:pt x="649333" y="115884"/>
                  </a:lnTo>
                  <a:lnTo>
                    <a:pt x="605824" y="100357"/>
                  </a:lnTo>
                  <a:lnTo>
                    <a:pt x="561809" y="85884"/>
                  </a:lnTo>
                  <a:lnTo>
                    <a:pt x="517306" y="72479"/>
                  </a:lnTo>
                  <a:lnTo>
                    <a:pt x="472328" y="60158"/>
                  </a:lnTo>
                  <a:lnTo>
                    <a:pt x="426893" y="48938"/>
                  </a:lnTo>
                  <a:lnTo>
                    <a:pt x="381017" y="38832"/>
                  </a:lnTo>
                  <a:lnTo>
                    <a:pt x="334714" y="29857"/>
                  </a:lnTo>
                  <a:lnTo>
                    <a:pt x="288001" y="22029"/>
                  </a:lnTo>
                  <a:lnTo>
                    <a:pt x="240894" y="15362"/>
                  </a:lnTo>
                  <a:lnTo>
                    <a:pt x="193409" y="9873"/>
                  </a:lnTo>
                  <a:lnTo>
                    <a:pt x="145561" y="5577"/>
                  </a:lnTo>
                  <a:lnTo>
                    <a:pt x="97366" y="2489"/>
                  </a:lnTo>
                  <a:lnTo>
                    <a:pt x="48840" y="624"/>
                  </a:lnTo>
                  <a:lnTo>
                    <a:pt x="0" y="0"/>
                  </a:lnTo>
                  <a:lnTo>
                    <a:pt x="0" y="7572083"/>
                  </a:lnTo>
                  <a:lnTo>
                    <a:pt x="50963" y="7571583"/>
                  </a:lnTo>
                  <a:lnTo>
                    <a:pt x="101651" y="7570091"/>
                  </a:lnTo>
                  <a:lnTo>
                    <a:pt x="152049" y="7567616"/>
                  </a:lnTo>
                  <a:lnTo>
                    <a:pt x="202146" y="7564169"/>
                  </a:lnTo>
                  <a:lnTo>
                    <a:pt x="251931" y="7559761"/>
                  </a:lnTo>
                  <a:lnTo>
                    <a:pt x="301391" y="7554403"/>
                  </a:lnTo>
                  <a:lnTo>
                    <a:pt x="350514" y="7548104"/>
                  </a:lnTo>
                  <a:lnTo>
                    <a:pt x="399289" y="7540876"/>
                  </a:lnTo>
                  <a:lnTo>
                    <a:pt x="447704" y="7532729"/>
                  </a:lnTo>
                  <a:lnTo>
                    <a:pt x="495746" y="7523673"/>
                  </a:lnTo>
                  <a:lnTo>
                    <a:pt x="543404" y="7513720"/>
                  </a:lnTo>
                  <a:lnTo>
                    <a:pt x="590666" y="7502879"/>
                  </a:lnTo>
                  <a:lnTo>
                    <a:pt x="637520" y="7491161"/>
                  </a:lnTo>
                  <a:lnTo>
                    <a:pt x="683954" y="7478577"/>
                  </a:lnTo>
                  <a:lnTo>
                    <a:pt x="729956" y="7465136"/>
                  </a:lnTo>
                  <a:lnTo>
                    <a:pt x="775515" y="7450851"/>
                  </a:lnTo>
                  <a:lnTo>
                    <a:pt x="820617" y="7435731"/>
                  </a:lnTo>
                  <a:lnTo>
                    <a:pt x="865252" y="7419786"/>
                  </a:lnTo>
                  <a:lnTo>
                    <a:pt x="909408" y="7403028"/>
                  </a:lnTo>
                  <a:lnTo>
                    <a:pt x="953072" y="7385467"/>
                  </a:lnTo>
                  <a:lnTo>
                    <a:pt x="996233" y="7367113"/>
                  </a:lnTo>
                  <a:lnTo>
                    <a:pt x="1038878" y="7347977"/>
                  </a:lnTo>
                  <a:lnTo>
                    <a:pt x="1080996" y="7328070"/>
                  </a:lnTo>
                  <a:lnTo>
                    <a:pt x="1122575" y="7307401"/>
                  </a:lnTo>
                  <a:lnTo>
                    <a:pt x="1163603" y="7285982"/>
                  </a:lnTo>
                  <a:lnTo>
                    <a:pt x="1204069" y="7263823"/>
                  </a:lnTo>
                  <a:lnTo>
                    <a:pt x="1243959" y="7240935"/>
                  </a:lnTo>
                  <a:lnTo>
                    <a:pt x="1283262" y="7217327"/>
                  </a:lnTo>
                  <a:lnTo>
                    <a:pt x="1321967" y="7193011"/>
                  </a:lnTo>
                  <a:lnTo>
                    <a:pt x="1360061" y="7167998"/>
                  </a:lnTo>
                  <a:lnTo>
                    <a:pt x="1397533" y="7142297"/>
                  </a:lnTo>
                  <a:lnTo>
                    <a:pt x="1434370" y="7115920"/>
                  </a:lnTo>
                  <a:lnTo>
                    <a:pt x="1470561" y="7088876"/>
                  </a:lnTo>
                  <a:lnTo>
                    <a:pt x="1506093" y="7061176"/>
                  </a:lnTo>
                  <a:lnTo>
                    <a:pt x="1540956" y="7032832"/>
                  </a:lnTo>
                  <a:lnTo>
                    <a:pt x="1575136" y="7003853"/>
                  </a:lnTo>
                  <a:lnTo>
                    <a:pt x="1608622" y="6974249"/>
                  </a:lnTo>
                  <a:lnTo>
                    <a:pt x="1641403" y="6944032"/>
                  </a:lnTo>
                  <a:lnTo>
                    <a:pt x="1673465" y="6913213"/>
                  </a:lnTo>
                  <a:lnTo>
                    <a:pt x="1704798" y="6881800"/>
                  </a:lnTo>
                  <a:lnTo>
                    <a:pt x="1735389" y="6849806"/>
                  </a:lnTo>
                  <a:lnTo>
                    <a:pt x="1765226" y="6817240"/>
                  </a:lnTo>
                  <a:lnTo>
                    <a:pt x="1794298" y="6784114"/>
                  </a:lnTo>
                  <a:lnTo>
                    <a:pt x="1822593" y="6750437"/>
                  </a:lnTo>
                  <a:lnTo>
                    <a:pt x="1850098" y="6716220"/>
                  </a:lnTo>
                  <a:lnTo>
                    <a:pt x="1876802" y="6681474"/>
                  </a:lnTo>
                  <a:lnTo>
                    <a:pt x="1902692" y="6646209"/>
                  </a:lnTo>
                  <a:lnTo>
                    <a:pt x="1927758" y="6610436"/>
                  </a:lnTo>
                  <a:lnTo>
                    <a:pt x="1951986" y="6574166"/>
                  </a:lnTo>
                  <a:lnTo>
                    <a:pt x="1975366" y="6537408"/>
                  </a:lnTo>
                  <a:lnTo>
                    <a:pt x="1997885" y="6500173"/>
                  </a:lnTo>
                  <a:lnTo>
                    <a:pt x="2019531" y="6462473"/>
                  </a:lnTo>
                  <a:lnTo>
                    <a:pt x="2040292" y="6424317"/>
                  </a:lnTo>
                  <a:lnTo>
                    <a:pt x="2060157" y="6385716"/>
                  </a:lnTo>
                  <a:lnTo>
                    <a:pt x="2079113" y="6346681"/>
                  </a:lnTo>
                  <a:lnTo>
                    <a:pt x="2097149" y="6307221"/>
                  </a:lnTo>
                  <a:lnTo>
                    <a:pt x="2114252" y="6267348"/>
                  </a:lnTo>
                  <a:lnTo>
                    <a:pt x="2130412" y="6227073"/>
                  </a:lnTo>
                  <a:lnTo>
                    <a:pt x="2145615" y="6186405"/>
                  </a:lnTo>
                  <a:lnTo>
                    <a:pt x="2159850" y="6145355"/>
                  </a:lnTo>
                  <a:lnTo>
                    <a:pt x="2173105" y="6103934"/>
                  </a:lnTo>
                  <a:lnTo>
                    <a:pt x="2185368" y="6062152"/>
                  </a:lnTo>
                  <a:lnTo>
                    <a:pt x="2196627" y="6020020"/>
                  </a:lnTo>
                  <a:lnTo>
                    <a:pt x="2206870" y="5977548"/>
                  </a:lnTo>
                  <a:lnTo>
                    <a:pt x="2216086" y="5934747"/>
                  </a:lnTo>
                  <a:lnTo>
                    <a:pt x="2224262" y="5891628"/>
                  </a:lnTo>
                  <a:lnTo>
                    <a:pt x="2231387" y="5848200"/>
                  </a:lnTo>
                  <a:lnTo>
                    <a:pt x="2237448" y="5804475"/>
                  </a:lnTo>
                  <a:lnTo>
                    <a:pt x="2242434" y="5760463"/>
                  </a:lnTo>
                  <a:lnTo>
                    <a:pt x="2246333" y="5716175"/>
                  </a:lnTo>
                  <a:lnTo>
                    <a:pt x="2249133" y="5671621"/>
                  </a:lnTo>
                  <a:lnTo>
                    <a:pt x="2250821" y="5626811"/>
                  </a:lnTo>
                  <a:lnTo>
                    <a:pt x="2251386" y="5581756"/>
                  </a:lnTo>
                  <a:lnTo>
                    <a:pt x="2250821" y="5536701"/>
                  </a:lnTo>
                  <a:lnTo>
                    <a:pt x="2249133" y="5491891"/>
                  </a:lnTo>
                  <a:lnTo>
                    <a:pt x="2246333" y="5447336"/>
                  </a:lnTo>
                  <a:lnTo>
                    <a:pt x="2242434" y="5403047"/>
                  </a:lnTo>
                  <a:lnTo>
                    <a:pt x="2237448" y="5359035"/>
                  </a:lnTo>
                  <a:lnTo>
                    <a:pt x="2231387" y="5315310"/>
                  </a:lnTo>
                  <a:lnTo>
                    <a:pt x="2224262" y="5271882"/>
                  </a:lnTo>
                  <a:lnTo>
                    <a:pt x="2216086" y="5228762"/>
                  </a:lnTo>
                  <a:lnTo>
                    <a:pt x="2206870" y="5185961"/>
                  </a:lnTo>
                  <a:lnTo>
                    <a:pt x="2196627" y="5143489"/>
                  </a:lnTo>
                  <a:lnTo>
                    <a:pt x="2185368" y="5101357"/>
                  </a:lnTo>
                  <a:lnTo>
                    <a:pt x="2173105" y="5059574"/>
                  </a:lnTo>
                  <a:lnTo>
                    <a:pt x="2159850" y="5018153"/>
                  </a:lnTo>
                  <a:lnTo>
                    <a:pt x="2145615" y="4977103"/>
                  </a:lnTo>
                  <a:lnTo>
                    <a:pt x="2130412" y="4936435"/>
                  </a:lnTo>
                  <a:lnTo>
                    <a:pt x="2114252" y="4896159"/>
                  </a:lnTo>
                  <a:lnTo>
                    <a:pt x="2097149" y="4856286"/>
                  </a:lnTo>
                  <a:lnTo>
                    <a:pt x="2079113" y="4816826"/>
                  </a:lnTo>
                  <a:lnTo>
                    <a:pt x="2060157" y="4777790"/>
                  </a:lnTo>
                  <a:lnTo>
                    <a:pt x="2040292" y="4739189"/>
                  </a:lnTo>
                  <a:lnTo>
                    <a:pt x="2019531" y="4701033"/>
                  </a:lnTo>
                  <a:lnTo>
                    <a:pt x="1997885" y="4663332"/>
                  </a:lnTo>
                  <a:lnTo>
                    <a:pt x="1975366" y="4626098"/>
                  </a:lnTo>
                  <a:lnTo>
                    <a:pt x="1951986" y="4589340"/>
                  </a:lnTo>
                  <a:lnTo>
                    <a:pt x="1927758" y="4553069"/>
                  </a:lnTo>
                  <a:lnTo>
                    <a:pt x="1902692" y="4517296"/>
                  </a:lnTo>
                  <a:lnTo>
                    <a:pt x="1876802" y="4482031"/>
                  </a:lnTo>
                  <a:lnTo>
                    <a:pt x="1850098" y="4447284"/>
                  </a:lnTo>
                  <a:lnTo>
                    <a:pt x="1822593" y="4413068"/>
                  </a:lnTo>
                  <a:lnTo>
                    <a:pt x="1794298" y="4379390"/>
                  </a:lnTo>
                  <a:lnTo>
                    <a:pt x="1765226" y="4346264"/>
                  </a:lnTo>
                  <a:lnTo>
                    <a:pt x="1735389" y="4313698"/>
                  </a:lnTo>
                  <a:lnTo>
                    <a:pt x="1704798" y="4281703"/>
                  </a:lnTo>
                  <a:lnTo>
                    <a:pt x="1673465" y="4250291"/>
                  </a:lnTo>
                  <a:lnTo>
                    <a:pt x="1641403" y="4219471"/>
                  </a:lnTo>
                  <a:lnTo>
                    <a:pt x="1608622" y="4189254"/>
                  </a:lnTo>
                  <a:lnTo>
                    <a:pt x="1575136" y="4159651"/>
                  </a:lnTo>
                  <a:lnTo>
                    <a:pt x="1540956" y="4130671"/>
                  </a:lnTo>
                  <a:lnTo>
                    <a:pt x="1506093" y="4102327"/>
                  </a:lnTo>
                  <a:lnTo>
                    <a:pt x="1470561" y="4074627"/>
                  </a:lnTo>
                  <a:lnTo>
                    <a:pt x="1434370" y="4047583"/>
                  </a:lnTo>
                  <a:lnTo>
                    <a:pt x="1397533" y="4021206"/>
                  </a:lnTo>
                  <a:lnTo>
                    <a:pt x="1360061" y="3995505"/>
                  </a:lnTo>
                  <a:lnTo>
                    <a:pt x="1321967" y="3970491"/>
                  </a:lnTo>
                  <a:lnTo>
                    <a:pt x="1283262" y="3946175"/>
                  </a:lnTo>
                  <a:lnTo>
                    <a:pt x="1243959" y="3922568"/>
                  </a:lnTo>
                  <a:lnTo>
                    <a:pt x="1204069" y="3899680"/>
                  </a:lnTo>
                  <a:lnTo>
                    <a:pt x="1163603" y="3877520"/>
                  </a:lnTo>
                  <a:lnTo>
                    <a:pt x="1122575" y="3856101"/>
                  </a:lnTo>
                  <a:lnTo>
                    <a:pt x="1080996" y="3835433"/>
                  </a:lnTo>
                  <a:lnTo>
                    <a:pt x="1038878" y="3815525"/>
                  </a:lnTo>
                  <a:lnTo>
                    <a:pt x="996233" y="3796389"/>
                  </a:lnTo>
                  <a:lnTo>
                    <a:pt x="953072" y="3778035"/>
                  </a:lnTo>
                  <a:lnTo>
                    <a:pt x="909408" y="3760474"/>
                  </a:lnTo>
                  <a:lnTo>
                    <a:pt x="865252" y="3743716"/>
                  </a:lnTo>
                  <a:lnTo>
                    <a:pt x="820617" y="3727771"/>
                  </a:lnTo>
                  <a:lnTo>
                    <a:pt x="775515" y="3712651"/>
                  </a:lnTo>
                  <a:lnTo>
                    <a:pt x="729956" y="3698366"/>
                  </a:lnTo>
                  <a:lnTo>
                    <a:pt x="683954" y="3684926"/>
                  </a:lnTo>
                  <a:lnTo>
                    <a:pt x="637520" y="3672341"/>
                  </a:lnTo>
                  <a:lnTo>
                    <a:pt x="590666" y="3660623"/>
                  </a:lnTo>
                  <a:lnTo>
                    <a:pt x="543404" y="3649782"/>
                  </a:lnTo>
                  <a:lnTo>
                    <a:pt x="495746" y="3639829"/>
                  </a:lnTo>
                  <a:lnTo>
                    <a:pt x="447704" y="3630773"/>
                  </a:lnTo>
                  <a:lnTo>
                    <a:pt x="399289" y="3622626"/>
                  </a:lnTo>
                  <a:lnTo>
                    <a:pt x="350514" y="3615398"/>
                  </a:lnTo>
                  <a:lnTo>
                    <a:pt x="301391" y="3609099"/>
                  </a:lnTo>
                  <a:lnTo>
                    <a:pt x="251931" y="3603741"/>
                  </a:lnTo>
                  <a:lnTo>
                    <a:pt x="202146" y="3599333"/>
                  </a:lnTo>
                  <a:lnTo>
                    <a:pt x="152049" y="3595886"/>
                  </a:lnTo>
                  <a:lnTo>
                    <a:pt x="101651" y="3593412"/>
                  </a:lnTo>
                  <a:lnTo>
                    <a:pt x="50963" y="3591919"/>
                  </a:lnTo>
                  <a:lnTo>
                    <a:pt x="0" y="3591419"/>
                  </a:lnTo>
                </a:path>
              </a:pathLst>
            </a:custGeom>
            <a:ln w="20941">
              <a:solidFill>
                <a:schemeClr val="accent3"/>
              </a:solidFill>
            </a:ln>
          </p:spPr>
          <p:txBody>
            <a:bodyPr wrap="square" lIns="0" tIns="0" rIns="0" bIns="0" rtlCol="0"/>
            <a:lstStyle/>
            <a:p>
              <a:endParaRPr sz="1092"/>
            </a:p>
          </p:txBody>
        </p:sp>
        <p:sp>
          <p:nvSpPr>
            <p:cNvPr id="14" name="object 4">
              <a:extLst>
                <a:ext uri="{FF2B5EF4-FFF2-40B4-BE49-F238E27FC236}">
                  <a16:creationId xmlns:a16="http://schemas.microsoft.com/office/drawing/2014/main" id="{390EEA3C-81B5-A747-AC7B-BCE6740E8B9B}"/>
                </a:ext>
              </a:extLst>
            </p:cNvPr>
            <p:cNvSpPr/>
            <p:nvPr userDrawn="1"/>
          </p:nvSpPr>
          <p:spPr>
            <a:xfrm>
              <a:off x="3533864" y="2270180"/>
              <a:ext cx="2252345" cy="7572375"/>
            </a:xfrm>
            <a:custGeom>
              <a:avLst/>
              <a:gdLst/>
              <a:ahLst/>
              <a:cxnLst/>
              <a:rect l="l" t="t" r="r" b="b"/>
              <a:pathLst>
                <a:path w="2252345" h="7572375">
                  <a:moveTo>
                    <a:pt x="2252140" y="3591419"/>
                  </a:moveTo>
                  <a:lnTo>
                    <a:pt x="2203300" y="3590794"/>
                  </a:lnTo>
                  <a:lnTo>
                    <a:pt x="2154774" y="3588930"/>
                  </a:lnTo>
                  <a:lnTo>
                    <a:pt x="2106579" y="3585842"/>
                  </a:lnTo>
                  <a:lnTo>
                    <a:pt x="2058731" y="3581545"/>
                  </a:lnTo>
                  <a:lnTo>
                    <a:pt x="2011245" y="3576056"/>
                  </a:lnTo>
                  <a:lnTo>
                    <a:pt x="1964138" y="3569389"/>
                  </a:lnTo>
                  <a:lnTo>
                    <a:pt x="1917426" y="3561561"/>
                  </a:lnTo>
                  <a:lnTo>
                    <a:pt x="1871123" y="3552586"/>
                  </a:lnTo>
                  <a:lnTo>
                    <a:pt x="1825246" y="3542481"/>
                  </a:lnTo>
                  <a:lnTo>
                    <a:pt x="1779812" y="3531260"/>
                  </a:lnTo>
                  <a:lnTo>
                    <a:pt x="1734834" y="3518939"/>
                  </a:lnTo>
                  <a:lnTo>
                    <a:pt x="1690331" y="3505535"/>
                  </a:lnTo>
                  <a:lnTo>
                    <a:pt x="1646316" y="3491061"/>
                  </a:lnTo>
                  <a:lnTo>
                    <a:pt x="1602807" y="3475534"/>
                  </a:lnTo>
                  <a:lnTo>
                    <a:pt x="1559818" y="3458970"/>
                  </a:lnTo>
                  <a:lnTo>
                    <a:pt x="1517367" y="3441383"/>
                  </a:lnTo>
                  <a:lnTo>
                    <a:pt x="1475468" y="3422790"/>
                  </a:lnTo>
                  <a:lnTo>
                    <a:pt x="1434137" y="3403206"/>
                  </a:lnTo>
                  <a:lnTo>
                    <a:pt x="1393391" y="3382645"/>
                  </a:lnTo>
                  <a:lnTo>
                    <a:pt x="1353245" y="3361125"/>
                  </a:lnTo>
                  <a:lnTo>
                    <a:pt x="1313716" y="3338660"/>
                  </a:lnTo>
                  <a:lnTo>
                    <a:pt x="1274817" y="3315266"/>
                  </a:lnTo>
                  <a:lnTo>
                    <a:pt x="1236567" y="3290958"/>
                  </a:lnTo>
                  <a:lnTo>
                    <a:pt x="1198980" y="3265753"/>
                  </a:lnTo>
                  <a:lnTo>
                    <a:pt x="1162073" y="3239664"/>
                  </a:lnTo>
                  <a:lnTo>
                    <a:pt x="1125860" y="3212709"/>
                  </a:lnTo>
                  <a:lnTo>
                    <a:pt x="1090359" y="3184902"/>
                  </a:lnTo>
                  <a:lnTo>
                    <a:pt x="1055584" y="3156259"/>
                  </a:lnTo>
                  <a:lnTo>
                    <a:pt x="1021553" y="3126796"/>
                  </a:lnTo>
                  <a:lnTo>
                    <a:pt x="988279" y="3096527"/>
                  </a:lnTo>
                  <a:lnTo>
                    <a:pt x="955781" y="3065469"/>
                  </a:lnTo>
                  <a:lnTo>
                    <a:pt x="924072" y="3033637"/>
                  </a:lnTo>
                  <a:lnTo>
                    <a:pt x="893169" y="3001046"/>
                  </a:lnTo>
                  <a:lnTo>
                    <a:pt x="863089" y="2967713"/>
                  </a:lnTo>
                  <a:lnTo>
                    <a:pt x="833846" y="2933652"/>
                  </a:lnTo>
                  <a:lnTo>
                    <a:pt x="805456" y="2898879"/>
                  </a:lnTo>
                  <a:lnTo>
                    <a:pt x="777936" y="2863410"/>
                  </a:lnTo>
                  <a:lnTo>
                    <a:pt x="751301" y="2827260"/>
                  </a:lnTo>
                  <a:lnTo>
                    <a:pt x="725568" y="2790444"/>
                  </a:lnTo>
                  <a:lnTo>
                    <a:pt x="700751" y="2752979"/>
                  </a:lnTo>
                  <a:lnTo>
                    <a:pt x="676867" y="2714879"/>
                  </a:lnTo>
                  <a:lnTo>
                    <a:pt x="653931" y="2676160"/>
                  </a:lnTo>
                  <a:lnTo>
                    <a:pt x="631960" y="2636838"/>
                  </a:lnTo>
                  <a:lnTo>
                    <a:pt x="610969" y="2596928"/>
                  </a:lnTo>
                  <a:lnTo>
                    <a:pt x="590975" y="2556446"/>
                  </a:lnTo>
                  <a:lnTo>
                    <a:pt x="571992" y="2515407"/>
                  </a:lnTo>
                  <a:lnTo>
                    <a:pt x="554037" y="2473826"/>
                  </a:lnTo>
                  <a:lnTo>
                    <a:pt x="537126" y="2431720"/>
                  </a:lnTo>
                  <a:lnTo>
                    <a:pt x="521274" y="2389104"/>
                  </a:lnTo>
                  <a:lnTo>
                    <a:pt x="506497" y="2345993"/>
                  </a:lnTo>
                  <a:lnTo>
                    <a:pt x="492811" y="2302402"/>
                  </a:lnTo>
                  <a:lnTo>
                    <a:pt x="480233" y="2258348"/>
                  </a:lnTo>
                  <a:lnTo>
                    <a:pt x="468777" y="2213846"/>
                  </a:lnTo>
                  <a:lnTo>
                    <a:pt x="458460" y="2168911"/>
                  </a:lnTo>
                  <a:lnTo>
                    <a:pt x="449297" y="2123559"/>
                  </a:lnTo>
                  <a:lnTo>
                    <a:pt x="441305" y="2077805"/>
                  </a:lnTo>
                  <a:lnTo>
                    <a:pt x="434499" y="2031665"/>
                  </a:lnTo>
                  <a:lnTo>
                    <a:pt x="428894" y="1985154"/>
                  </a:lnTo>
                  <a:lnTo>
                    <a:pt x="424508" y="1938288"/>
                  </a:lnTo>
                  <a:lnTo>
                    <a:pt x="421355" y="1891082"/>
                  </a:lnTo>
                  <a:lnTo>
                    <a:pt x="419452" y="1843553"/>
                  </a:lnTo>
                  <a:lnTo>
                    <a:pt x="418814" y="1795714"/>
                  </a:lnTo>
                  <a:lnTo>
                    <a:pt x="419452" y="1747876"/>
                  </a:lnTo>
                  <a:lnTo>
                    <a:pt x="421355" y="1700346"/>
                  </a:lnTo>
                  <a:lnTo>
                    <a:pt x="424508" y="1653140"/>
                  </a:lnTo>
                  <a:lnTo>
                    <a:pt x="428894" y="1606273"/>
                  </a:lnTo>
                  <a:lnTo>
                    <a:pt x="434499" y="1559762"/>
                  </a:lnTo>
                  <a:lnTo>
                    <a:pt x="441305" y="1513621"/>
                  </a:lnTo>
                  <a:lnTo>
                    <a:pt x="449297" y="1467867"/>
                  </a:lnTo>
                  <a:lnTo>
                    <a:pt x="458460" y="1422514"/>
                  </a:lnTo>
                  <a:lnTo>
                    <a:pt x="468777" y="1377579"/>
                  </a:lnTo>
                  <a:lnTo>
                    <a:pt x="480233" y="1333076"/>
                  </a:lnTo>
                  <a:lnTo>
                    <a:pt x="492811" y="1289022"/>
                  </a:lnTo>
                  <a:lnTo>
                    <a:pt x="506497" y="1245431"/>
                  </a:lnTo>
                  <a:lnTo>
                    <a:pt x="521274" y="1202320"/>
                  </a:lnTo>
                  <a:lnTo>
                    <a:pt x="537126" y="1159703"/>
                  </a:lnTo>
                  <a:lnTo>
                    <a:pt x="554037" y="1117597"/>
                  </a:lnTo>
                  <a:lnTo>
                    <a:pt x="571992" y="1076016"/>
                  </a:lnTo>
                  <a:lnTo>
                    <a:pt x="590975" y="1034977"/>
                  </a:lnTo>
                  <a:lnTo>
                    <a:pt x="610969" y="994494"/>
                  </a:lnTo>
                  <a:lnTo>
                    <a:pt x="631960" y="954584"/>
                  </a:lnTo>
                  <a:lnTo>
                    <a:pt x="653931" y="915262"/>
                  </a:lnTo>
                  <a:lnTo>
                    <a:pt x="676867" y="876543"/>
                  </a:lnTo>
                  <a:lnTo>
                    <a:pt x="700751" y="838443"/>
                  </a:lnTo>
                  <a:lnTo>
                    <a:pt x="725568" y="800977"/>
                  </a:lnTo>
                  <a:lnTo>
                    <a:pt x="751301" y="764161"/>
                  </a:lnTo>
                  <a:lnTo>
                    <a:pt x="777936" y="728011"/>
                  </a:lnTo>
                  <a:lnTo>
                    <a:pt x="805456" y="692541"/>
                  </a:lnTo>
                  <a:lnTo>
                    <a:pt x="833846" y="657768"/>
                  </a:lnTo>
                  <a:lnTo>
                    <a:pt x="863089" y="623707"/>
                  </a:lnTo>
                  <a:lnTo>
                    <a:pt x="893169" y="590374"/>
                  </a:lnTo>
                  <a:lnTo>
                    <a:pt x="924072" y="557783"/>
                  </a:lnTo>
                  <a:lnTo>
                    <a:pt x="955781" y="525951"/>
                  </a:lnTo>
                  <a:lnTo>
                    <a:pt x="988279" y="494893"/>
                  </a:lnTo>
                  <a:lnTo>
                    <a:pt x="1021553" y="464624"/>
                  </a:lnTo>
                  <a:lnTo>
                    <a:pt x="1055584" y="435160"/>
                  </a:lnTo>
                  <a:lnTo>
                    <a:pt x="1090359" y="406517"/>
                  </a:lnTo>
                  <a:lnTo>
                    <a:pt x="1125860" y="378710"/>
                  </a:lnTo>
                  <a:lnTo>
                    <a:pt x="1162073" y="351755"/>
                  </a:lnTo>
                  <a:lnTo>
                    <a:pt x="1198980" y="325666"/>
                  </a:lnTo>
                  <a:lnTo>
                    <a:pt x="1236567" y="300461"/>
                  </a:lnTo>
                  <a:lnTo>
                    <a:pt x="1274817" y="276153"/>
                  </a:lnTo>
                  <a:lnTo>
                    <a:pt x="1313716" y="252759"/>
                  </a:lnTo>
                  <a:lnTo>
                    <a:pt x="1353245" y="230294"/>
                  </a:lnTo>
                  <a:lnTo>
                    <a:pt x="1393391" y="208773"/>
                  </a:lnTo>
                  <a:lnTo>
                    <a:pt x="1434137" y="188213"/>
                  </a:lnTo>
                  <a:lnTo>
                    <a:pt x="1475468" y="168629"/>
                  </a:lnTo>
                  <a:lnTo>
                    <a:pt x="1517367" y="150035"/>
                  </a:lnTo>
                  <a:lnTo>
                    <a:pt x="1559818" y="132449"/>
                  </a:lnTo>
                  <a:lnTo>
                    <a:pt x="1602807" y="115884"/>
                  </a:lnTo>
                  <a:lnTo>
                    <a:pt x="1646316" y="100357"/>
                  </a:lnTo>
                  <a:lnTo>
                    <a:pt x="1690331" y="85884"/>
                  </a:lnTo>
                  <a:lnTo>
                    <a:pt x="1734834" y="72479"/>
                  </a:lnTo>
                  <a:lnTo>
                    <a:pt x="1779812" y="60158"/>
                  </a:lnTo>
                  <a:lnTo>
                    <a:pt x="1825246" y="48938"/>
                  </a:lnTo>
                  <a:lnTo>
                    <a:pt x="1871123" y="38832"/>
                  </a:lnTo>
                  <a:lnTo>
                    <a:pt x="1917426" y="29857"/>
                  </a:lnTo>
                  <a:lnTo>
                    <a:pt x="1964138" y="22029"/>
                  </a:lnTo>
                  <a:lnTo>
                    <a:pt x="2011245" y="15362"/>
                  </a:lnTo>
                  <a:lnTo>
                    <a:pt x="2058731" y="9873"/>
                  </a:lnTo>
                  <a:lnTo>
                    <a:pt x="2106579" y="5577"/>
                  </a:lnTo>
                  <a:lnTo>
                    <a:pt x="2154774" y="2489"/>
                  </a:lnTo>
                  <a:lnTo>
                    <a:pt x="2203300" y="624"/>
                  </a:lnTo>
                  <a:lnTo>
                    <a:pt x="2252140" y="0"/>
                  </a:lnTo>
                  <a:lnTo>
                    <a:pt x="2252140" y="7572083"/>
                  </a:lnTo>
                  <a:lnTo>
                    <a:pt x="2201159" y="7571583"/>
                  </a:lnTo>
                  <a:lnTo>
                    <a:pt x="2150454" y="7570091"/>
                  </a:lnTo>
                  <a:lnTo>
                    <a:pt x="2100039" y="7567616"/>
                  </a:lnTo>
                  <a:lnTo>
                    <a:pt x="2049924" y="7564169"/>
                  </a:lnTo>
                  <a:lnTo>
                    <a:pt x="2000123" y="7559761"/>
                  </a:lnTo>
                  <a:lnTo>
                    <a:pt x="1950646" y="7554403"/>
                  </a:lnTo>
                  <a:lnTo>
                    <a:pt x="1901505" y="7548104"/>
                  </a:lnTo>
                  <a:lnTo>
                    <a:pt x="1852714" y="7540876"/>
                  </a:lnTo>
                  <a:lnTo>
                    <a:pt x="1804283" y="7532729"/>
                  </a:lnTo>
                  <a:lnTo>
                    <a:pt x="1756224" y="7523673"/>
                  </a:lnTo>
                  <a:lnTo>
                    <a:pt x="1708549" y="7513720"/>
                  </a:lnTo>
                  <a:lnTo>
                    <a:pt x="1661271" y="7502879"/>
                  </a:lnTo>
                  <a:lnTo>
                    <a:pt x="1614402" y="7491161"/>
                  </a:lnTo>
                  <a:lnTo>
                    <a:pt x="1567952" y="7478577"/>
                  </a:lnTo>
                  <a:lnTo>
                    <a:pt x="1521934" y="7465136"/>
                  </a:lnTo>
                  <a:lnTo>
                    <a:pt x="1476360" y="7450851"/>
                  </a:lnTo>
                  <a:lnTo>
                    <a:pt x="1431242" y="7435731"/>
                  </a:lnTo>
                  <a:lnTo>
                    <a:pt x="1386592" y="7419786"/>
                  </a:lnTo>
                  <a:lnTo>
                    <a:pt x="1342422" y="7403028"/>
                  </a:lnTo>
                  <a:lnTo>
                    <a:pt x="1298743" y="7385467"/>
                  </a:lnTo>
                  <a:lnTo>
                    <a:pt x="1255568" y="7367113"/>
                  </a:lnTo>
                  <a:lnTo>
                    <a:pt x="1212908" y="7347977"/>
                  </a:lnTo>
                  <a:lnTo>
                    <a:pt x="1170776" y="7328070"/>
                  </a:lnTo>
                  <a:lnTo>
                    <a:pt x="1129183" y="7307401"/>
                  </a:lnTo>
                  <a:lnTo>
                    <a:pt x="1088141" y="7285982"/>
                  </a:lnTo>
                  <a:lnTo>
                    <a:pt x="1047662" y="7263823"/>
                  </a:lnTo>
                  <a:lnTo>
                    <a:pt x="1007759" y="7240935"/>
                  </a:lnTo>
                  <a:lnTo>
                    <a:pt x="968442" y="7217327"/>
                  </a:lnTo>
                  <a:lnTo>
                    <a:pt x="929725" y="7193011"/>
                  </a:lnTo>
                  <a:lnTo>
                    <a:pt x="891618" y="7167998"/>
                  </a:lnTo>
                  <a:lnTo>
                    <a:pt x="854134" y="7142297"/>
                  </a:lnTo>
                  <a:lnTo>
                    <a:pt x="817284" y="7115920"/>
                  </a:lnTo>
                  <a:lnTo>
                    <a:pt x="781081" y="7088876"/>
                  </a:lnTo>
                  <a:lnTo>
                    <a:pt x="745537" y="7061176"/>
                  </a:lnTo>
                  <a:lnTo>
                    <a:pt x="710663" y="7032832"/>
                  </a:lnTo>
                  <a:lnTo>
                    <a:pt x="676471" y="7003853"/>
                  </a:lnTo>
                  <a:lnTo>
                    <a:pt x="642974" y="6974249"/>
                  </a:lnTo>
                  <a:lnTo>
                    <a:pt x="610183" y="6944032"/>
                  </a:lnTo>
                  <a:lnTo>
                    <a:pt x="578110" y="6913213"/>
                  </a:lnTo>
                  <a:lnTo>
                    <a:pt x="546767" y="6881800"/>
                  </a:lnTo>
                  <a:lnTo>
                    <a:pt x="516166" y="6849806"/>
                  </a:lnTo>
                  <a:lnTo>
                    <a:pt x="486318" y="6817240"/>
                  </a:lnTo>
                  <a:lnTo>
                    <a:pt x="457237" y="6784114"/>
                  </a:lnTo>
                  <a:lnTo>
                    <a:pt x="428933" y="6750437"/>
                  </a:lnTo>
                  <a:lnTo>
                    <a:pt x="401419" y="6716220"/>
                  </a:lnTo>
                  <a:lnTo>
                    <a:pt x="374706" y="6681474"/>
                  </a:lnTo>
                  <a:lnTo>
                    <a:pt x="348807" y="6646209"/>
                  </a:lnTo>
                  <a:lnTo>
                    <a:pt x="323734" y="6610436"/>
                  </a:lnTo>
                  <a:lnTo>
                    <a:pt x="299497" y="6574166"/>
                  </a:lnTo>
                  <a:lnTo>
                    <a:pt x="276110" y="6537408"/>
                  </a:lnTo>
                  <a:lnTo>
                    <a:pt x="253584" y="6500173"/>
                  </a:lnTo>
                  <a:lnTo>
                    <a:pt x="231931" y="6462473"/>
                  </a:lnTo>
                  <a:lnTo>
                    <a:pt x="211162" y="6424317"/>
                  </a:lnTo>
                  <a:lnTo>
                    <a:pt x="191291" y="6385716"/>
                  </a:lnTo>
                  <a:lnTo>
                    <a:pt x="172329" y="6346681"/>
                  </a:lnTo>
                  <a:lnTo>
                    <a:pt x="154287" y="6307221"/>
                  </a:lnTo>
                  <a:lnTo>
                    <a:pt x="137178" y="6267348"/>
                  </a:lnTo>
                  <a:lnTo>
                    <a:pt x="121013" y="6227073"/>
                  </a:lnTo>
                  <a:lnTo>
                    <a:pt x="105806" y="6186405"/>
                  </a:lnTo>
                  <a:lnTo>
                    <a:pt x="91566" y="6145355"/>
                  </a:lnTo>
                  <a:lnTo>
                    <a:pt x="78307" y="6103934"/>
                  </a:lnTo>
                  <a:lnTo>
                    <a:pt x="66040" y="6062152"/>
                  </a:lnTo>
                  <a:lnTo>
                    <a:pt x="54777" y="6020020"/>
                  </a:lnTo>
                  <a:lnTo>
                    <a:pt x="44530" y="5977548"/>
                  </a:lnTo>
                  <a:lnTo>
                    <a:pt x="35311" y="5934747"/>
                  </a:lnTo>
                  <a:lnTo>
                    <a:pt x="27132" y="5891628"/>
                  </a:lnTo>
                  <a:lnTo>
                    <a:pt x="20005" y="5848200"/>
                  </a:lnTo>
                  <a:lnTo>
                    <a:pt x="13942" y="5804475"/>
                  </a:lnTo>
                  <a:lnTo>
                    <a:pt x="8955" y="5760463"/>
                  </a:lnTo>
                  <a:lnTo>
                    <a:pt x="5055" y="5716175"/>
                  </a:lnTo>
                  <a:lnTo>
                    <a:pt x="2254" y="5671621"/>
                  </a:lnTo>
                  <a:lnTo>
                    <a:pt x="565" y="5626811"/>
                  </a:lnTo>
                  <a:lnTo>
                    <a:pt x="0" y="5581756"/>
                  </a:lnTo>
                  <a:lnTo>
                    <a:pt x="565" y="5536702"/>
                  </a:lnTo>
                  <a:lnTo>
                    <a:pt x="2254" y="5491892"/>
                  </a:lnTo>
                  <a:lnTo>
                    <a:pt x="5055" y="5447337"/>
                  </a:lnTo>
                  <a:lnTo>
                    <a:pt x="8955" y="5403049"/>
                  </a:lnTo>
                  <a:lnTo>
                    <a:pt x="13942" y="5359037"/>
                  </a:lnTo>
                  <a:lnTo>
                    <a:pt x="20005" y="5315312"/>
                  </a:lnTo>
                  <a:lnTo>
                    <a:pt x="27132" y="5271884"/>
                  </a:lnTo>
                  <a:lnTo>
                    <a:pt x="35311" y="5228765"/>
                  </a:lnTo>
                  <a:lnTo>
                    <a:pt x="44530" y="5185964"/>
                  </a:lnTo>
                  <a:lnTo>
                    <a:pt x="54777" y="5143492"/>
                  </a:lnTo>
                  <a:lnTo>
                    <a:pt x="66040" y="5101360"/>
                  </a:lnTo>
                  <a:lnTo>
                    <a:pt x="78307" y="5059578"/>
                  </a:lnTo>
                  <a:lnTo>
                    <a:pt x="91566" y="5018157"/>
                  </a:lnTo>
                  <a:lnTo>
                    <a:pt x="105806" y="4977107"/>
                  </a:lnTo>
                  <a:lnTo>
                    <a:pt x="121013" y="4936439"/>
                  </a:lnTo>
                  <a:lnTo>
                    <a:pt x="137178" y="4896163"/>
                  </a:lnTo>
                  <a:lnTo>
                    <a:pt x="154287" y="4856290"/>
                  </a:lnTo>
                  <a:lnTo>
                    <a:pt x="172329" y="4816830"/>
                  </a:lnTo>
                  <a:lnTo>
                    <a:pt x="191291" y="4777795"/>
                  </a:lnTo>
                  <a:lnTo>
                    <a:pt x="211162" y="4739194"/>
                  </a:lnTo>
                  <a:lnTo>
                    <a:pt x="231931" y="4701037"/>
                  </a:lnTo>
                  <a:lnTo>
                    <a:pt x="253584" y="4663337"/>
                  </a:lnTo>
                  <a:lnTo>
                    <a:pt x="276110" y="4626102"/>
                  </a:lnTo>
                  <a:lnTo>
                    <a:pt x="299497" y="4589344"/>
                  </a:lnTo>
                  <a:lnTo>
                    <a:pt x="323734" y="4553073"/>
                  </a:lnTo>
                  <a:lnTo>
                    <a:pt x="348807" y="4517300"/>
                  </a:lnTo>
                  <a:lnTo>
                    <a:pt x="374706" y="4482035"/>
                  </a:lnTo>
                  <a:lnTo>
                    <a:pt x="401419" y="4447289"/>
                  </a:lnTo>
                  <a:lnTo>
                    <a:pt x="428933" y="4413072"/>
                  </a:lnTo>
                  <a:lnTo>
                    <a:pt x="457237" y="4379395"/>
                  </a:lnTo>
                  <a:lnTo>
                    <a:pt x="486318" y="4346268"/>
                  </a:lnTo>
                  <a:lnTo>
                    <a:pt x="516166" y="4313702"/>
                  </a:lnTo>
                  <a:lnTo>
                    <a:pt x="546767" y="4281708"/>
                  </a:lnTo>
                  <a:lnTo>
                    <a:pt x="578110" y="4250295"/>
                  </a:lnTo>
                  <a:lnTo>
                    <a:pt x="610183" y="4219475"/>
                  </a:lnTo>
                  <a:lnTo>
                    <a:pt x="642974" y="4189258"/>
                  </a:lnTo>
                  <a:lnTo>
                    <a:pt x="676471" y="4159655"/>
                  </a:lnTo>
                  <a:lnTo>
                    <a:pt x="710663" y="4130675"/>
                  </a:lnTo>
                  <a:lnTo>
                    <a:pt x="745537" y="4102330"/>
                  </a:lnTo>
                  <a:lnTo>
                    <a:pt x="781081" y="4074631"/>
                  </a:lnTo>
                  <a:lnTo>
                    <a:pt x="817284" y="4047587"/>
                  </a:lnTo>
                  <a:lnTo>
                    <a:pt x="854134" y="4021209"/>
                  </a:lnTo>
                  <a:lnTo>
                    <a:pt x="891618" y="3995508"/>
                  </a:lnTo>
                  <a:lnTo>
                    <a:pt x="929725" y="3970494"/>
                  </a:lnTo>
                  <a:lnTo>
                    <a:pt x="968442" y="3946178"/>
                  </a:lnTo>
                  <a:lnTo>
                    <a:pt x="1007759" y="3922571"/>
                  </a:lnTo>
                  <a:lnTo>
                    <a:pt x="1047662" y="3899682"/>
                  </a:lnTo>
                  <a:lnTo>
                    <a:pt x="1088141" y="3877523"/>
                  </a:lnTo>
                  <a:lnTo>
                    <a:pt x="1129183" y="3856104"/>
                  </a:lnTo>
                  <a:lnTo>
                    <a:pt x="1170776" y="3835435"/>
                  </a:lnTo>
                  <a:lnTo>
                    <a:pt x="1212908" y="3815527"/>
                  </a:lnTo>
                  <a:lnTo>
                    <a:pt x="1255568" y="3796391"/>
                  </a:lnTo>
                  <a:lnTo>
                    <a:pt x="1298743" y="3778037"/>
                  </a:lnTo>
                  <a:lnTo>
                    <a:pt x="1342422" y="3760475"/>
                  </a:lnTo>
                  <a:lnTo>
                    <a:pt x="1386592" y="3743717"/>
                  </a:lnTo>
                  <a:lnTo>
                    <a:pt x="1431242" y="3727773"/>
                  </a:lnTo>
                  <a:lnTo>
                    <a:pt x="1476360" y="3712652"/>
                  </a:lnTo>
                  <a:lnTo>
                    <a:pt x="1521934" y="3698367"/>
                  </a:lnTo>
                  <a:lnTo>
                    <a:pt x="1567952" y="3684926"/>
                  </a:lnTo>
                  <a:lnTo>
                    <a:pt x="1614402" y="3672342"/>
                  </a:lnTo>
                  <a:lnTo>
                    <a:pt x="1661271" y="3660624"/>
                  </a:lnTo>
                  <a:lnTo>
                    <a:pt x="1708549" y="3649783"/>
                  </a:lnTo>
                  <a:lnTo>
                    <a:pt x="1756224" y="3639829"/>
                  </a:lnTo>
                  <a:lnTo>
                    <a:pt x="1804283" y="3630773"/>
                  </a:lnTo>
                  <a:lnTo>
                    <a:pt x="1852714" y="3622626"/>
                  </a:lnTo>
                  <a:lnTo>
                    <a:pt x="1901505" y="3615398"/>
                  </a:lnTo>
                  <a:lnTo>
                    <a:pt x="1950646" y="3609099"/>
                  </a:lnTo>
                  <a:lnTo>
                    <a:pt x="2000123" y="3603741"/>
                  </a:lnTo>
                  <a:lnTo>
                    <a:pt x="2049924" y="3599333"/>
                  </a:lnTo>
                  <a:lnTo>
                    <a:pt x="2100039" y="3595886"/>
                  </a:lnTo>
                  <a:lnTo>
                    <a:pt x="2150454" y="3593412"/>
                  </a:lnTo>
                  <a:lnTo>
                    <a:pt x="2201159" y="3591919"/>
                  </a:lnTo>
                  <a:lnTo>
                    <a:pt x="2252140" y="3591419"/>
                  </a:lnTo>
                </a:path>
              </a:pathLst>
            </a:custGeom>
            <a:ln w="20941">
              <a:solidFill>
                <a:schemeClr val="accent3"/>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6B4FACF3-D2B6-4823-ADB8-CE2016652B65}"/>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18479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8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B7E59F2-A113-5748-81F0-6064346E589B}"/>
              </a:ext>
            </a:extLst>
          </p:cNvPr>
          <p:cNvGrpSpPr/>
          <p:nvPr userDrawn="1"/>
        </p:nvGrpSpPr>
        <p:grpSpPr>
          <a:xfrm>
            <a:off x="0" y="1346452"/>
            <a:ext cx="5327847" cy="4630016"/>
            <a:chOff x="0" y="2220399"/>
            <a:chExt cx="8785398" cy="7635240"/>
          </a:xfrm>
        </p:grpSpPr>
        <p:grpSp>
          <p:nvGrpSpPr>
            <p:cNvPr id="11" name="Group 10">
              <a:extLst>
                <a:ext uri="{FF2B5EF4-FFF2-40B4-BE49-F238E27FC236}">
                  <a16:creationId xmlns:a16="http://schemas.microsoft.com/office/drawing/2014/main" id="{1D60C93A-F5A3-0345-A662-8AB4F06F9924}"/>
                </a:ext>
              </a:extLst>
            </p:cNvPr>
            <p:cNvGrpSpPr/>
            <p:nvPr userDrawn="1"/>
          </p:nvGrpSpPr>
          <p:grpSpPr>
            <a:xfrm>
              <a:off x="0" y="2220399"/>
              <a:ext cx="2936240" cy="7635240"/>
              <a:chOff x="0" y="2220399"/>
              <a:chExt cx="2936240" cy="7635240"/>
            </a:xfrm>
          </p:grpSpPr>
          <p:sp>
            <p:nvSpPr>
              <p:cNvPr id="14" name="object 2">
                <a:extLst>
                  <a:ext uri="{FF2B5EF4-FFF2-40B4-BE49-F238E27FC236}">
                    <a16:creationId xmlns:a16="http://schemas.microsoft.com/office/drawing/2014/main" id="{A8084F13-E1A4-3244-B4CF-23F8B672AECF}"/>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5" name="object 3">
                <a:extLst>
                  <a:ext uri="{FF2B5EF4-FFF2-40B4-BE49-F238E27FC236}">
                    <a16:creationId xmlns:a16="http://schemas.microsoft.com/office/drawing/2014/main" id="{71D3CCC6-EE81-2841-854F-C2606973C386}"/>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2" name="object 3">
              <a:extLst>
                <a:ext uri="{FF2B5EF4-FFF2-40B4-BE49-F238E27FC236}">
                  <a16:creationId xmlns:a16="http://schemas.microsoft.com/office/drawing/2014/main" id="{556DA83F-D62E-404D-BA70-B55EBBC1C8C6}"/>
                </a:ext>
              </a:extLst>
            </p:cNvPr>
            <p:cNvSpPr/>
            <p:nvPr userDrawn="1"/>
          </p:nvSpPr>
          <p:spPr>
            <a:xfrm>
              <a:off x="6533688" y="2270180"/>
              <a:ext cx="2251710" cy="7572375"/>
            </a:xfrm>
            <a:custGeom>
              <a:avLst/>
              <a:gdLst/>
              <a:ahLst/>
              <a:cxnLst/>
              <a:rect l="l" t="t" r="r" b="b"/>
              <a:pathLst>
                <a:path w="2251709" h="7572375">
                  <a:moveTo>
                    <a:pt x="0" y="3591419"/>
                  </a:moveTo>
                  <a:lnTo>
                    <a:pt x="48840" y="3590794"/>
                  </a:lnTo>
                  <a:lnTo>
                    <a:pt x="97366" y="3588930"/>
                  </a:lnTo>
                  <a:lnTo>
                    <a:pt x="145561" y="3585842"/>
                  </a:lnTo>
                  <a:lnTo>
                    <a:pt x="193409" y="3581545"/>
                  </a:lnTo>
                  <a:lnTo>
                    <a:pt x="240894" y="3576056"/>
                  </a:lnTo>
                  <a:lnTo>
                    <a:pt x="288001" y="3569389"/>
                  </a:lnTo>
                  <a:lnTo>
                    <a:pt x="334714" y="3561561"/>
                  </a:lnTo>
                  <a:lnTo>
                    <a:pt x="381017" y="3552586"/>
                  </a:lnTo>
                  <a:lnTo>
                    <a:pt x="426893" y="3542481"/>
                  </a:lnTo>
                  <a:lnTo>
                    <a:pt x="472328" y="3531260"/>
                  </a:lnTo>
                  <a:lnTo>
                    <a:pt x="517306" y="3518939"/>
                  </a:lnTo>
                  <a:lnTo>
                    <a:pt x="561809" y="3505535"/>
                  </a:lnTo>
                  <a:lnTo>
                    <a:pt x="605824" y="3491061"/>
                  </a:lnTo>
                  <a:lnTo>
                    <a:pt x="649333" y="3475534"/>
                  </a:lnTo>
                  <a:lnTo>
                    <a:pt x="692322" y="3458970"/>
                  </a:lnTo>
                  <a:lnTo>
                    <a:pt x="734773" y="3441383"/>
                  </a:lnTo>
                  <a:lnTo>
                    <a:pt x="776672" y="3422790"/>
                  </a:lnTo>
                  <a:lnTo>
                    <a:pt x="818002" y="3403206"/>
                  </a:lnTo>
                  <a:lnTo>
                    <a:pt x="858748" y="3382645"/>
                  </a:lnTo>
                  <a:lnTo>
                    <a:pt x="898894" y="3361125"/>
                  </a:lnTo>
                  <a:lnTo>
                    <a:pt x="938424" y="3338660"/>
                  </a:lnTo>
                  <a:lnTo>
                    <a:pt x="977322" y="3315266"/>
                  </a:lnTo>
                  <a:lnTo>
                    <a:pt x="1015573" y="3290958"/>
                  </a:lnTo>
                  <a:lnTo>
                    <a:pt x="1053160" y="3265753"/>
                  </a:lnTo>
                  <a:lnTo>
                    <a:pt x="1090067" y="3239664"/>
                  </a:lnTo>
                  <a:lnTo>
                    <a:pt x="1126280" y="3212709"/>
                  </a:lnTo>
                  <a:lnTo>
                    <a:pt x="1161781" y="3184902"/>
                  </a:lnTo>
                  <a:lnTo>
                    <a:pt x="1196555" y="3156259"/>
                  </a:lnTo>
                  <a:lnTo>
                    <a:pt x="1230587" y="3126796"/>
                  </a:lnTo>
                  <a:lnTo>
                    <a:pt x="1263860" y="3096527"/>
                  </a:lnTo>
                  <a:lnTo>
                    <a:pt x="1296359" y="3065469"/>
                  </a:lnTo>
                  <a:lnTo>
                    <a:pt x="1328068" y="3033637"/>
                  </a:lnTo>
                  <a:lnTo>
                    <a:pt x="1358970" y="3001046"/>
                  </a:lnTo>
                  <a:lnTo>
                    <a:pt x="1389051" y="2967713"/>
                  </a:lnTo>
                  <a:lnTo>
                    <a:pt x="1418294" y="2933652"/>
                  </a:lnTo>
                  <a:lnTo>
                    <a:pt x="1446684" y="2898879"/>
                  </a:lnTo>
                  <a:lnTo>
                    <a:pt x="1474204" y="2863410"/>
                  </a:lnTo>
                  <a:lnTo>
                    <a:pt x="1500838" y="2827260"/>
                  </a:lnTo>
                  <a:lnTo>
                    <a:pt x="1526572" y="2790444"/>
                  </a:lnTo>
                  <a:lnTo>
                    <a:pt x="1551389" y="2752979"/>
                  </a:lnTo>
                  <a:lnTo>
                    <a:pt x="1575273" y="2714879"/>
                  </a:lnTo>
                  <a:lnTo>
                    <a:pt x="1598209" y="2676160"/>
                  </a:lnTo>
                  <a:lnTo>
                    <a:pt x="1620180" y="2636838"/>
                  </a:lnTo>
                  <a:lnTo>
                    <a:pt x="1641170" y="2596928"/>
                  </a:lnTo>
                  <a:lnTo>
                    <a:pt x="1661165" y="2556446"/>
                  </a:lnTo>
                  <a:lnTo>
                    <a:pt x="1680148" y="2515407"/>
                  </a:lnTo>
                  <a:lnTo>
                    <a:pt x="1698103" y="2473826"/>
                  </a:lnTo>
                  <a:lnTo>
                    <a:pt x="1715014" y="2431720"/>
                  </a:lnTo>
                  <a:lnTo>
                    <a:pt x="1730866" y="2389104"/>
                  </a:lnTo>
                  <a:lnTo>
                    <a:pt x="1745643" y="2345993"/>
                  </a:lnTo>
                  <a:lnTo>
                    <a:pt x="1759328" y="2302402"/>
                  </a:lnTo>
                  <a:lnTo>
                    <a:pt x="1771907" y="2258348"/>
                  </a:lnTo>
                  <a:lnTo>
                    <a:pt x="1783363" y="2213846"/>
                  </a:lnTo>
                  <a:lnTo>
                    <a:pt x="1793680" y="2168911"/>
                  </a:lnTo>
                  <a:lnTo>
                    <a:pt x="1802843" y="2123559"/>
                  </a:lnTo>
                  <a:lnTo>
                    <a:pt x="1810835" y="2077805"/>
                  </a:lnTo>
                  <a:lnTo>
                    <a:pt x="1817641" y="2031665"/>
                  </a:lnTo>
                  <a:lnTo>
                    <a:pt x="1823245" y="1985154"/>
                  </a:lnTo>
                  <a:lnTo>
                    <a:pt x="1827632" y="1938288"/>
                  </a:lnTo>
                  <a:lnTo>
                    <a:pt x="1830785" y="1891082"/>
                  </a:lnTo>
                  <a:lnTo>
                    <a:pt x="1832688" y="1843553"/>
                  </a:lnTo>
                  <a:lnTo>
                    <a:pt x="1833326" y="1795714"/>
                  </a:lnTo>
                  <a:lnTo>
                    <a:pt x="1832688" y="1747876"/>
                  </a:lnTo>
                  <a:lnTo>
                    <a:pt x="1830785" y="1700346"/>
                  </a:lnTo>
                  <a:lnTo>
                    <a:pt x="1827632" y="1653140"/>
                  </a:lnTo>
                  <a:lnTo>
                    <a:pt x="1823245" y="1606273"/>
                  </a:lnTo>
                  <a:lnTo>
                    <a:pt x="1817641" y="1559762"/>
                  </a:lnTo>
                  <a:lnTo>
                    <a:pt x="1810835" y="1513621"/>
                  </a:lnTo>
                  <a:lnTo>
                    <a:pt x="1802843" y="1467867"/>
                  </a:lnTo>
                  <a:lnTo>
                    <a:pt x="1793680" y="1422514"/>
                  </a:lnTo>
                  <a:lnTo>
                    <a:pt x="1783363" y="1377579"/>
                  </a:lnTo>
                  <a:lnTo>
                    <a:pt x="1771907" y="1333076"/>
                  </a:lnTo>
                  <a:lnTo>
                    <a:pt x="1759328" y="1289022"/>
                  </a:lnTo>
                  <a:lnTo>
                    <a:pt x="1745643" y="1245431"/>
                  </a:lnTo>
                  <a:lnTo>
                    <a:pt x="1730866" y="1202320"/>
                  </a:lnTo>
                  <a:lnTo>
                    <a:pt x="1715014" y="1159703"/>
                  </a:lnTo>
                  <a:lnTo>
                    <a:pt x="1698103" y="1117597"/>
                  </a:lnTo>
                  <a:lnTo>
                    <a:pt x="1680148" y="1076016"/>
                  </a:lnTo>
                  <a:lnTo>
                    <a:pt x="1661165" y="1034977"/>
                  </a:lnTo>
                  <a:lnTo>
                    <a:pt x="1641170" y="994494"/>
                  </a:lnTo>
                  <a:lnTo>
                    <a:pt x="1620180" y="954584"/>
                  </a:lnTo>
                  <a:lnTo>
                    <a:pt x="1598209" y="915262"/>
                  </a:lnTo>
                  <a:lnTo>
                    <a:pt x="1575273" y="876543"/>
                  </a:lnTo>
                  <a:lnTo>
                    <a:pt x="1551389" y="838443"/>
                  </a:lnTo>
                  <a:lnTo>
                    <a:pt x="1526572" y="800977"/>
                  </a:lnTo>
                  <a:lnTo>
                    <a:pt x="1500838" y="764161"/>
                  </a:lnTo>
                  <a:lnTo>
                    <a:pt x="1474204" y="728011"/>
                  </a:lnTo>
                  <a:lnTo>
                    <a:pt x="1446684" y="692541"/>
                  </a:lnTo>
                  <a:lnTo>
                    <a:pt x="1418294" y="657768"/>
                  </a:lnTo>
                  <a:lnTo>
                    <a:pt x="1389051" y="623707"/>
                  </a:lnTo>
                  <a:lnTo>
                    <a:pt x="1358970" y="590374"/>
                  </a:lnTo>
                  <a:lnTo>
                    <a:pt x="1328068" y="557783"/>
                  </a:lnTo>
                  <a:lnTo>
                    <a:pt x="1296359" y="525951"/>
                  </a:lnTo>
                  <a:lnTo>
                    <a:pt x="1263860" y="494893"/>
                  </a:lnTo>
                  <a:lnTo>
                    <a:pt x="1230587" y="464624"/>
                  </a:lnTo>
                  <a:lnTo>
                    <a:pt x="1196555" y="435160"/>
                  </a:lnTo>
                  <a:lnTo>
                    <a:pt x="1161781" y="406517"/>
                  </a:lnTo>
                  <a:lnTo>
                    <a:pt x="1126280" y="378710"/>
                  </a:lnTo>
                  <a:lnTo>
                    <a:pt x="1090067" y="351755"/>
                  </a:lnTo>
                  <a:lnTo>
                    <a:pt x="1053160" y="325666"/>
                  </a:lnTo>
                  <a:lnTo>
                    <a:pt x="1015573" y="300461"/>
                  </a:lnTo>
                  <a:lnTo>
                    <a:pt x="977322" y="276153"/>
                  </a:lnTo>
                  <a:lnTo>
                    <a:pt x="938424" y="252759"/>
                  </a:lnTo>
                  <a:lnTo>
                    <a:pt x="898894" y="230294"/>
                  </a:lnTo>
                  <a:lnTo>
                    <a:pt x="858748" y="208773"/>
                  </a:lnTo>
                  <a:lnTo>
                    <a:pt x="818002" y="188213"/>
                  </a:lnTo>
                  <a:lnTo>
                    <a:pt x="776672" y="168629"/>
                  </a:lnTo>
                  <a:lnTo>
                    <a:pt x="734773" y="150035"/>
                  </a:lnTo>
                  <a:lnTo>
                    <a:pt x="692322" y="132449"/>
                  </a:lnTo>
                  <a:lnTo>
                    <a:pt x="649333" y="115884"/>
                  </a:lnTo>
                  <a:lnTo>
                    <a:pt x="605824" y="100357"/>
                  </a:lnTo>
                  <a:lnTo>
                    <a:pt x="561809" y="85884"/>
                  </a:lnTo>
                  <a:lnTo>
                    <a:pt x="517306" y="72479"/>
                  </a:lnTo>
                  <a:lnTo>
                    <a:pt x="472328" y="60158"/>
                  </a:lnTo>
                  <a:lnTo>
                    <a:pt x="426893" y="48938"/>
                  </a:lnTo>
                  <a:lnTo>
                    <a:pt x="381017" y="38832"/>
                  </a:lnTo>
                  <a:lnTo>
                    <a:pt x="334714" y="29857"/>
                  </a:lnTo>
                  <a:lnTo>
                    <a:pt x="288001" y="22029"/>
                  </a:lnTo>
                  <a:lnTo>
                    <a:pt x="240894" y="15362"/>
                  </a:lnTo>
                  <a:lnTo>
                    <a:pt x="193409" y="9873"/>
                  </a:lnTo>
                  <a:lnTo>
                    <a:pt x="145561" y="5577"/>
                  </a:lnTo>
                  <a:lnTo>
                    <a:pt x="97366" y="2489"/>
                  </a:lnTo>
                  <a:lnTo>
                    <a:pt x="48840" y="624"/>
                  </a:lnTo>
                  <a:lnTo>
                    <a:pt x="0" y="0"/>
                  </a:lnTo>
                  <a:lnTo>
                    <a:pt x="0" y="7572083"/>
                  </a:lnTo>
                  <a:lnTo>
                    <a:pt x="50963" y="7571583"/>
                  </a:lnTo>
                  <a:lnTo>
                    <a:pt x="101651" y="7570091"/>
                  </a:lnTo>
                  <a:lnTo>
                    <a:pt x="152049" y="7567616"/>
                  </a:lnTo>
                  <a:lnTo>
                    <a:pt x="202146" y="7564169"/>
                  </a:lnTo>
                  <a:lnTo>
                    <a:pt x="251931" y="7559761"/>
                  </a:lnTo>
                  <a:lnTo>
                    <a:pt x="301391" y="7554403"/>
                  </a:lnTo>
                  <a:lnTo>
                    <a:pt x="350514" y="7548104"/>
                  </a:lnTo>
                  <a:lnTo>
                    <a:pt x="399289" y="7540876"/>
                  </a:lnTo>
                  <a:lnTo>
                    <a:pt x="447704" y="7532729"/>
                  </a:lnTo>
                  <a:lnTo>
                    <a:pt x="495746" y="7523673"/>
                  </a:lnTo>
                  <a:lnTo>
                    <a:pt x="543404" y="7513720"/>
                  </a:lnTo>
                  <a:lnTo>
                    <a:pt x="590666" y="7502879"/>
                  </a:lnTo>
                  <a:lnTo>
                    <a:pt x="637520" y="7491161"/>
                  </a:lnTo>
                  <a:lnTo>
                    <a:pt x="683954" y="7478577"/>
                  </a:lnTo>
                  <a:lnTo>
                    <a:pt x="729956" y="7465136"/>
                  </a:lnTo>
                  <a:lnTo>
                    <a:pt x="775515" y="7450851"/>
                  </a:lnTo>
                  <a:lnTo>
                    <a:pt x="820617" y="7435731"/>
                  </a:lnTo>
                  <a:lnTo>
                    <a:pt x="865252" y="7419786"/>
                  </a:lnTo>
                  <a:lnTo>
                    <a:pt x="909408" y="7403028"/>
                  </a:lnTo>
                  <a:lnTo>
                    <a:pt x="953072" y="7385467"/>
                  </a:lnTo>
                  <a:lnTo>
                    <a:pt x="996233" y="7367113"/>
                  </a:lnTo>
                  <a:lnTo>
                    <a:pt x="1038878" y="7347977"/>
                  </a:lnTo>
                  <a:lnTo>
                    <a:pt x="1080996" y="7328070"/>
                  </a:lnTo>
                  <a:lnTo>
                    <a:pt x="1122575" y="7307401"/>
                  </a:lnTo>
                  <a:lnTo>
                    <a:pt x="1163603" y="7285982"/>
                  </a:lnTo>
                  <a:lnTo>
                    <a:pt x="1204069" y="7263823"/>
                  </a:lnTo>
                  <a:lnTo>
                    <a:pt x="1243959" y="7240935"/>
                  </a:lnTo>
                  <a:lnTo>
                    <a:pt x="1283262" y="7217327"/>
                  </a:lnTo>
                  <a:lnTo>
                    <a:pt x="1321967" y="7193011"/>
                  </a:lnTo>
                  <a:lnTo>
                    <a:pt x="1360061" y="7167998"/>
                  </a:lnTo>
                  <a:lnTo>
                    <a:pt x="1397533" y="7142297"/>
                  </a:lnTo>
                  <a:lnTo>
                    <a:pt x="1434370" y="7115920"/>
                  </a:lnTo>
                  <a:lnTo>
                    <a:pt x="1470561" y="7088876"/>
                  </a:lnTo>
                  <a:lnTo>
                    <a:pt x="1506093" y="7061176"/>
                  </a:lnTo>
                  <a:lnTo>
                    <a:pt x="1540956" y="7032832"/>
                  </a:lnTo>
                  <a:lnTo>
                    <a:pt x="1575136" y="7003853"/>
                  </a:lnTo>
                  <a:lnTo>
                    <a:pt x="1608622" y="6974249"/>
                  </a:lnTo>
                  <a:lnTo>
                    <a:pt x="1641403" y="6944032"/>
                  </a:lnTo>
                  <a:lnTo>
                    <a:pt x="1673465" y="6913213"/>
                  </a:lnTo>
                  <a:lnTo>
                    <a:pt x="1704798" y="6881800"/>
                  </a:lnTo>
                  <a:lnTo>
                    <a:pt x="1735389" y="6849806"/>
                  </a:lnTo>
                  <a:lnTo>
                    <a:pt x="1765226" y="6817240"/>
                  </a:lnTo>
                  <a:lnTo>
                    <a:pt x="1794298" y="6784114"/>
                  </a:lnTo>
                  <a:lnTo>
                    <a:pt x="1822593" y="6750437"/>
                  </a:lnTo>
                  <a:lnTo>
                    <a:pt x="1850098" y="6716220"/>
                  </a:lnTo>
                  <a:lnTo>
                    <a:pt x="1876802" y="6681474"/>
                  </a:lnTo>
                  <a:lnTo>
                    <a:pt x="1902692" y="6646209"/>
                  </a:lnTo>
                  <a:lnTo>
                    <a:pt x="1927758" y="6610436"/>
                  </a:lnTo>
                  <a:lnTo>
                    <a:pt x="1951986" y="6574166"/>
                  </a:lnTo>
                  <a:lnTo>
                    <a:pt x="1975366" y="6537408"/>
                  </a:lnTo>
                  <a:lnTo>
                    <a:pt x="1997885" y="6500173"/>
                  </a:lnTo>
                  <a:lnTo>
                    <a:pt x="2019531" y="6462473"/>
                  </a:lnTo>
                  <a:lnTo>
                    <a:pt x="2040292" y="6424317"/>
                  </a:lnTo>
                  <a:lnTo>
                    <a:pt x="2060157" y="6385716"/>
                  </a:lnTo>
                  <a:lnTo>
                    <a:pt x="2079113" y="6346681"/>
                  </a:lnTo>
                  <a:lnTo>
                    <a:pt x="2097149" y="6307221"/>
                  </a:lnTo>
                  <a:lnTo>
                    <a:pt x="2114252" y="6267348"/>
                  </a:lnTo>
                  <a:lnTo>
                    <a:pt x="2130412" y="6227073"/>
                  </a:lnTo>
                  <a:lnTo>
                    <a:pt x="2145615" y="6186405"/>
                  </a:lnTo>
                  <a:lnTo>
                    <a:pt x="2159850" y="6145355"/>
                  </a:lnTo>
                  <a:lnTo>
                    <a:pt x="2173105" y="6103934"/>
                  </a:lnTo>
                  <a:lnTo>
                    <a:pt x="2185368" y="6062152"/>
                  </a:lnTo>
                  <a:lnTo>
                    <a:pt x="2196627" y="6020020"/>
                  </a:lnTo>
                  <a:lnTo>
                    <a:pt x="2206870" y="5977548"/>
                  </a:lnTo>
                  <a:lnTo>
                    <a:pt x="2216086" y="5934747"/>
                  </a:lnTo>
                  <a:lnTo>
                    <a:pt x="2224262" y="5891628"/>
                  </a:lnTo>
                  <a:lnTo>
                    <a:pt x="2231387" y="5848200"/>
                  </a:lnTo>
                  <a:lnTo>
                    <a:pt x="2237448" y="5804475"/>
                  </a:lnTo>
                  <a:lnTo>
                    <a:pt x="2242434" y="5760463"/>
                  </a:lnTo>
                  <a:lnTo>
                    <a:pt x="2246333" y="5716175"/>
                  </a:lnTo>
                  <a:lnTo>
                    <a:pt x="2249133" y="5671621"/>
                  </a:lnTo>
                  <a:lnTo>
                    <a:pt x="2250821" y="5626811"/>
                  </a:lnTo>
                  <a:lnTo>
                    <a:pt x="2251386" y="5581756"/>
                  </a:lnTo>
                  <a:lnTo>
                    <a:pt x="2250821" y="5536701"/>
                  </a:lnTo>
                  <a:lnTo>
                    <a:pt x="2249133" y="5491891"/>
                  </a:lnTo>
                  <a:lnTo>
                    <a:pt x="2246333" y="5447336"/>
                  </a:lnTo>
                  <a:lnTo>
                    <a:pt x="2242434" y="5403047"/>
                  </a:lnTo>
                  <a:lnTo>
                    <a:pt x="2237448" y="5359035"/>
                  </a:lnTo>
                  <a:lnTo>
                    <a:pt x="2231387" y="5315310"/>
                  </a:lnTo>
                  <a:lnTo>
                    <a:pt x="2224262" y="5271882"/>
                  </a:lnTo>
                  <a:lnTo>
                    <a:pt x="2216086" y="5228762"/>
                  </a:lnTo>
                  <a:lnTo>
                    <a:pt x="2206870" y="5185961"/>
                  </a:lnTo>
                  <a:lnTo>
                    <a:pt x="2196627" y="5143489"/>
                  </a:lnTo>
                  <a:lnTo>
                    <a:pt x="2185368" y="5101357"/>
                  </a:lnTo>
                  <a:lnTo>
                    <a:pt x="2173105" y="5059574"/>
                  </a:lnTo>
                  <a:lnTo>
                    <a:pt x="2159850" y="5018153"/>
                  </a:lnTo>
                  <a:lnTo>
                    <a:pt x="2145615" y="4977103"/>
                  </a:lnTo>
                  <a:lnTo>
                    <a:pt x="2130412" y="4936435"/>
                  </a:lnTo>
                  <a:lnTo>
                    <a:pt x="2114252" y="4896159"/>
                  </a:lnTo>
                  <a:lnTo>
                    <a:pt x="2097149" y="4856286"/>
                  </a:lnTo>
                  <a:lnTo>
                    <a:pt x="2079113" y="4816826"/>
                  </a:lnTo>
                  <a:lnTo>
                    <a:pt x="2060157" y="4777790"/>
                  </a:lnTo>
                  <a:lnTo>
                    <a:pt x="2040292" y="4739189"/>
                  </a:lnTo>
                  <a:lnTo>
                    <a:pt x="2019531" y="4701033"/>
                  </a:lnTo>
                  <a:lnTo>
                    <a:pt x="1997885" y="4663332"/>
                  </a:lnTo>
                  <a:lnTo>
                    <a:pt x="1975366" y="4626098"/>
                  </a:lnTo>
                  <a:lnTo>
                    <a:pt x="1951986" y="4589340"/>
                  </a:lnTo>
                  <a:lnTo>
                    <a:pt x="1927758" y="4553069"/>
                  </a:lnTo>
                  <a:lnTo>
                    <a:pt x="1902692" y="4517296"/>
                  </a:lnTo>
                  <a:lnTo>
                    <a:pt x="1876802" y="4482031"/>
                  </a:lnTo>
                  <a:lnTo>
                    <a:pt x="1850098" y="4447284"/>
                  </a:lnTo>
                  <a:lnTo>
                    <a:pt x="1822593" y="4413068"/>
                  </a:lnTo>
                  <a:lnTo>
                    <a:pt x="1794298" y="4379390"/>
                  </a:lnTo>
                  <a:lnTo>
                    <a:pt x="1765226" y="4346264"/>
                  </a:lnTo>
                  <a:lnTo>
                    <a:pt x="1735389" y="4313698"/>
                  </a:lnTo>
                  <a:lnTo>
                    <a:pt x="1704798" y="4281703"/>
                  </a:lnTo>
                  <a:lnTo>
                    <a:pt x="1673465" y="4250291"/>
                  </a:lnTo>
                  <a:lnTo>
                    <a:pt x="1641403" y="4219471"/>
                  </a:lnTo>
                  <a:lnTo>
                    <a:pt x="1608622" y="4189254"/>
                  </a:lnTo>
                  <a:lnTo>
                    <a:pt x="1575136" y="4159651"/>
                  </a:lnTo>
                  <a:lnTo>
                    <a:pt x="1540956" y="4130671"/>
                  </a:lnTo>
                  <a:lnTo>
                    <a:pt x="1506093" y="4102327"/>
                  </a:lnTo>
                  <a:lnTo>
                    <a:pt x="1470561" y="4074627"/>
                  </a:lnTo>
                  <a:lnTo>
                    <a:pt x="1434370" y="4047583"/>
                  </a:lnTo>
                  <a:lnTo>
                    <a:pt x="1397533" y="4021206"/>
                  </a:lnTo>
                  <a:lnTo>
                    <a:pt x="1360061" y="3995505"/>
                  </a:lnTo>
                  <a:lnTo>
                    <a:pt x="1321967" y="3970491"/>
                  </a:lnTo>
                  <a:lnTo>
                    <a:pt x="1283262" y="3946175"/>
                  </a:lnTo>
                  <a:lnTo>
                    <a:pt x="1243959" y="3922568"/>
                  </a:lnTo>
                  <a:lnTo>
                    <a:pt x="1204069" y="3899680"/>
                  </a:lnTo>
                  <a:lnTo>
                    <a:pt x="1163603" y="3877520"/>
                  </a:lnTo>
                  <a:lnTo>
                    <a:pt x="1122575" y="3856101"/>
                  </a:lnTo>
                  <a:lnTo>
                    <a:pt x="1080996" y="3835433"/>
                  </a:lnTo>
                  <a:lnTo>
                    <a:pt x="1038878" y="3815525"/>
                  </a:lnTo>
                  <a:lnTo>
                    <a:pt x="996233" y="3796389"/>
                  </a:lnTo>
                  <a:lnTo>
                    <a:pt x="953072" y="3778035"/>
                  </a:lnTo>
                  <a:lnTo>
                    <a:pt x="909408" y="3760474"/>
                  </a:lnTo>
                  <a:lnTo>
                    <a:pt x="865252" y="3743716"/>
                  </a:lnTo>
                  <a:lnTo>
                    <a:pt x="820617" y="3727771"/>
                  </a:lnTo>
                  <a:lnTo>
                    <a:pt x="775515" y="3712651"/>
                  </a:lnTo>
                  <a:lnTo>
                    <a:pt x="729956" y="3698366"/>
                  </a:lnTo>
                  <a:lnTo>
                    <a:pt x="683954" y="3684926"/>
                  </a:lnTo>
                  <a:lnTo>
                    <a:pt x="637520" y="3672341"/>
                  </a:lnTo>
                  <a:lnTo>
                    <a:pt x="590666" y="3660623"/>
                  </a:lnTo>
                  <a:lnTo>
                    <a:pt x="543404" y="3649782"/>
                  </a:lnTo>
                  <a:lnTo>
                    <a:pt x="495746" y="3639829"/>
                  </a:lnTo>
                  <a:lnTo>
                    <a:pt x="447704" y="3630773"/>
                  </a:lnTo>
                  <a:lnTo>
                    <a:pt x="399289" y="3622626"/>
                  </a:lnTo>
                  <a:lnTo>
                    <a:pt x="350514" y="3615398"/>
                  </a:lnTo>
                  <a:lnTo>
                    <a:pt x="301391" y="3609099"/>
                  </a:lnTo>
                  <a:lnTo>
                    <a:pt x="251931" y="3603741"/>
                  </a:lnTo>
                  <a:lnTo>
                    <a:pt x="202146" y="3599333"/>
                  </a:lnTo>
                  <a:lnTo>
                    <a:pt x="152049" y="3595886"/>
                  </a:lnTo>
                  <a:lnTo>
                    <a:pt x="101651" y="3593412"/>
                  </a:lnTo>
                  <a:lnTo>
                    <a:pt x="50963" y="3591919"/>
                  </a:lnTo>
                  <a:lnTo>
                    <a:pt x="0" y="3591419"/>
                  </a:lnTo>
                </a:path>
              </a:pathLst>
            </a:custGeom>
            <a:ln w="20941">
              <a:solidFill>
                <a:schemeClr val="accent3"/>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60E80BF2-B125-1A43-B26F-612FD0BEA0F0}"/>
                </a:ext>
              </a:extLst>
            </p:cNvPr>
            <p:cNvSpPr/>
            <p:nvPr userDrawn="1"/>
          </p:nvSpPr>
          <p:spPr>
            <a:xfrm>
              <a:off x="3533864" y="2270180"/>
              <a:ext cx="2252345" cy="7572375"/>
            </a:xfrm>
            <a:custGeom>
              <a:avLst/>
              <a:gdLst/>
              <a:ahLst/>
              <a:cxnLst/>
              <a:rect l="l" t="t" r="r" b="b"/>
              <a:pathLst>
                <a:path w="2252345" h="7572375">
                  <a:moveTo>
                    <a:pt x="2252140" y="3591419"/>
                  </a:moveTo>
                  <a:lnTo>
                    <a:pt x="2203300" y="3590794"/>
                  </a:lnTo>
                  <a:lnTo>
                    <a:pt x="2154774" y="3588930"/>
                  </a:lnTo>
                  <a:lnTo>
                    <a:pt x="2106579" y="3585842"/>
                  </a:lnTo>
                  <a:lnTo>
                    <a:pt x="2058731" y="3581545"/>
                  </a:lnTo>
                  <a:lnTo>
                    <a:pt x="2011245" y="3576056"/>
                  </a:lnTo>
                  <a:lnTo>
                    <a:pt x="1964138" y="3569389"/>
                  </a:lnTo>
                  <a:lnTo>
                    <a:pt x="1917426" y="3561561"/>
                  </a:lnTo>
                  <a:lnTo>
                    <a:pt x="1871123" y="3552586"/>
                  </a:lnTo>
                  <a:lnTo>
                    <a:pt x="1825246" y="3542481"/>
                  </a:lnTo>
                  <a:lnTo>
                    <a:pt x="1779812" y="3531260"/>
                  </a:lnTo>
                  <a:lnTo>
                    <a:pt x="1734834" y="3518939"/>
                  </a:lnTo>
                  <a:lnTo>
                    <a:pt x="1690331" y="3505535"/>
                  </a:lnTo>
                  <a:lnTo>
                    <a:pt x="1646316" y="3491061"/>
                  </a:lnTo>
                  <a:lnTo>
                    <a:pt x="1602807" y="3475534"/>
                  </a:lnTo>
                  <a:lnTo>
                    <a:pt x="1559818" y="3458970"/>
                  </a:lnTo>
                  <a:lnTo>
                    <a:pt x="1517367" y="3441383"/>
                  </a:lnTo>
                  <a:lnTo>
                    <a:pt x="1475468" y="3422790"/>
                  </a:lnTo>
                  <a:lnTo>
                    <a:pt x="1434137" y="3403206"/>
                  </a:lnTo>
                  <a:lnTo>
                    <a:pt x="1393391" y="3382645"/>
                  </a:lnTo>
                  <a:lnTo>
                    <a:pt x="1353245" y="3361125"/>
                  </a:lnTo>
                  <a:lnTo>
                    <a:pt x="1313716" y="3338660"/>
                  </a:lnTo>
                  <a:lnTo>
                    <a:pt x="1274817" y="3315266"/>
                  </a:lnTo>
                  <a:lnTo>
                    <a:pt x="1236567" y="3290958"/>
                  </a:lnTo>
                  <a:lnTo>
                    <a:pt x="1198980" y="3265753"/>
                  </a:lnTo>
                  <a:lnTo>
                    <a:pt x="1162073" y="3239664"/>
                  </a:lnTo>
                  <a:lnTo>
                    <a:pt x="1125860" y="3212709"/>
                  </a:lnTo>
                  <a:lnTo>
                    <a:pt x="1090359" y="3184902"/>
                  </a:lnTo>
                  <a:lnTo>
                    <a:pt x="1055584" y="3156259"/>
                  </a:lnTo>
                  <a:lnTo>
                    <a:pt x="1021553" y="3126796"/>
                  </a:lnTo>
                  <a:lnTo>
                    <a:pt x="988279" y="3096527"/>
                  </a:lnTo>
                  <a:lnTo>
                    <a:pt x="955781" y="3065469"/>
                  </a:lnTo>
                  <a:lnTo>
                    <a:pt x="924072" y="3033637"/>
                  </a:lnTo>
                  <a:lnTo>
                    <a:pt x="893169" y="3001046"/>
                  </a:lnTo>
                  <a:lnTo>
                    <a:pt x="863089" y="2967713"/>
                  </a:lnTo>
                  <a:lnTo>
                    <a:pt x="833846" y="2933652"/>
                  </a:lnTo>
                  <a:lnTo>
                    <a:pt x="805456" y="2898879"/>
                  </a:lnTo>
                  <a:lnTo>
                    <a:pt x="777936" y="2863410"/>
                  </a:lnTo>
                  <a:lnTo>
                    <a:pt x="751301" y="2827260"/>
                  </a:lnTo>
                  <a:lnTo>
                    <a:pt x="725568" y="2790444"/>
                  </a:lnTo>
                  <a:lnTo>
                    <a:pt x="700751" y="2752979"/>
                  </a:lnTo>
                  <a:lnTo>
                    <a:pt x="676867" y="2714879"/>
                  </a:lnTo>
                  <a:lnTo>
                    <a:pt x="653931" y="2676160"/>
                  </a:lnTo>
                  <a:lnTo>
                    <a:pt x="631960" y="2636838"/>
                  </a:lnTo>
                  <a:lnTo>
                    <a:pt x="610969" y="2596928"/>
                  </a:lnTo>
                  <a:lnTo>
                    <a:pt x="590975" y="2556446"/>
                  </a:lnTo>
                  <a:lnTo>
                    <a:pt x="571992" y="2515407"/>
                  </a:lnTo>
                  <a:lnTo>
                    <a:pt x="554037" y="2473826"/>
                  </a:lnTo>
                  <a:lnTo>
                    <a:pt x="537126" y="2431720"/>
                  </a:lnTo>
                  <a:lnTo>
                    <a:pt x="521274" y="2389104"/>
                  </a:lnTo>
                  <a:lnTo>
                    <a:pt x="506497" y="2345993"/>
                  </a:lnTo>
                  <a:lnTo>
                    <a:pt x="492811" y="2302402"/>
                  </a:lnTo>
                  <a:lnTo>
                    <a:pt x="480233" y="2258348"/>
                  </a:lnTo>
                  <a:lnTo>
                    <a:pt x="468777" y="2213846"/>
                  </a:lnTo>
                  <a:lnTo>
                    <a:pt x="458460" y="2168911"/>
                  </a:lnTo>
                  <a:lnTo>
                    <a:pt x="449297" y="2123559"/>
                  </a:lnTo>
                  <a:lnTo>
                    <a:pt x="441305" y="2077805"/>
                  </a:lnTo>
                  <a:lnTo>
                    <a:pt x="434499" y="2031665"/>
                  </a:lnTo>
                  <a:lnTo>
                    <a:pt x="428894" y="1985154"/>
                  </a:lnTo>
                  <a:lnTo>
                    <a:pt x="424508" y="1938288"/>
                  </a:lnTo>
                  <a:lnTo>
                    <a:pt x="421355" y="1891082"/>
                  </a:lnTo>
                  <a:lnTo>
                    <a:pt x="419452" y="1843553"/>
                  </a:lnTo>
                  <a:lnTo>
                    <a:pt x="418814" y="1795714"/>
                  </a:lnTo>
                  <a:lnTo>
                    <a:pt x="419452" y="1747876"/>
                  </a:lnTo>
                  <a:lnTo>
                    <a:pt x="421355" y="1700346"/>
                  </a:lnTo>
                  <a:lnTo>
                    <a:pt x="424508" y="1653140"/>
                  </a:lnTo>
                  <a:lnTo>
                    <a:pt x="428894" y="1606273"/>
                  </a:lnTo>
                  <a:lnTo>
                    <a:pt x="434499" y="1559762"/>
                  </a:lnTo>
                  <a:lnTo>
                    <a:pt x="441305" y="1513621"/>
                  </a:lnTo>
                  <a:lnTo>
                    <a:pt x="449297" y="1467867"/>
                  </a:lnTo>
                  <a:lnTo>
                    <a:pt x="458460" y="1422514"/>
                  </a:lnTo>
                  <a:lnTo>
                    <a:pt x="468777" y="1377579"/>
                  </a:lnTo>
                  <a:lnTo>
                    <a:pt x="480233" y="1333076"/>
                  </a:lnTo>
                  <a:lnTo>
                    <a:pt x="492811" y="1289022"/>
                  </a:lnTo>
                  <a:lnTo>
                    <a:pt x="506497" y="1245431"/>
                  </a:lnTo>
                  <a:lnTo>
                    <a:pt x="521274" y="1202320"/>
                  </a:lnTo>
                  <a:lnTo>
                    <a:pt x="537126" y="1159703"/>
                  </a:lnTo>
                  <a:lnTo>
                    <a:pt x="554037" y="1117597"/>
                  </a:lnTo>
                  <a:lnTo>
                    <a:pt x="571992" y="1076016"/>
                  </a:lnTo>
                  <a:lnTo>
                    <a:pt x="590975" y="1034977"/>
                  </a:lnTo>
                  <a:lnTo>
                    <a:pt x="610969" y="994494"/>
                  </a:lnTo>
                  <a:lnTo>
                    <a:pt x="631960" y="954584"/>
                  </a:lnTo>
                  <a:lnTo>
                    <a:pt x="653931" y="915262"/>
                  </a:lnTo>
                  <a:lnTo>
                    <a:pt x="676867" y="876543"/>
                  </a:lnTo>
                  <a:lnTo>
                    <a:pt x="700751" y="838443"/>
                  </a:lnTo>
                  <a:lnTo>
                    <a:pt x="725568" y="800977"/>
                  </a:lnTo>
                  <a:lnTo>
                    <a:pt x="751301" y="764161"/>
                  </a:lnTo>
                  <a:lnTo>
                    <a:pt x="777936" y="728011"/>
                  </a:lnTo>
                  <a:lnTo>
                    <a:pt x="805456" y="692541"/>
                  </a:lnTo>
                  <a:lnTo>
                    <a:pt x="833846" y="657768"/>
                  </a:lnTo>
                  <a:lnTo>
                    <a:pt x="863089" y="623707"/>
                  </a:lnTo>
                  <a:lnTo>
                    <a:pt x="893169" y="590374"/>
                  </a:lnTo>
                  <a:lnTo>
                    <a:pt x="924072" y="557783"/>
                  </a:lnTo>
                  <a:lnTo>
                    <a:pt x="955781" y="525951"/>
                  </a:lnTo>
                  <a:lnTo>
                    <a:pt x="988279" y="494893"/>
                  </a:lnTo>
                  <a:lnTo>
                    <a:pt x="1021553" y="464624"/>
                  </a:lnTo>
                  <a:lnTo>
                    <a:pt x="1055584" y="435160"/>
                  </a:lnTo>
                  <a:lnTo>
                    <a:pt x="1090359" y="406517"/>
                  </a:lnTo>
                  <a:lnTo>
                    <a:pt x="1125860" y="378710"/>
                  </a:lnTo>
                  <a:lnTo>
                    <a:pt x="1162073" y="351755"/>
                  </a:lnTo>
                  <a:lnTo>
                    <a:pt x="1198980" y="325666"/>
                  </a:lnTo>
                  <a:lnTo>
                    <a:pt x="1236567" y="300461"/>
                  </a:lnTo>
                  <a:lnTo>
                    <a:pt x="1274817" y="276153"/>
                  </a:lnTo>
                  <a:lnTo>
                    <a:pt x="1313716" y="252759"/>
                  </a:lnTo>
                  <a:lnTo>
                    <a:pt x="1353245" y="230294"/>
                  </a:lnTo>
                  <a:lnTo>
                    <a:pt x="1393391" y="208773"/>
                  </a:lnTo>
                  <a:lnTo>
                    <a:pt x="1434137" y="188213"/>
                  </a:lnTo>
                  <a:lnTo>
                    <a:pt x="1475468" y="168629"/>
                  </a:lnTo>
                  <a:lnTo>
                    <a:pt x="1517367" y="150035"/>
                  </a:lnTo>
                  <a:lnTo>
                    <a:pt x="1559818" y="132449"/>
                  </a:lnTo>
                  <a:lnTo>
                    <a:pt x="1602807" y="115884"/>
                  </a:lnTo>
                  <a:lnTo>
                    <a:pt x="1646316" y="100357"/>
                  </a:lnTo>
                  <a:lnTo>
                    <a:pt x="1690331" y="85884"/>
                  </a:lnTo>
                  <a:lnTo>
                    <a:pt x="1734834" y="72479"/>
                  </a:lnTo>
                  <a:lnTo>
                    <a:pt x="1779812" y="60158"/>
                  </a:lnTo>
                  <a:lnTo>
                    <a:pt x="1825246" y="48938"/>
                  </a:lnTo>
                  <a:lnTo>
                    <a:pt x="1871123" y="38832"/>
                  </a:lnTo>
                  <a:lnTo>
                    <a:pt x="1917426" y="29857"/>
                  </a:lnTo>
                  <a:lnTo>
                    <a:pt x="1964138" y="22029"/>
                  </a:lnTo>
                  <a:lnTo>
                    <a:pt x="2011245" y="15362"/>
                  </a:lnTo>
                  <a:lnTo>
                    <a:pt x="2058731" y="9873"/>
                  </a:lnTo>
                  <a:lnTo>
                    <a:pt x="2106579" y="5577"/>
                  </a:lnTo>
                  <a:lnTo>
                    <a:pt x="2154774" y="2489"/>
                  </a:lnTo>
                  <a:lnTo>
                    <a:pt x="2203300" y="624"/>
                  </a:lnTo>
                  <a:lnTo>
                    <a:pt x="2252140" y="0"/>
                  </a:lnTo>
                  <a:lnTo>
                    <a:pt x="2252140" y="7572083"/>
                  </a:lnTo>
                  <a:lnTo>
                    <a:pt x="2201159" y="7571583"/>
                  </a:lnTo>
                  <a:lnTo>
                    <a:pt x="2150454" y="7570091"/>
                  </a:lnTo>
                  <a:lnTo>
                    <a:pt x="2100039" y="7567616"/>
                  </a:lnTo>
                  <a:lnTo>
                    <a:pt x="2049924" y="7564169"/>
                  </a:lnTo>
                  <a:lnTo>
                    <a:pt x="2000123" y="7559761"/>
                  </a:lnTo>
                  <a:lnTo>
                    <a:pt x="1950646" y="7554403"/>
                  </a:lnTo>
                  <a:lnTo>
                    <a:pt x="1901505" y="7548104"/>
                  </a:lnTo>
                  <a:lnTo>
                    <a:pt x="1852714" y="7540876"/>
                  </a:lnTo>
                  <a:lnTo>
                    <a:pt x="1804283" y="7532729"/>
                  </a:lnTo>
                  <a:lnTo>
                    <a:pt x="1756224" y="7523673"/>
                  </a:lnTo>
                  <a:lnTo>
                    <a:pt x="1708549" y="7513720"/>
                  </a:lnTo>
                  <a:lnTo>
                    <a:pt x="1661271" y="7502879"/>
                  </a:lnTo>
                  <a:lnTo>
                    <a:pt x="1614402" y="7491161"/>
                  </a:lnTo>
                  <a:lnTo>
                    <a:pt x="1567952" y="7478577"/>
                  </a:lnTo>
                  <a:lnTo>
                    <a:pt x="1521934" y="7465136"/>
                  </a:lnTo>
                  <a:lnTo>
                    <a:pt x="1476360" y="7450851"/>
                  </a:lnTo>
                  <a:lnTo>
                    <a:pt x="1431242" y="7435731"/>
                  </a:lnTo>
                  <a:lnTo>
                    <a:pt x="1386592" y="7419786"/>
                  </a:lnTo>
                  <a:lnTo>
                    <a:pt x="1342422" y="7403028"/>
                  </a:lnTo>
                  <a:lnTo>
                    <a:pt x="1298743" y="7385467"/>
                  </a:lnTo>
                  <a:lnTo>
                    <a:pt x="1255568" y="7367113"/>
                  </a:lnTo>
                  <a:lnTo>
                    <a:pt x="1212908" y="7347977"/>
                  </a:lnTo>
                  <a:lnTo>
                    <a:pt x="1170776" y="7328070"/>
                  </a:lnTo>
                  <a:lnTo>
                    <a:pt x="1129183" y="7307401"/>
                  </a:lnTo>
                  <a:lnTo>
                    <a:pt x="1088141" y="7285982"/>
                  </a:lnTo>
                  <a:lnTo>
                    <a:pt x="1047662" y="7263823"/>
                  </a:lnTo>
                  <a:lnTo>
                    <a:pt x="1007759" y="7240935"/>
                  </a:lnTo>
                  <a:lnTo>
                    <a:pt x="968442" y="7217327"/>
                  </a:lnTo>
                  <a:lnTo>
                    <a:pt x="929725" y="7193011"/>
                  </a:lnTo>
                  <a:lnTo>
                    <a:pt x="891618" y="7167998"/>
                  </a:lnTo>
                  <a:lnTo>
                    <a:pt x="854134" y="7142297"/>
                  </a:lnTo>
                  <a:lnTo>
                    <a:pt x="817284" y="7115920"/>
                  </a:lnTo>
                  <a:lnTo>
                    <a:pt x="781081" y="7088876"/>
                  </a:lnTo>
                  <a:lnTo>
                    <a:pt x="745537" y="7061176"/>
                  </a:lnTo>
                  <a:lnTo>
                    <a:pt x="710663" y="7032832"/>
                  </a:lnTo>
                  <a:lnTo>
                    <a:pt x="676471" y="7003853"/>
                  </a:lnTo>
                  <a:lnTo>
                    <a:pt x="642974" y="6974249"/>
                  </a:lnTo>
                  <a:lnTo>
                    <a:pt x="610183" y="6944032"/>
                  </a:lnTo>
                  <a:lnTo>
                    <a:pt x="578110" y="6913213"/>
                  </a:lnTo>
                  <a:lnTo>
                    <a:pt x="546767" y="6881800"/>
                  </a:lnTo>
                  <a:lnTo>
                    <a:pt x="516166" y="6849806"/>
                  </a:lnTo>
                  <a:lnTo>
                    <a:pt x="486318" y="6817240"/>
                  </a:lnTo>
                  <a:lnTo>
                    <a:pt x="457237" y="6784114"/>
                  </a:lnTo>
                  <a:lnTo>
                    <a:pt x="428933" y="6750437"/>
                  </a:lnTo>
                  <a:lnTo>
                    <a:pt x="401419" y="6716220"/>
                  </a:lnTo>
                  <a:lnTo>
                    <a:pt x="374706" y="6681474"/>
                  </a:lnTo>
                  <a:lnTo>
                    <a:pt x="348807" y="6646209"/>
                  </a:lnTo>
                  <a:lnTo>
                    <a:pt x="323734" y="6610436"/>
                  </a:lnTo>
                  <a:lnTo>
                    <a:pt x="299497" y="6574166"/>
                  </a:lnTo>
                  <a:lnTo>
                    <a:pt x="276110" y="6537408"/>
                  </a:lnTo>
                  <a:lnTo>
                    <a:pt x="253584" y="6500173"/>
                  </a:lnTo>
                  <a:lnTo>
                    <a:pt x="231931" y="6462473"/>
                  </a:lnTo>
                  <a:lnTo>
                    <a:pt x="211162" y="6424317"/>
                  </a:lnTo>
                  <a:lnTo>
                    <a:pt x="191291" y="6385716"/>
                  </a:lnTo>
                  <a:lnTo>
                    <a:pt x="172329" y="6346681"/>
                  </a:lnTo>
                  <a:lnTo>
                    <a:pt x="154287" y="6307221"/>
                  </a:lnTo>
                  <a:lnTo>
                    <a:pt x="137178" y="6267348"/>
                  </a:lnTo>
                  <a:lnTo>
                    <a:pt x="121013" y="6227073"/>
                  </a:lnTo>
                  <a:lnTo>
                    <a:pt x="105806" y="6186405"/>
                  </a:lnTo>
                  <a:lnTo>
                    <a:pt x="91566" y="6145355"/>
                  </a:lnTo>
                  <a:lnTo>
                    <a:pt x="78307" y="6103934"/>
                  </a:lnTo>
                  <a:lnTo>
                    <a:pt x="66040" y="6062152"/>
                  </a:lnTo>
                  <a:lnTo>
                    <a:pt x="54777" y="6020020"/>
                  </a:lnTo>
                  <a:lnTo>
                    <a:pt x="44530" y="5977548"/>
                  </a:lnTo>
                  <a:lnTo>
                    <a:pt x="35311" y="5934747"/>
                  </a:lnTo>
                  <a:lnTo>
                    <a:pt x="27132" y="5891628"/>
                  </a:lnTo>
                  <a:lnTo>
                    <a:pt x="20005" y="5848200"/>
                  </a:lnTo>
                  <a:lnTo>
                    <a:pt x="13942" y="5804475"/>
                  </a:lnTo>
                  <a:lnTo>
                    <a:pt x="8955" y="5760463"/>
                  </a:lnTo>
                  <a:lnTo>
                    <a:pt x="5055" y="5716175"/>
                  </a:lnTo>
                  <a:lnTo>
                    <a:pt x="2254" y="5671621"/>
                  </a:lnTo>
                  <a:lnTo>
                    <a:pt x="565" y="5626811"/>
                  </a:lnTo>
                  <a:lnTo>
                    <a:pt x="0" y="5581756"/>
                  </a:lnTo>
                  <a:lnTo>
                    <a:pt x="565" y="5536702"/>
                  </a:lnTo>
                  <a:lnTo>
                    <a:pt x="2254" y="5491892"/>
                  </a:lnTo>
                  <a:lnTo>
                    <a:pt x="5055" y="5447337"/>
                  </a:lnTo>
                  <a:lnTo>
                    <a:pt x="8955" y="5403049"/>
                  </a:lnTo>
                  <a:lnTo>
                    <a:pt x="13942" y="5359037"/>
                  </a:lnTo>
                  <a:lnTo>
                    <a:pt x="20005" y="5315312"/>
                  </a:lnTo>
                  <a:lnTo>
                    <a:pt x="27132" y="5271884"/>
                  </a:lnTo>
                  <a:lnTo>
                    <a:pt x="35311" y="5228765"/>
                  </a:lnTo>
                  <a:lnTo>
                    <a:pt x="44530" y="5185964"/>
                  </a:lnTo>
                  <a:lnTo>
                    <a:pt x="54777" y="5143492"/>
                  </a:lnTo>
                  <a:lnTo>
                    <a:pt x="66040" y="5101360"/>
                  </a:lnTo>
                  <a:lnTo>
                    <a:pt x="78307" y="5059578"/>
                  </a:lnTo>
                  <a:lnTo>
                    <a:pt x="91566" y="5018157"/>
                  </a:lnTo>
                  <a:lnTo>
                    <a:pt x="105806" y="4977107"/>
                  </a:lnTo>
                  <a:lnTo>
                    <a:pt x="121013" y="4936439"/>
                  </a:lnTo>
                  <a:lnTo>
                    <a:pt x="137178" y="4896163"/>
                  </a:lnTo>
                  <a:lnTo>
                    <a:pt x="154287" y="4856290"/>
                  </a:lnTo>
                  <a:lnTo>
                    <a:pt x="172329" y="4816830"/>
                  </a:lnTo>
                  <a:lnTo>
                    <a:pt x="191291" y="4777795"/>
                  </a:lnTo>
                  <a:lnTo>
                    <a:pt x="211162" y="4739194"/>
                  </a:lnTo>
                  <a:lnTo>
                    <a:pt x="231931" y="4701037"/>
                  </a:lnTo>
                  <a:lnTo>
                    <a:pt x="253584" y="4663337"/>
                  </a:lnTo>
                  <a:lnTo>
                    <a:pt x="276110" y="4626102"/>
                  </a:lnTo>
                  <a:lnTo>
                    <a:pt x="299497" y="4589344"/>
                  </a:lnTo>
                  <a:lnTo>
                    <a:pt x="323734" y="4553073"/>
                  </a:lnTo>
                  <a:lnTo>
                    <a:pt x="348807" y="4517300"/>
                  </a:lnTo>
                  <a:lnTo>
                    <a:pt x="374706" y="4482035"/>
                  </a:lnTo>
                  <a:lnTo>
                    <a:pt x="401419" y="4447289"/>
                  </a:lnTo>
                  <a:lnTo>
                    <a:pt x="428933" y="4413072"/>
                  </a:lnTo>
                  <a:lnTo>
                    <a:pt x="457237" y="4379395"/>
                  </a:lnTo>
                  <a:lnTo>
                    <a:pt x="486318" y="4346268"/>
                  </a:lnTo>
                  <a:lnTo>
                    <a:pt x="516166" y="4313702"/>
                  </a:lnTo>
                  <a:lnTo>
                    <a:pt x="546767" y="4281708"/>
                  </a:lnTo>
                  <a:lnTo>
                    <a:pt x="578110" y="4250295"/>
                  </a:lnTo>
                  <a:lnTo>
                    <a:pt x="610183" y="4219475"/>
                  </a:lnTo>
                  <a:lnTo>
                    <a:pt x="642974" y="4189258"/>
                  </a:lnTo>
                  <a:lnTo>
                    <a:pt x="676471" y="4159655"/>
                  </a:lnTo>
                  <a:lnTo>
                    <a:pt x="710663" y="4130675"/>
                  </a:lnTo>
                  <a:lnTo>
                    <a:pt x="745537" y="4102330"/>
                  </a:lnTo>
                  <a:lnTo>
                    <a:pt x="781081" y="4074631"/>
                  </a:lnTo>
                  <a:lnTo>
                    <a:pt x="817284" y="4047587"/>
                  </a:lnTo>
                  <a:lnTo>
                    <a:pt x="854134" y="4021209"/>
                  </a:lnTo>
                  <a:lnTo>
                    <a:pt x="891618" y="3995508"/>
                  </a:lnTo>
                  <a:lnTo>
                    <a:pt x="929725" y="3970494"/>
                  </a:lnTo>
                  <a:lnTo>
                    <a:pt x="968442" y="3946178"/>
                  </a:lnTo>
                  <a:lnTo>
                    <a:pt x="1007759" y="3922571"/>
                  </a:lnTo>
                  <a:lnTo>
                    <a:pt x="1047662" y="3899682"/>
                  </a:lnTo>
                  <a:lnTo>
                    <a:pt x="1088141" y="3877523"/>
                  </a:lnTo>
                  <a:lnTo>
                    <a:pt x="1129183" y="3856104"/>
                  </a:lnTo>
                  <a:lnTo>
                    <a:pt x="1170776" y="3835435"/>
                  </a:lnTo>
                  <a:lnTo>
                    <a:pt x="1212908" y="3815527"/>
                  </a:lnTo>
                  <a:lnTo>
                    <a:pt x="1255568" y="3796391"/>
                  </a:lnTo>
                  <a:lnTo>
                    <a:pt x="1298743" y="3778037"/>
                  </a:lnTo>
                  <a:lnTo>
                    <a:pt x="1342422" y="3760475"/>
                  </a:lnTo>
                  <a:lnTo>
                    <a:pt x="1386592" y="3743717"/>
                  </a:lnTo>
                  <a:lnTo>
                    <a:pt x="1431242" y="3727773"/>
                  </a:lnTo>
                  <a:lnTo>
                    <a:pt x="1476360" y="3712652"/>
                  </a:lnTo>
                  <a:lnTo>
                    <a:pt x="1521934" y="3698367"/>
                  </a:lnTo>
                  <a:lnTo>
                    <a:pt x="1567952" y="3684926"/>
                  </a:lnTo>
                  <a:lnTo>
                    <a:pt x="1614402" y="3672342"/>
                  </a:lnTo>
                  <a:lnTo>
                    <a:pt x="1661271" y="3660624"/>
                  </a:lnTo>
                  <a:lnTo>
                    <a:pt x="1708549" y="3649783"/>
                  </a:lnTo>
                  <a:lnTo>
                    <a:pt x="1756224" y="3639829"/>
                  </a:lnTo>
                  <a:lnTo>
                    <a:pt x="1804283" y="3630773"/>
                  </a:lnTo>
                  <a:lnTo>
                    <a:pt x="1852714" y="3622626"/>
                  </a:lnTo>
                  <a:lnTo>
                    <a:pt x="1901505" y="3615398"/>
                  </a:lnTo>
                  <a:lnTo>
                    <a:pt x="1950646" y="3609099"/>
                  </a:lnTo>
                  <a:lnTo>
                    <a:pt x="2000123" y="3603741"/>
                  </a:lnTo>
                  <a:lnTo>
                    <a:pt x="2049924" y="3599333"/>
                  </a:lnTo>
                  <a:lnTo>
                    <a:pt x="2100039" y="3595886"/>
                  </a:lnTo>
                  <a:lnTo>
                    <a:pt x="2150454" y="3593412"/>
                  </a:lnTo>
                  <a:lnTo>
                    <a:pt x="2201159" y="3591919"/>
                  </a:lnTo>
                  <a:lnTo>
                    <a:pt x="2252140" y="3591419"/>
                  </a:lnTo>
                </a:path>
              </a:pathLst>
            </a:custGeom>
            <a:ln w="20941">
              <a:solidFill>
                <a:schemeClr val="accent3"/>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CCF825C6-46BD-49E6-9A27-4CA4EF077AB3}"/>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03905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7ACAF13-A0B3-0A4A-8529-E5D5DCC79674}"/>
              </a:ext>
            </a:extLst>
          </p:cNvPr>
          <p:cNvGrpSpPr/>
          <p:nvPr userDrawn="1"/>
        </p:nvGrpSpPr>
        <p:grpSpPr>
          <a:xfrm>
            <a:off x="1" y="1346452"/>
            <a:ext cx="5674075" cy="4630016"/>
            <a:chOff x="0" y="2220399"/>
            <a:chExt cx="9356314"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9" name="object 3">
              <a:extLst>
                <a:ext uri="{FF2B5EF4-FFF2-40B4-BE49-F238E27FC236}">
                  <a16:creationId xmlns:a16="http://schemas.microsoft.com/office/drawing/2014/main" id="{AAB5144F-04A8-A94B-A1D7-AD1013B50894}"/>
                </a:ext>
              </a:extLst>
            </p:cNvPr>
            <p:cNvSpPr/>
            <p:nvPr userDrawn="1"/>
          </p:nvSpPr>
          <p:spPr>
            <a:xfrm>
              <a:off x="6463889" y="2316516"/>
              <a:ext cx="2892425" cy="7537450"/>
            </a:xfrm>
            <a:custGeom>
              <a:avLst/>
              <a:gdLst/>
              <a:ahLst/>
              <a:cxnLst/>
              <a:rect l="l" t="t" r="r" b="b"/>
              <a:pathLst>
                <a:path w="2892425" h="7537450">
                  <a:moveTo>
                    <a:pt x="0" y="7536744"/>
                  </a:moveTo>
                  <a:lnTo>
                    <a:pt x="40549" y="7536971"/>
                  </a:lnTo>
                  <a:lnTo>
                    <a:pt x="81000" y="7536408"/>
                  </a:lnTo>
                  <a:lnTo>
                    <a:pt x="121348" y="7535061"/>
                  </a:lnTo>
                  <a:lnTo>
                    <a:pt x="161590" y="7532934"/>
                  </a:lnTo>
                  <a:lnTo>
                    <a:pt x="201720" y="7530035"/>
                  </a:lnTo>
                  <a:lnTo>
                    <a:pt x="241734" y="7526367"/>
                  </a:lnTo>
                  <a:lnTo>
                    <a:pt x="281627" y="7521936"/>
                  </a:lnTo>
                  <a:lnTo>
                    <a:pt x="321394" y="7516747"/>
                  </a:lnTo>
                  <a:lnTo>
                    <a:pt x="361032" y="7510806"/>
                  </a:lnTo>
                  <a:lnTo>
                    <a:pt x="400535" y="7504118"/>
                  </a:lnTo>
                  <a:lnTo>
                    <a:pt x="439899" y="7496688"/>
                  </a:lnTo>
                  <a:lnTo>
                    <a:pt x="479119" y="7488522"/>
                  </a:lnTo>
                  <a:lnTo>
                    <a:pt x="518191" y="7479625"/>
                  </a:lnTo>
                  <a:lnTo>
                    <a:pt x="557111" y="7470002"/>
                  </a:lnTo>
                  <a:lnTo>
                    <a:pt x="595873" y="7459658"/>
                  </a:lnTo>
                  <a:lnTo>
                    <a:pt x="634473" y="7448600"/>
                  </a:lnTo>
                  <a:lnTo>
                    <a:pt x="672906" y="7436831"/>
                  </a:lnTo>
                  <a:lnTo>
                    <a:pt x="711168" y="7424358"/>
                  </a:lnTo>
                  <a:lnTo>
                    <a:pt x="749255" y="7411186"/>
                  </a:lnTo>
                  <a:lnTo>
                    <a:pt x="787162" y="7397320"/>
                  </a:lnTo>
                  <a:lnTo>
                    <a:pt x="824883" y="7382765"/>
                  </a:lnTo>
                  <a:lnTo>
                    <a:pt x="862415" y="7367528"/>
                  </a:lnTo>
                  <a:lnTo>
                    <a:pt x="899753" y="7351612"/>
                  </a:lnTo>
                  <a:lnTo>
                    <a:pt x="936893" y="7335024"/>
                  </a:lnTo>
                  <a:lnTo>
                    <a:pt x="973830" y="7317768"/>
                  </a:lnTo>
                  <a:lnTo>
                    <a:pt x="1010559" y="7299850"/>
                  </a:lnTo>
                  <a:lnTo>
                    <a:pt x="1047075" y="7281276"/>
                  </a:lnTo>
                  <a:lnTo>
                    <a:pt x="1083375" y="7262050"/>
                  </a:lnTo>
                  <a:lnTo>
                    <a:pt x="1119453" y="7242179"/>
                  </a:lnTo>
                  <a:lnTo>
                    <a:pt x="1155306" y="7221667"/>
                  </a:lnTo>
                  <a:lnTo>
                    <a:pt x="1190927" y="7200519"/>
                  </a:lnTo>
                  <a:lnTo>
                    <a:pt x="1226314" y="7178741"/>
                  </a:lnTo>
                  <a:lnTo>
                    <a:pt x="1261461" y="7156338"/>
                  </a:lnTo>
                  <a:lnTo>
                    <a:pt x="1296364" y="7133316"/>
                  </a:lnTo>
                  <a:lnTo>
                    <a:pt x="1331017" y="7109680"/>
                  </a:lnTo>
                  <a:lnTo>
                    <a:pt x="1365418" y="7085435"/>
                  </a:lnTo>
                  <a:lnTo>
                    <a:pt x="1399560" y="7060587"/>
                  </a:lnTo>
                  <a:lnTo>
                    <a:pt x="1433440" y="7035141"/>
                  </a:lnTo>
                  <a:lnTo>
                    <a:pt x="1467053" y="7009101"/>
                  </a:lnTo>
                  <a:lnTo>
                    <a:pt x="1500393" y="6982474"/>
                  </a:lnTo>
                  <a:lnTo>
                    <a:pt x="1533458" y="6955265"/>
                  </a:lnTo>
                  <a:lnTo>
                    <a:pt x="1566242" y="6927479"/>
                  </a:lnTo>
                  <a:lnTo>
                    <a:pt x="1598740" y="6899121"/>
                  </a:lnTo>
                  <a:lnTo>
                    <a:pt x="1630949" y="6870197"/>
                  </a:lnTo>
                  <a:lnTo>
                    <a:pt x="1662862" y="6840712"/>
                  </a:lnTo>
                  <a:lnTo>
                    <a:pt x="1694477" y="6810672"/>
                  </a:lnTo>
                  <a:lnTo>
                    <a:pt x="1725788" y="6780081"/>
                  </a:lnTo>
                  <a:lnTo>
                    <a:pt x="1756790" y="6748945"/>
                  </a:lnTo>
                  <a:lnTo>
                    <a:pt x="1787480" y="6717270"/>
                  </a:lnTo>
                  <a:lnTo>
                    <a:pt x="1817852" y="6685060"/>
                  </a:lnTo>
                  <a:lnTo>
                    <a:pt x="1847902" y="6652321"/>
                  </a:lnTo>
                  <a:lnTo>
                    <a:pt x="1877626" y="6619058"/>
                  </a:lnTo>
                  <a:lnTo>
                    <a:pt x="1907018" y="6585277"/>
                  </a:lnTo>
                  <a:lnTo>
                    <a:pt x="1936075" y="6550983"/>
                  </a:lnTo>
                  <a:lnTo>
                    <a:pt x="1964791" y="6516181"/>
                  </a:lnTo>
                  <a:lnTo>
                    <a:pt x="1993162" y="6480876"/>
                  </a:lnTo>
                  <a:lnTo>
                    <a:pt x="2021184" y="6445074"/>
                  </a:lnTo>
                  <a:lnTo>
                    <a:pt x="2048852" y="6408781"/>
                  </a:lnTo>
                  <a:lnTo>
                    <a:pt x="2076161" y="6372001"/>
                  </a:lnTo>
                  <a:lnTo>
                    <a:pt x="2103107" y="6334740"/>
                  </a:lnTo>
                  <a:lnTo>
                    <a:pt x="2129686" y="6297003"/>
                  </a:lnTo>
                  <a:lnTo>
                    <a:pt x="2155892" y="6258795"/>
                  </a:lnTo>
                  <a:lnTo>
                    <a:pt x="2181721" y="6220122"/>
                  </a:lnTo>
                  <a:lnTo>
                    <a:pt x="2207168" y="6180989"/>
                  </a:lnTo>
                  <a:lnTo>
                    <a:pt x="2232230" y="6141402"/>
                  </a:lnTo>
                  <a:lnTo>
                    <a:pt x="2256901" y="6101365"/>
                  </a:lnTo>
                  <a:lnTo>
                    <a:pt x="2281176" y="6060884"/>
                  </a:lnTo>
                  <a:lnTo>
                    <a:pt x="2305052" y="6019964"/>
                  </a:lnTo>
                  <a:lnTo>
                    <a:pt x="2328524" y="5978612"/>
                  </a:lnTo>
                  <a:lnTo>
                    <a:pt x="2351586" y="5936831"/>
                  </a:lnTo>
                  <a:lnTo>
                    <a:pt x="2374235" y="5894627"/>
                  </a:lnTo>
                  <a:lnTo>
                    <a:pt x="2396466" y="5852006"/>
                  </a:lnTo>
                  <a:lnTo>
                    <a:pt x="2418275" y="5808973"/>
                  </a:lnTo>
                  <a:lnTo>
                    <a:pt x="2439656" y="5765533"/>
                  </a:lnTo>
                  <a:lnTo>
                    <a:pt x="2460605" y="5721692"/>
                  </a:lnTo>
                  <a:lnTo>
                    <a:pt x="2481118" y="5677455"/>
                  </a:lnTo>
                  <a:lnTo>
                    <a:pt x="2501190" y="5632826"/>
                  </a:lnTo>
                  <a:lnTo>
                    <a:pt x="2520817" y="5587813"/>
                  </a:lnTo>
                  <a:lnTo>
                    <a:pt x="2539993" y="5542419"/>
                  </a:lnTo>
                  <a:lnTo>
                    <a:pt x="2558715" y="5496650"/>
                  </a:lnTo>
                  <a:lnTo>
                    <a:pt x="2576978" y="5450511"/>
                  </a:lnTo>
                  <a:lnTo>
                    <a:pt x="2594776" y="5404009"/>
                  </a:lnTo>
                  <a:lnTo>
                    <a:pt x="2612107" y="5357147"/>
                  </a:lnTo>
                  <a:lnTo>
                    <a:pt x="2628964" y="5309932"/>
                  </a:lnTo>
                  <a:lnTo>
                    <a:pt x="2645344" y="5262369"/>
                  </a:lnTo>
                  <a:lnTo>
                    <a:pt x="2661242" y="5214462"/>
                  </a:lnTo>
                  <a:lnTo>
                    <a:pt x="2676653" y="5166218"/>
                  </a:lnTo>
                  <a:lnTo>
                    <a:pt x="2691573" y="5117642"/>
                  </a:lnTo>
                  <a:lnTo>
                    <a:pt x="2705997" y="5068738"/>
                  </a:lnTo>
                  <a:lnTo>
                    <a:pt x="2719920" y="5019513"/>
                  </a:lnTo>
                  <a:lnTo>
                    <a:pt x="2733339" y="4969972"/>
                  </a:lnTo>
                  <a:lnTo>
                    <a:pt x="2746248" y="4920119"/>
                  </a:lnTo>
                  <a:lnTo>
                    <a:pt x="2758643" y="4869961"/>
                  </a:lnTo>
                  <a:lnTo>
                    <a:pt x="2770519" y="4819502"/>
                  </a:lnTo>
                  <a:lnTo>
                    <a:pt x="2781872" y="4768748"/>
                  </a:lnTo>
                  <a:lnTo>
                    <a:pt x="2792697" y="4717705"/>
                  </a:lnTo>
                  <a:lnTo>
                    <a:pt x="2802990" y="4666376"/>
                  </a:lnTo>
                  <a:lnTo>
                    <a:pt x="2812746" y="4614769"/>
                  </a:lnTo>
                  <a:lnTo>
                    <a:pt x="2821960" y="4562888"/>
                  </a:lnTo>
                  <a:lnTo>
                    <a:pt x="2830628" y="4510738"/>
                  </a:lnTo>
                  <a:lnTo>
                    <a:pt x="2838746" y="4458325"/>
                  </a:lnTo>
                  <a:lnTo>
                    <a:pt x="2846308" y="4405654"/>
                  </a:lnTo>
                  <a:lnTo>
                    <a:pt x="2853310" y="4352731"/>
                  </a:lnTo>
                  <a:lnTo>
                    <a:pt x="2859748" y="4299560"/>
                  </a:lnTo>
                  <a:lnTo>
                    <a:pt x="2865617" y="4246147"/>
                  </a:lnTo>
                  <a:lnTo>
                    <a:pt x="2870912" y="4192498"/>
                  </a:lnTo>
                  <a:lnTo>
                    <a:pt x="2875629" y="4138617"/>
                  </a:lnTo>
                  <a:lnTo>
                    <a:pt x="2879763" y="4084511"/>
                  </a:lnTo>
                  <a:lnTo>
                    <a:pt x="2883311" y="4030183"/>
                  </a:lnTo>
                  <a:lnTo>
                    <a:pt x="2886266" y="3975641"/>
                  </a:lnTo>
                  <a:lnTo>
                    <a:pt x="2888625" y="3920888"/>
                  </a:lnTo>
                  <a:lnTo>
                    <a:pt x="2890382" y="3865930"/>
                  </a:lnTo>
                  <a:lnTo>
                    <a:pt x="2891534" y="3810774"/>
                  </a:lnTo>
                  <a:lnTo>
                    <a:pt x="2892059" y="3756091"/>
                  </a:lnTo>
                  <a:lnTo>
                    <a:pt x="2891953" y="3701587"/>
                  </a:lnTo>
                  <a:lnTo>
                    <a:pt x="2891223" y="3647266"/>
                  </a:lnTo>
                  <a:lnTo>
                    <a:pt x="2889872" y="3593135"/>
                  </a:lnTo>
                  <a:lnTo>
                    <a:pt x="2887906" y="3539198"/>
                  </a:lnTo>
                  <a:lnTo>
                    <a:pt x="2885330" y="3485461"/>
                  </a:lnTo>
                  <a:lnTo>
                    <a:pt x="2882148" y="3431929"/>
                  </a:lnTo>
                  <a:lnTo>
                    <a:pt x="2878364" y="3378608"/>
                  </a:lnTo>
                  <a:lnTo>
                    <a:pt x="2873985" y="3325501"/>
                  </a:lnTo>
                  <a:lnTo>
                    <a:pt x="2869015" y="3272616"/>
                  </a:lnTo>
                  <a:lnTo>
                    <a:pt x="2863458" y="3219957"/>
                  </a:lnTo>
                  <a:lnTo>
                    <a:pt x="2857320" y="3167529"/>
                  </a:lnTo>
                  <a:lnTo>
                    <a:pt x="2850604" y="3115339"/>
                  </a:lnTo>
                  <a:lnTo>
                    <a:pt x="2843317" y="3063390"/>
                  </a:lnTo>
                  <a:lnTo>
                    <a:pt x="2835462" y="3011688"/>
                  </a:lnTo>
                  <a:lnTo>
                    <a:pt x="2827045" y="2960240"/>
                  </a:lnTo>
                  <a:lnTo>
                    <a:pt x="2818071" y="2909049"/>
                  </a:lnTo>
                  <a:lnTo>
                    <a:pt x="2808543" y="2858121"/>
                  </a:lnTo>
                  <a:lnTo>
                    <a:pt x="2798468" y="2807462"/>
                  </a:lnTo>
                  <a:lnTo>
                    <a:pt x="2787849" y="2757077"/>
                  </a:lnTo>
                  <a:lnTo>
                    <a:pt x="2776693" y="2706971"/>
                  </a:lnTo>
                  <a:lnTo>
                    <a:pt x="2765002" y="2657149"/>
                  </a:lnTo>
                  <a:lnTo>
                    <a:pt x="2752783" y="2607617"/>
                  </a:lnTo>
                  <a:lnTo>
                    <a:pt x="2740040" y="2558380"/>
                  </a:lnTo>
                  <a:lnTo>
                    <a:pt x="2726778" y="2509444"/>
                  </a:lnTo>
                  <a:lnTo>
                    <a:pt x="2713001" y="2460813"/>
                  </a:lnTo>
                  <a:lnTo>
                    <a:pt x="2698715" y="2412493"/>
                  </a:lnTo>
                  <a:lnTo>
                    <a:pt x="2683925" y="2364489"/>
                  </a:lnTo>
                  <a:lnTo>
                    <a:pt x="2668634" y="2316806"/>
                  </a:lnTo>
                  <a:lnTo>
                    <a:pt x="2652848" y="2269451"/>
                  </a:lnTo>
                  <a:lnTo>
                    <a:pt x="2636573" y="2222427"/>
                  </a:lnTo>
                  <a:lnTo>
                    <a:pt x="2619811" y="2175741"/>
                  </a:lnTo>
                  <a:lnTo>
                    <a:pt x="2602569" y="2129397"/>
                  </a:lnTo>
                  <a:lnTo>
                    <a:pt x="2584852" y="2083402"/>
                  </a:lnTo>
                  <a:lnTo>
                    <a:pt x="2566663" y="2037759"/>
                  </a:lnTo>
                  <a:lnTo>
                    <a:pt x="2548008" y="1992475"/>
                  </a:lnTo>
                  <a:lnTo>
                    <a:pt x="2528892" y="1947555"/>
                  </a:lnTo>
                  <a:lnTo>
                    <a:pt x="2509319" y="1903005"/>
                  </a:lnTo>
                  <a:lnTo>
                    <a:pt x="2489294" y="1858828"/>
                  </a:lnTo>
                  <a:lnTo>
                    <a:pt x="2468823" y="1815031"/>
                  </a:lnTo>
                  <a:lnTo>
                    <a:pt x="2447909" y="1771620"/>
                  </a:lnTo>
                  <a:lnTo>
                    <a:pt x="2426558" y="1728598"/>
                  </a:lnTo>
                  <a:lnTo>
                    <a:pt x="2404774" y="1685973"/>
                  </a:lnTo>
                  <a:lnTo>
                    <a:pt x="2382563" y="1643748"/>
                  </a:lnTo>
                  <a:lnTo>
                    <a:pt x="2359929" y="1601929"/>
                  </a:lnTo>
                  <a:lnTo>
                    <a:pt x="2336877" y="1560522"/>
                  </a:lnTo>
                  <a:lnTo>
                    <a:pt x="2313411" y="1519531"/>
                  </a:lnTo>
                  <a:lnTo>
                    <a:pt x="2289537" y="1478963"/>
                  </a:lnTo>
                  <a:lnTo>
                    <a:pt x="2265259" y="1438822"/>
                  </a:lnTo>
                  <a:lnTo>
                    <a:pt x="2240583" y="1399114"/>
                  </a:lnTo>
                  <a:lnTo>
                    <a:pt x="2215512" y="1359843"/>
                  </a:lnTo>
                  <a:lnTo>
                    <a:pt x="2190052" y="1321016"/>
                  </a:lnTo>
                  <a:lnTo>
                    <a:pt x="2164208" y="1282638"/>
                  </a:lnTo>
                  <a:lnTo>
                    <a:pt x="2137984" y="1244713"/>
                  </a:lnTo>
                  <a:lnTo>
                    <a:pt x="2111386" y="1207248"/>
                  </a:lnTo>
                  <a:lnTo>
                    <a:pt x="2084417" y="1170246"/>
                  </a:lnTo>
                  <a:lnTo>
                    <a:pt x="2057083" y="1133715"/>
                  </a:lnTo>
                  <a:lnTo>
                    <a:pt x="2029389" y="1097659"/>
                  </a:lnTo>
                  <a:lnTo>
                    <a:pt x="2001340" y="1062083"/>
                  </a:lnTo>
                  <a:lnTo>
                    <a:pt x="1972939" y="1026992"/>
                  </a:lnTo>
                  <a:lnTo>
                    <a:pt x="1944193" y="992393"/>
                  </a:lnTo>
                  <a:lnTo>
                    <a:pt x="1915106" y="958289"/>
                  </a:lnTo>
                  <a:lnTo>
                    <a:pt x="1885682" y="924687"/>
                  </a:lnTo>
                  <a:lnTo>
                    <a:pt x="1855927" y="891592"/>
                  </a:lnTo>
                  <a:lnTo>
                    <a:pt x="1825845" y="859009"/>
                  </a:lnTo>
                  <a:lnTo>
                    <a:pt x="1795441" y="826944"/>
                  </a:lnTo>
                  <a:lnTo>
                    <a:pt x="1764720" y="795401"/>
                  </a:lnTo>
                  <a:lnTo>
                    <a:pt x="1733687" y="764386"/>
                  </a:lnTo>
                  <a:lnTo>
                    <a:pt x="1702346" y="733904"/>
                  </a:lnTo>
                  <a:lnTo>
                    <a:pt x="1670703" y="703961"/>
                  </a:lnTo>
                  <a:lnTo>
                    <a:pt x="1638762" y="674561"/>
                  </a:lnTo>
                  <a:lnTo>
                    <a:pt x="1606528" y="645711"/>
                  </a:lnTo>
                  <a:lnTo>
                    <a:pt x="1574006" y="617416"/>
                  </a:lnTo>
                  <a:lnTo>
                    <a:pt x="1541200" y="589680"/>
                  </a:lnTo>
                  <a:lnTo>
                    <a:pt x="1508116" y="562509"/>
                  </a:lnTo>
                  <a:lnTo>
                    <a:pt x="1474758" y="535908"/>
                  </a:lnTo>
                  <a:lnTo>
                    <a:pt x="1441131" y="509883"/>
                  </a:lnTo>
                  <a:lnTo>
                    <a:pt x="1407240" y="484439"/>
                  </a:lnTo>
                  <a:lnTo>
                    <a:pt x="1373089" y="459581"/>
                  </a:lnTo>
                  <a:lnTo>
                    <a:pt x="1338684" y="435314"/>
                  </a:lnTo>
                  <a:lnTo>
                    <a:pt x="1304030" y="411645"/>
                  </a:lnTo>
                  <a:lnTo>
                    <a:pt x="1269130" y="388577"/>
                  </a:lnTo>
                  <a:lnTo>
                    <a:pt x="1233990" y="366117"/>
                  </a:lnTo>
                  <a:lnTo>
                    <a:pt x="1198615" y="344270"/>
                  </a:lnTo>
                  <a:lnTo>
                    <a:pt x="1163010" y="323040"/>
                  </a:lnTo>
                  <a:lnTo>
                    <a:pt x="1127179" y="302434"/>
                  </a:lnTo>
                  <a:lnTo>
                    <a:pt x="1091127" y="282456"/>
                  </a:lnTo>
                  <a:lnTo>
                    <a:pt x="1054859" y="263112"/>
                  </a:lnTo>
                  <a:lnTo>
                    <a:pt x="1018380" y="244408"/>
                  </a:lnTo>
                  <a:lnTo>
                    <a:pt x="981694" y="226347"/>
                  </a:lnTo>
                  <a:lnTo>
                    <a:pt x="944807" y="208937"/>
                  </a:lnTo>
                  <a:lnTo>
                    <a:pt x="907723" y="192181"/>
                  </a:lnTo>
                  <a:lnTo>
                    <a:pt x="870447" y="176086"/>
                  </a:lnTo>
                  <a:lnTo>
                    <a:pt x="832983" y="160657"/>
                  </a:lnTo>
                  <a:lnTo>
                    <a:pt x="795338" y="145898"/>
                  </a:lnTo>
                  <a:lnTo>
                    <a:pt x="757515" y="131816"/>
                  </a:lnTo>
                  <a:lnTo>
                    <a:pt x="719519" y="118415"/>
                  </a:lnTo>
                  <a:lnTo>
                    <a:pt x="681355" y="105701"/>
                  </a:lnTo>
                  <a:lnTo>
                    <a:pt x="643028" y="93678"/>
                  </a:lnTo>
                  <a:lnTo>
                    <a:pt x="604543" y="82354"/>
                  </a:lnTo>
                  <a:lnTo>
                    <a:pt x="565904" y="71732"/>
                  </a:lnTo>
                  <a:lnTo>
                    <a:pt x="527117" y="61818"/>
                  </a:lnTo>
                  <a:lnTo>
                    <a:pt x="488185" y="52617"/>
                  </a:lnTo>
                  <a:lnTo>
                    <a:pt x="449115" y="44135"/>
                  </a:lnTo>
                  <a:lnTo>
                    <a:pt x="409910" y="36377"/>
                  </a:lnTo>
                  <a:lnTo>
                    <a:pt x="370576" y="29348"/>
                  </a:lnTo>
                  <a:lnTo>
                    <a:pt x="331117" y="23053"/>
                  </a:lnTo>
                  <a:lnTo>
                    <a:pt x="291539" y="17498"/>
                  </a:lnTo>
                  <a:lnTo>
                    <a:pt x="251845" y="12688"/>
                  </a:lnTo>
                  <a:lnTo>
                    <a:pt x="212041" y="8629"/>
                  </a:lnTo>
                  <a:lnTo>
                    <a:pt x="172132" y="5325"/>
                  </a:lnTo>
                  <a:lnTo>
                    <a:pt x="132122" y="2782"/>
                  </a:lnTo>
                  <a:lnTo>
                    <a:pt x="92016" y="1005"/>
                  </a:lnTo>
                  <a:lnTo>
                    <a:pt x="51820" y="0"/>
                  </a:lnTo>
                  <a:lnTo>
                    <a:pt x="0" y="7536744"/>
                  </a:lnTo>
                  <a:close/>
                </a:path>
              </a:pathLst>
            </a:custGeom>
            <a:ln w="20941">
              <a:solidFill>
                <a:schemeClr val="accent3"/>
              </a:solidFill>
            </a:ln>
          </p:spPr>
          <p:txBody>
            <a:bodyPr wrap="square" lIns="0" tIns="0" rIns="0" bIns="0" rtlCol="0"/>
            <a:lstStyle/>
            <a:p>
              <a:endParaRPr sz="1092"/>
            </a:p>
          </p:txBody>
        </p:sp>
        <p:sp>
          <p:nvSpPr>
            <p:cNvPr id="11" name="object 4">
              <a:extLst>
                <a:ext uri="{FF2B5EF4-FFF2-40B4-BE49-F238E27FC236}">
                  <a16:creationId xmlns:a16="http://schemas.microsoft.com/office/drawing/2014/main" id="{906151D2-48EF-BF48-B52E-339F0E2934E7}"/>
                </a:ext>
              </a:extLst>
            </p:cNvPr>
            <p:cNvSpPr/>
            <p:nvPr userDrawn="1"/>
          </p:nvSpPr>
          <p:spPr>
            <a:xfrm>
              <a:off x="3533989" y="2270298"/>
              <a:ext cx="2277745" cy="4131945"/>
            </a:xfrm>
            <a:custGeom>
              <a:avLst/>
              <a:gdLst/>
              <a:ahLst/>
              <a:cxnLst/>
              <a:rect l="l" t="t" r="r" b="b"/>
              <a:pathLst>
                <a:path w="2277745" h="4131945">
                  <a:moveTo>
                    <a:pt x="2277742" y="0"/>
                  </a:moveTo>
                  <a:lnTo>
                    <a:pt x="2226876" y="504"/>
                  </a:lnTo>
                  <a:lnTo>
                    <a:pt x="2176282" y="2012"/>
                  </a:lnTo>
                  <a:lnTo>
                    <a:pt x="2125973" y="4513"/>
                  </a:lnTo>
                  <a:lnTo>
                    <a:pt x="2075959" y="7995"/>
                  </a:lnTo>
                  <a:lnTo>
                    <a:pt x="2026253" y="12448"/>
                  </a:lnTo>
                  <a:lnTo>
                    <a:pt x="1976865" y="17863"/>
                  </a:lnTo>
                  <a:lnTo>
                    <a:pt x="1927808" y="24228"/>
                  </a:lnTo>
                  <a:lnTo>
                    <a:pt x="1879093" y="31533"/>
                  </a:lnTo>
                  <a:lnTo>
                    <a:pt x="1830731" y="39767"/>
                  </a:lnTo>
                  <a:lnTo>
                    <a:pt x="1782735" y="48920"/>
                  </a:lnTo>
                  <a:lnTo>
                    <a:pt x="1735115" y="58982"/>
                  </a:lnTo>
                  <a:lnTo>
                    <a:pt x="1687883" y="69941"/>
                  </a:lnTo>
                  <a:lnTo>
                    <a:pt x="1641052" y="81788"/>
                  </a:lnTo>
                  <a:lnTo>
                    <a:pt x="1594631" y="94512"/>
                  </a:lnTo>
                  <a:lnTo>
                    <a:pt x="1548634" y="108103"/>
                  </a:lnTo>
                  <a:lnTo>
                    <a:pt x="1503071" y="122549"/>
                  </a:lnTo>
                  <a:lnTo>
                    <a:pt x="1457955" y="137841"/>
                  </a:lnTo>
                  <a:lnTo>
                    <a:pt x="1413296" y="153968"/>
                  </a:lnTo>
                  <a:lnTo>
                    <a:pt x="1369106" y="170919"/>
                  </a:lnTo>
                  <a:lnTo>
                    <a:pt x="1325398" y="188684"/>
                  </a:lnTo>
                  <a:lnTo>
                    <a:pt x="1282181" y="207253"/>
                  </a:lnTo>
                  <a:lnTo>
                    <a:pt x="1239469" y="226615"/>
                  </a:lnTo>
                  <a:lnTo>
                    <a:pt x="1197273" y="246759"/>
                  </a:lnTo>
                  <a:lnTo>
                    <a:pt x="1155603" y="267675"/>
                  </a:lnTo>
                  <a:lnTo>
                    <a:pt x="1114472" y="289353"/>
                  </a:lnTo>
                  <a:lnTo>
                    <a:pt x="1073892" y="311781"/>
                  </a:lnTo>
                  <a:lnTo>
                    <a:pt x="1033873" y="334951"/>
                  </a:lnTo>
                  <a:lnTo>
                    <a:pt x="994428" y="358850"/>
                  </a:lnTo>
                  <a:lnTo>
                    <a:pt x="955567" y="383468"/>
                  </a:lnTo>
                  <a:lnTo>
                    <a:pt x="917304" y="408796"/>
                  </a:lnTo>
                  <a:lnTo>
                    <a:pt x="879648" y="434822"/>
                  </a:lnTo>
                  <a:lnTo>
                    <a:pt x="842613" y="461537"/>
                  </a:lnTo>
                  <a:lnTo>
                    <a:pt x="806208" y="488928"/>
                  </a:lnTo>
                  <a:lnTo>
                    <a:pt x="770447" y="516987"/>
                  </a:lnTo>
                  <a:lnTo>
                    <a:pt x="735340" y="545703"/>
                  </a:lnTo>
                  <a:lnTo>
                    <a:pt x="700898" y="575064"/>
                  </a:lnTo>
                  <a:lnTo>
                    <a:pt x="667135" y="605061"/>
                  </a:lnTo>
                  <a:lnTo>
                    <a:pt x="634061" y="635683"/>
                  </a:lnTo>
                  <a:lnTo>
                    <a:pt x="601687" y="666919"/>
                  </a:lnTo>
                  <a:lnTo>
                    <a:pt x="570026" y="698760"/>
                  </a:lnTo>
                  <a:lnTo>
                    <a:pt x="539088" y="731194"/>
                  </a:lnTo>
                  <a:lnTo>
                    <a:pt x="508886" y="764211"/>
                  </a:lnTo>
                  <a:lnTo>
                    <a:pt x="479432" y="797801"/>
                  </a:lnTo>
                  <a:lnTo>
                    <a:pt x="450735" y="831953"/>
                  </a:lnTo>
                  <a:lnTo>
                    <a:pt x="422809" y="866656"/>
                  </a:lnTo>
                  <a:lnTo>
                    <a:pt x="395665" y="901901"/>
                  </a:lnTo>
                  <a:lnTo>
                    <a:pt x="369314" y="937676"/>
                  </a:lnTo>
                  <a:lnTo>
                    <a:pt x="343768" y="973971"/>
                  </a:lnTo>
                  <a:lnTo>
                    <a:pt x="319038" y="1010776"/>
                  </a:lnTo>
                  <a:lnTo>
                    <a:pt x="295136" y="1048080"/>
                  </a:lnTo>
                  <a:lnTo>
                    <a:pt x="272074" y="1085872"/>
                  </a:lnTo>
                  <a:lnTo>
                    <a:pt x="249864" y="1124143"/>
                  </a:lnTo>
                  <a:lnTo>
                    <a:pt x="228515" y="1162881"/>
                  </a:lnTo>
                  <a:lnTo>
                    <a:pt x="208042" y="1202076"/>
                  </a:lnTo>
                  <a:lnTo>
                    <a:pt x="188454" y="1241718"/>
                  </a:lnTo>
                  <a:lnTo>
                    <a:pt x="169764" y="1281796"/>
                  </a:lnTo>
                  <a:lnTo>
                    <a:pt x="151982" y="1322300"/>
                  </a:lnTo>
                  <a:lnTo>
                    <a:pt x="135122" y="1363218"/>
                  </a:lnTo>
                  <a:lnTo>
                    <a:pt x="119193" y="1404542"/>
                  </a:lnTo>
                  <a:lnTo>
                    <a:pt x="104208" y="1446259"/>
                  </a:lnTo>
                  <a:lnTo>
                    <a:pt x="90179" y="1488360"/>
                  </a:lnTo>
                  <a:lnTo>
                    <a:pt x="77117" y="1530835"/>
                  </a:lnTo>
                  <a:lnTo>
                    <a:pt x="65033" y="1573672"/>
                  </a:lnTo>
                  <a:lnTo>
                    <a:pt x="53939" y="1616861"/>
                  </a:lnTo>
                  <a:lnTo>
                    <a:pt x="43847" y="1660391"/>
                  </a:lnTo>
                  <a:lnTo>
                    <a:pt x="34768" y="1704253"/>
                  </a:lnTo>
                  <a:lnTo>
                    <a:pt x="26713" y="1748436"/>
                  </a:lnTo>
                  <a:lnTo>
                    <a:pt x="19695" y="1792929"/>
                  </a:lnTo>
                  <a:lnTo>
                    <a:pt x="13725" y="1837721"/>
                  </a:lnTo>
                  <a:lnTo>
                    <a:pt x="8815" y="1882803"/>
                  </a:lnTo>
                  <a:lnTo>
                    <a:pt x="4976" y="1928163"/>
                  </a:lnTo>
                  <a:lnTo>
                    <a:pt x="2219" y="1973791"/>
                  </a:lnTo>
                  <a:lnTo>
                    <a:pt x="556" y="2019678"/>
                  </a:lnTo>
                  <a:lnTo>
                    <a:pt x="0" y="2065811"/>
                  </a:lnTo>
                  <a:lnTo>
                    <a:pt x="556" y="2111944"/>
                  </a:lnTo>
                  <a:lnTo>
                    <a:pt x="2219" y="2157830"/>
                  </a:lnTo>
                  <a:lnTo>
                    <a:pt x="4976" y="2203459"/>
                  </a:lnTo>
                  <a:lnTo>
                    <a:pt x="8815" y="2248819"/>
                  </a:lnTo>
                  <a:lnTo>
                    <a:pt x="13725" y="2293901"/>
                  </a:lnTo>
                  <a:lnTo>
                    <a:pt x="19695" y="2338693"/>
                  </a:lnTo>
                  <a:lnTo>
                    <a:pt x="26713" y="2383186"/>
                  </a:lnTo>
                  <a:lnTo>
                    <a:pt x="34768" y="2427369"/>
                  </a:lnTo>
                  <a:lnTo>
                    <a:pt x="43847" y="2471230"/>
                  </a:lnTo>
                  <a:lnTo>
                    <a:pt x="53939" y="2514761"/>
                  </a:lnTo>
                  <a:lnTo>
                    <a:pt x="65033" y="2557950"/>
                  </a:lnTo>
                  <a:lnTo>
                    <a:pt x="77117" y="2600787"/>
                  </a:lnTo>
                  <a:lnTo>
                    <a:pt x="90179" y="2643262"/>
                  </a:lnTo>
                  <a:lnTo>
                    <a:pt x="104208" y="2685363"/>
                  </a:lnTo>
                  <a:lnTo>
                    <a:pt x="119193" y="2727080"/>
                  </a:lnTo>
                  <a:lnTo>
                    <a:pt x="135122" y="2768404"/>
                  </a:lnTo>
                  <a:lnTo>
                    <a:pt x="151982" y="2809322"/>
                  </a:lnTo>
                  <a:lnTo>
                    <a:pt x="169764" y="2849826"/>
                  </a:lnTo>
                  <a:lnTo>
                    <a:pt x="188454" y="2889904"/>
                  </a:lnTo>
                  <a:lnTo>
                    <a:pt x="208042" y="2929546"/>
                  </a:lnTo>
                  <a:lnTo>
                    <a:pt x="228515" y="2968741"/>
                  </a:lnTo>
                  <a:lnTo>
                    <a:pt x="249864" y="3007479"/>
                  </a:lnTo>
                  <a:lnTo>
                    <a:pt x="272074" y="3045750"/>
                  </a:lnTo>
                  <a:lnTo>
                    <a:pt x="295136" y="3083542"/>
                  </a:lnTo>
                  <a:lnTo>
                    <a:pt x="319038" y="3120846"/>
                  </a:lnTo>
                  <a:lnTo>
                    <a:pt x="343768" y="3157651"/>
                  </a:lnTo>
                  <a:lnTo>
                    <a:pt x="369314" y="3193946"/>
                  </a:lnTo>
                  <a:lnTo>
                    <a:pt x="395665" y="3229721"/>
                  </a:lnTo>
                  <a:lnTo>
                    <a:pt x="422809" y="3264966"/>
                  </a:lnTo>
                  <a:lnTo>
                    <a:pt x="450735" y="3299669"/>
                  </a:lnTo>
                  <a:lnTo>
                    <a:pt x="479432" y="3333821"/>
                  </a:lnTo>
                  <a:lnTo>
                    <a:pt x="508886" y="3367411"/>
                  </a:lnTo>
                  <a:lnTo>
                    <a:pt x="539088" y="3400428"/>
                  </a:lnTo>
                  <a:lnTo>
                    <a:pt x="570026" y="3432862"/>
                  </a:lnTo>
                  <a:lnTo>
                    <a:pt x="601687" y="3464702"/>
                  </a:lnTo>
                  <a:lnTo>
                    <a:pt x="634061" y="3495939"/>
                  </a:lnTo>
                  <a:lnTo>
                    <a:pt x="667135" y="3526561"/>
                  </a:lnTo>
                  <a:lnTo>
                    <a:pt x="700898" y="3556558"/>
                  </a:lnTo>
                  <a:lnTo>
                    <a:pt x="735340" y="3585919"/>
                  </a:lnTo>
                  <a:lnTo>
                    <a:pt x="770447" y="3614635"/>
                  </a:lnTo>
                  <a:lnTo>
                    <a:pt x="806208" y="3642693"/>
                  </a:lnTo>
                  <a:lnTo>
                    <a:pt x="842613" y="3670085"/>
                  </a:lnTo>
                  <a:lnTo>
                    <a:pt x="879648" y="3696799"/>
                  </a:lnTo>
                  <a:lnTo>
                    <a:pt x="917304" y="3722826"/>
                  </a:lnTo>
                  <a:lnTo>
                    <a:pt x="955567" y="3748153"/>
                  </a:lnTo>
                  <a:lnTo>
                    <a:pt x="994428" y="3772772"/>
                  </a:lnTo>
                  <a:lnTo>
                    <a:pt x="1033873" y="3796671"/>
                  </a:lnTo>
                  <a:lnTo>
                    <a:pt x="1073892" y="3819840"/>
                  </a:lnTo>
                  <a:lnTo>
                    <a:pt x="1114472" y="3842269"/>
                  </a:lnTo>
                  <a:lnTo>
                    <a:pt x="1155603" y="3863947"/>
                  </a:lnTo>
                  <a:lnTo>
                    <a:pt x="1197273" y="3884863"/>
                  </a:lnTo>
                  <a:lnTo>
                    <a:pt x="1239469" y="3905007"/>
                  </a:lnTo>
                  <a:lnTo>
                    <a:pt x="1282181" y="3924369"/>
                  </a:lnTo>
                  <a:lnTo>
                    <a:pt x="1325398" y="3942938"/>
                  </a:lnTo>
                  <a:lnTo>
                    <a:pt x="1369106" y="3960703"/>
                  </a:lnTo>
                  <a:lnTo>
                    <a:pt x="1413296" y="3977654"/>
                  </a:lnTo>
                  <a:lnTo>
                    <a:pt x="1457955" y="3993781"/>
                  </a:lnTo>
                  <a:lnTo>
                    <a:pt x="1503071" y="4009073"/>
                  </a:lnTo>
                  <a:lnTo>
                    <a:pt x="1548634" y="4023519"/>
                  </a:lnTo>
                  <a:lnTo>
                    <a:pt x="1594631" y="4037110"/>
                  </a:lnTo>
                  <a:lnTo>
                    <a:pt x="1641052" y="4049834"/>
                  </a:lnTo>
                  <a:lnTo>
                    <a:pt x="1687883" y="4061681"/>
                  </a:lnTo>
                  <a:lnTo>
                    <a:pt x="1735115" y="4072640"/>
                  </a:lnTo>
                  <a:lnTo>
                    <a:pt x="1782735" y="4082702"/>
                  </a:lnTo>
                  <a:lnTo>
                    <a:pt x="1830731" y="4091855"/>
                  </a:lnTo>
                  <a:lnTo>
                    <a:pt x="1879093" y="4100089"/>
                  </a:lnTo>
                  <a:lnTo>
                    <a:pt x="1927808" y="4107394"/>
                  </a:lnTo>
                  <a:lnTo>
                    <a:pt x="1976865" y="4113759"/>
                  </a:lnTo>
                  <a:lnTo>
                    <a:pt x="2026253" y="4119174"/>
                  </a:lnTo>
                  <a:lnTo>
                    <a:pt x="2075959" y="4123627"/>
                  </a:lnTo>
                  <a:lnTo>
                    <a:pt x="2125973" y="4127109"/>
                  </a:lnTo>
                  <a:lnTo>
                    <a:pt x="2176282" y="4129610"/>
                  </a:lnTo>
                  <a:lnTo>
                    <a:pt x="2226876" y="4131117"/>
                  </a:lnTo>
                  <a:lnTo>
                    <a:pt x="2277742" y="4131622"/>
                  </a:lnTo>
                  <a:lnTo>
                    <a:pt x="2277742" y="0"/>
                  </a:lnTo>
                  <a:close/>
                </a:path>
              </a:pathLst>
            </a:custGeom>
            <a:ln w="20941">
              <a:solidFill>
                <a:schemeClr val="accent3"/>
              </a:solidFill>
            </a:ln>
          </p:spPr>
          <p:txBody>
            <a:bodyPr wrap="square" lIns="0" tIns="0" rIns="0" bIns="0" rtlCol="0"/>
            <a:lstStyle/>
            <a:p>
              <a:endParaRPr sz="1092"/>
            </a:p>
          </p:txBody>
        </p:sp>
        <p:sp>
          <p:nvSpPr>
            <p:cNvPr id="12" name="object 5">
              <a:extLst>
                <a:ext uri="{FF2B5EF4-FFF2-40B4-BE49-F238E27FC236}">
                  <a16:creationId xmlns:a16="http://schemas.microsoft.com/office/drawing/2014/main" id="{24E4BA36-31BF-F847-9DDD-A4F60A31A6FD}"/>
                </a:ext>
              </a:extLst>
            </p:cNvPr>
            <p:cNvSpPr/>
            <p:nvPr userDrawn="1"/>
          </p:nvSpPr>
          <p:spPr>
            <a:xfrm>
              <a:off x="3903653" y="7500893"/>
              <a:ext cx="1831975" cy="1831975"/>
            </a:xfrm>
            <a:custGeom>
              <a:avLst/>
              <a:gdLst/>
              <a:ahLst/>
              <a:cxnLst/>
              <a:rect l="l" t="t" r="r" b="b"/>
              <a:pathLst>
                <a:path w="1831975" h="1831975">
                  <a:moveTo>
                    <a:pt x="0" y="915972"/>
                  </a:moveTo>
                  <a:lnTo>
                    <a:pt x="1269" y="867325"/>
                  </a:lnTo>
                  <a:lnTo>
                    <a:pt x="5036" y="819340"/>
                  </a:lnTo>
                  <a:lnTo>
                    <a:pt x="11237" y="772079"/>
                  </a:lnTo>
                  <a:lnTo>
                    <a:pt x="19809" y="725607"/>
                  </a:lnTo>
                  <a:lnTo>
                    <a:pt x="30688" y="679985"/>
                  </a:lnTo>
                  <a:lnTo>
                    <a:pt x="43811" y="635279"/>
                  </a:lnTo>
                  <a:lnTo>
                    <a:pt x="59115" y="591550"/>
                  </a:lnTo>
                  <a:lnTo>
                    <a:pt x="76536" y="548862"/>
                  </a:lnTo>
                  <a:lnTo>
                    <a:pt x="96011" y="507279"/>
                  </a:lnTo>
                  <a:lnTo>
                    <a:pt x="117477" y="466863"/>
                  </a:lnTo>
                  <a:lnTo>
                    <a:pt x="140871" y="427679"/>
                  </a:lnTo>
                  <a:lnTo>
                    <a:pt x="166128" y="389789"/>
                  </a:lnTo>
                  <a:lnTo>
                    <a:pt x="193187" y="353256"/>
                  </a:lnTo>
                  <a:lnTo>
                    <a:pt x="221983" y="318145"/>
                  </a:lnTo>
                  <a:lnTo>
                    <a:pt x="252453" y="284518"/>
                  </a:lnTo>
                  <a:lnTo>
                    <a:pt x="284534" y="252438"/>
                  </a:lnTo>
                  <a:lnTo>
                    <a:pt x="318163" y="221970"/>
                  </a:lnTo>
                  <a:lnTo>
                    <a:pt x="353276" y="193175"/>
                  </a:lnTo>
                  <a:lnTo>
                    <a:pt x="389810" y="166118"/>
                  </a:lnTo>
                  <a:lnTo>
                    <a:pt x="427701" y="140862"/>
                  </a:lnTo>
                  <a:lnTo>
                    <a:pt x="466887" y="117470"/>
                  </a:lnTo>
                  <a:lnTo>
                    <a:pt x="507304" y="96005"/>
                  </a:lnTo>
                  <a:lnTo>
                    <a:pt x="548888" y="76531"/>
                  </a:lnTo>
                  <a:lnTo>
                    <a:pt x="591577" y="59111"/>
                  </a:lnTo>
                  <a:lnTo>
                    <a:pt x="635307" y="43808"/>
                  </a:lnTo>
                  <a:lnTo>
                    <a:pt x="680015" y="30686"/>
                  </a:lnTo>
                  <a:lnTo>
                    <a:pt x="725637" y="19808"/>
                  </a:lnTo>
                  <a:lnTo>
                    <a:pt x="772110" y="11236"/>
                  </a:lnTo>
                  <a:lnTo>
                    <a:pt x="819371" y="5036"/>
                  </a:lnTo>
                  <a:lnTo>
                    <a:pt x="867356" y="1269"/>
                  </a:lnTo>
                  <a:lnTo>
                    <a:pt x="916003" y="0"/>
                  </a:lnTo>
                  <a:lnTo>
                    <a:pt x="964649" y="1269"/>
                  </a:lnTo>
                  <a:lnTo>
                    <a:pt x="1012633" y="5036"/>
                  </a:lnTo>
                  <a:lnTo>
                    <a:pt x="1059892" y="11236"/>
                  </a:lnTo>
                  <a:lnTo>
                    <a:pt x="1106364" y="19808"/>
                  </a:lnTo>
                  <a:lnTo>
                    <a:pt x="1151984" y="30686"/>
                  </a:lnTo>
                  <a:lnTo>
                    <a:pt x="1196690" y="43808"/>
                  </a:lnTo>
                  <a:lnTo>
                    <a:pt x="1240418" y="59111"/>
                  </a:lnTo>
                  <a:lnTo>
                    <a:pt x="1283105" y="76531"/>
                  </a:lnTo>
                  <a:lnTo>
                    <a:pt x="1324687" y="96005"/>
                  </a:lnTo>
                  <a:lnTo>
                    <a:pt x="1365102" y="117470"/>
                  </a:lnTo>
                  <a:lnTo>
                    <a:pt x="1404285" y="140862"/>
                  </a:lnTo>
                  <a:lnTo>
                    <a:pt x="1442174" y="166118"/>
                  </a:lnTo>
                  <a:lnTo>
                    <a:pt x="1478706" y="193175"/>
                  </a:lnTo>
                  <a:lnTo>
                    <a:pt x="1513816" y="221970"/>
                  </a:lnTo>
                  <a:lnTo>
                    <a:pt x="1547443" y="252438"/>
                  </a:lnTo>
                  <a:lnTo>
                    <a:pt x="1579522" y="284518"/>
                  </a:lnTo>
                  <a:lnTo>
                    <a:pt x="1609990" y="318145"/>
                  </a:lnTo>
                  <a:lnTo>
                    <a:pt x="1638783" y="353256"/>
                  </a:lnTo>
                  <a:lnTo>
                    <a:pt x="1665840" y="389789"/>
                  </a:lnTo>
                  <a:lnTo>
                    <a:pt x="1691095" y="427679"/>
                  </a:lnTo>
                  <a:lnTo>
                    <a:pt x="1714487" y="466863"/>
                  </a:lnTo>
                  <a:lnTo>
                    <a:pt x="1735951" y="507279"/>
                  </a:lnTo>
                  <a:lnTo>
                    <a:pt x="1755425" y="548862"/>
                  </a:lnTo>
                  <a:lnTo>
                    <a:pt x="1772844" y="591550"/>
                  </a:lnTo>
                  <a:lnTo>
                    <a:pt x="1788147" y="635279"/>
                  </a:lnTo>
                  <a:lnTo>
                    <a:pt x="1801269" y="679985"/>
                  </a:lnTo>
                  <a:lnTo>
                    <a:pt x="1812147" y="725607"/>
                  </a:lnTo>
                  <a:lnTo>
                    <a:pt x="1820717" y="772079"/>
                  </a:lnTo>
                  <a:lnTo>
                    <a:pt x="1826918" y="819340"/>
                  </a:lnTo>
                  <a:lnTo>
                    <a:pt x="1830685" y="867325"/>
                  </a:lnTo>
                  <a:lnTo>
                    <a:pt x="1831954" y="915972"/>
                  </a:lnTo>
                  <a:lnTo>
                    <a:pt x="1830685" y="964618"/>
                  </a:lnTo>
                  <a:lnTo>
                    <a:pt x="1826918" y="1012603"/>
                  </a:lnTo>
                  <a:lnTo>
                    <a:pt x="1820717" y="1059864"/>
                  </a:lnTo>
                  <a:lnTo>
                    <a:pt x="1812147" y="1106336"/>
                  </a:lnTo>
                  <a:lnTo>
                    <a:pt x="1801269" y="1151958"/>
                  </a:lnTo>
                  <a:lnTo>
                    <a:pt x="1788147" y="1196665"/>
                  </a:lnTo>
                  <a:lnTo>
                    <a:pt x="1772844" y="1240393"/>
                  </a:lnTo>
                  <a:lnTo>
                    <a:pt x="1755425" y="1283081"/>
                  </a:lnTo>
                  <a:lnTo>
                    <a:pt x="1735951" y="1324664"/>
                  </a:lnTo>
                  <a:lnTo>
                    <a:pt x="1714487" y="1365080"/>
                  </a:lnTo>
                  <a:lnTo>
                    <a:pt x="1691095" y="1404264"/>
                  </a:lnTo>
                  <a:lnTo>
                    <a:pt x="1665840" y="1442154"/>
                  </a:lnTo>
                  <a:lnTo>
                    <a:pt x="1638783" y="1478687"/>
                  </a:lnTo>
                  <a:lnTo>
                    <a:pt x="1609990" y="1513798"/>
                  </a:lnTo>
                  <a:lnTo>
                    <a:pt x="1579522" y="1547425"/>
                  </a:lnTo>
                  <a:lnTo>
                    <a:pt x="1547443" y="1579505"/>
                  </a:lnTo>
                  <a:lnTo>
                    <a:pt x="1513816" y="1609974"/>
                  </a:lnTo>
                  <a:lnTo>
                    <a:pt x="1478706" y="1638768"/>
                  </a:lnTo>
                  <a:lnTo>
                    <a:pt x="1442174" y="1665825"/>
                  </a:lnTo>
                  <a:lnTo>
                    <a:pt x="1404285" y="1691081"/>
                  </a:lnTo>
                  <a:lnTo>
                    <a:pt x="1365102" y="1714474"/>
                  </a:lnTo>
                  <a:lnTo>
                    <a:pt x="1324687" y="1735938"/>
                  </a:lnTo>
                  <a:lnTo>
                    <a:pt x="1283105" y="1755412"/>
                  </a:lnTo>
                  <a:lnTo>
                    <a:pt x="1240418" y="1772832"/>
                  </a:lnTo>
                  <a:lnTo>
                    <a:pt x="1196690" y="1788135"/>
                  </a:lnTo>
                  <a:lnTo>
                    <a:pt x="1151984" y="1801257"/>
                  </a:lnTo>
                  <a:lnTo>
                    <a:pt x="1106364" y="1812136"/>
                  </a:lnTo>
                  <a:lnTo>
                    <a:pt x="1059892" y="1820707"/>
                  </a:lnTo>
                  <a:lnTo>
                    <a:pt x="1012633" y="1826907"/>
                  </a:lnTo>
                  <a:lnTo>
                    <a:pt x="964649" y="1830674"/>
                  </a:lnTo>
                  <a:lnTo>
                    <a:pt x="916003" y="1831944"/>
                  </a:lnTo>
                  <a:lnTo>
                    <a:pt x="867356" y="1830674"/>
                  </a:lnTo>
                  <a:lnTo>
                    <a:pt x="819371" y="1826907"/>
                  </a:lnTo>
                  <a:lnTo>
                    <a:pt x="772110" y="1820707"/>
                  </a:lnTo>
                  <a:lnTo>
                    <a:pt x="725637" y="1812136"/>
                  </a:lnTo>
                  <a:lnTo>
                    <a:pt x="680015" y="1801257"/>
                  </a:lnTo>
                  <a:lnTo>
                    <a:pt x="635307" y="1788135"/>
                  </a:lnTo>
                  <a:lnTo>
                    <a:pt x="591577" y="1772832"/>
                  </a:lnTo>
                  <a:lnTo>
                    <a:pt x="548888" y="1755412"/>
                  </a:lnTo>
                  <a:lnTo>
                    <a:pt x="507304" y="1735938"/>
                  </a:lnTo>
                  <a:lnTo>
                    <a:pt x="466887" y="1714474"/>
                  </a:lnTo>
                  <a:lnTo>
                    <a:pt x="427701" y="1691081"/>
                  </a:lnTo>
                  <a:lnTo>
                    <a:pt x="389810" y="1665825"/>
                  </a:lnTo>
                  <a:lnTo>
                    <a:pt x="353276" y="1638768"/>
                  </a:lnTo>
                  <a:lnTo>
                    <a:pt x="318163" y="1609974"/>
                  </a:lnTo>
                  <a:lnTo>
                    <a:pt x="284534" y="1579505"/>
                  </a:lnTo>
                  <a:lnTo>
                    <a:pt x="252453" y="1547425"/>
                  </a:lnTo>
                  <a:lnTo>
                    <a:pt x="221983" y="1513798"/>
                  </a:lnTo>
                  <a:lnTo>
                    <a:pt x="193187" y="1478687"/>
                  </a:lnTo>
                  <a:lnTo>
                    <a:pt x="166128" y="1442154"/>
                  </a:lnTo>
                  <a:lnTo>
                    <a:pt x="140871" y="1404264"/>
                  </a:lnTo>
                  <a:lnTo>
                    <a:pt x="117477" y="1365080"/>
                  </a:lnTo>
                  <a:lnTo>
                    <a:pt x="96011" y="1324664"/>
                  </a:lnTo>
                  <a:lnTo>
                    <a:pt x="76536" y="1283081"/>
                  </a:lnTo>
                  <a:lnTo>
                    <a:pt x="59115" y="1240393"/>
                  </a:lnTo>
                  <a:lnTo>
                    <a:pt x="43811" y="1196665"/>
                  </a:lnTo>
                  <a:lnTo>
                    <a:pt x="30688" y="1151958"/>
                  </a:lnTo>
                  <a:lnTo>
                    <a:pt x="19809" y="1106336"/>
                  </a:lnTo>
                  <a:lnTo>
                    <a:pt x="11237" y="1059864"/>
                  </a:lnTo>
                  <a:lnTo>
                    <a:pt x="5036" y="1012603"/>
                  </a:lnTo>
                  <a:lnTo>
                    <a:pt x="1269" y="964618"/>
                  </a:lnTo>
                  <a:lnTo>
                    <a:pt x="0" y="915972"/>
                  </a:lnTo>
                  <a:close/>
                </a:path>
              </a:pathLst>
            </a:custGeom>
            <a:ln w="20941">
              <a:solidFill>
                <a:schemeClr val="accent3"/>
              </a:solidFill>
            </a:ln>
          </p:spPr>
          <p:txBody>
            <a:bodyPr wrap="square" lIns="0" tIns="0" rIns="0" bIns="0" rtlCol="0"/>
            <a:lstStyle/>
            <a:p>
              <a:endParaRPr sz="1092"/>
            </a:p>
          </p:txBody>
        </p:sp>
      </p:grpSp>
      <p:sp>
        <p:nvSpPr>
          <p:cNvPr id="13" name="Title 12">
            <a:extLst>
              <a:ext uri="{FF2B5EF4-FFF2-40B4-BE49-F238E27FC236}">
                <a16:creationId xmlns:a16="http://schemas.microsoft.com/office/drawing/2014/main" id="{A5957E62-91B8-4C87-AC40-D53925D5DFA4}"/>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8628147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9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F6341A5-9A27-264C-93A1-53EEDF15C9FF}"/>
              </a:ext>
            </a:extLst>
          </p:cNvPr>
          <p:cNvGrpSpPr/>
          <p:nvPr userDrawn="1"/>
        </p:nvGrpSpPr>
        <p:grpSpPr>
          <a:xfrm>
            <a:off x="1" y="1346452"/>
            <a:ext cx="5674075" cy="4630016"/>
            <a:chOff x="0" y="2220399"/>
            <a:chExt cx="9356314" cy="7635240"/>
          </a:xfrm>
        </p:grpSpPr>
        <p:grpSp>
          <p:nvGrpSpPr>
            <p:cNvPr id="17" name="Group 16">
              <a:extLst>
                <a:ext uri="{FF2B5EF4-FFF2-40B4-BE49-F238E27FC236}">
                  <a16:creationId xmlns:a16="http://schemas.microsoft.com/office/drawing/2014/main" id="{A734E21E-F8A3-D94C-B19D-1B6648DBD304}"/>
                </a:ext>
              </a:extLst>
            </p:cNvPr>
            <p:cNvGrpSpPr/>
            <p:nvPr userDrawn="1"/>
          </p:nvGrpSpPr>
          <p:grpSpPr>
            <a:xfrm>
              <a:off x="0" y="2220399"/>
              <a:ext cx="2936240" cy="7635240"/>
              <a:chOff x="0" y="2220399"/>
              <a:chExt cx="2936240" cy="7635240"/>
            </a:xfrm>
          </p:grpSpPr>
          <p:sp>
            <p:nvSpPr>
              <p:cNvPr id="21" name="object 2">
                <a:extLst>
                  <a:ext uri="{FF2B5EF4-FFF2-40B4-BE49-F238E27FC236}">
                    <a16:creationId xmlns:a16="http://schemas.microsoft.com/office/drawing/2014/main" id="{DE365E4E-844D-9041-8763-3A970F085044}"/>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22" name="object 3">
                <a:extLst>
                  <a:ext uri="{FF2B5EF4-FFF2-40B4-BE49-F238E27FC236}">
                    <a16:creationId xmlns:a16="http://schemas.microsoft.com/office/drawing/2014/main" id="{AA4C39CC-27E9-AE42-856F-4FBFF932EC1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8" name="object 3">
              <a:extLst>
                <a:ext uri="{FF2B5EF4-FFF2-40B4-BE49-F238E27FC236}">
                  <a16:creationId xmlns:a16="http://schemas.microsoft.com/office/drawing/2014/main" id="{1AAADBB1-CBA7-654C-AA89-7A078EDA9552}"/>
                </a:ext>
              </a:extLst>
            </p:cNvPr>
            <p:cNvSpPr/>
            <p:nvPr userDrawn="1"/>
          </p:nvSpPr>
          <p:spPr>
            <a:xfrm>
              <a:off x="6463889" y="2316516"/>
              <a:ext cx="2892425" cy="7537450"/>
            </a:xfrm>
            <a:custGeom>
              <a:avLst/>
              <a:gdLst/>
              <a:ahLst/>
              <a:cxnLst/>
              <a:rect l="l" t="t" r="r" b="b"/>
              <a:pathLst>
                <a:path w="2892425" h="7537450">
                  <a:moveTo>
                    <a:pt x="0" y="7536744"/>
                  </a:moveTo>
                  <a:lnTo>
                    <a:pt x="40549" y="7536971"/>
                  </a:lnTo>
                  <a:lnTo>
                    <a:pt x="81000" y="7536408"/>
                  </a:lnTo>
                  <a:lnTo>
                    <a:pt x="121348" y="7535061"/>
                  </a:lnTo>
                  <a:lnTo>
                    <a:pt x="161590" y="7532934"/>
                  </a:lnTo>
                  <a:lnTo>
                    <a:pt x="201720" y="7530035"/>
                  </a:lnTo>
                  <a:lnTo>
                    <a:pt x="241734" y="7526367"/>
                  </a:lnTo>
                  <a:lnTo>
                    <a:pt x="281627" y="7521936"/>
                  </a:lnTo>
                  <a:lnTo>
                    <a:pt x="321394" y="7516747"/>
                  </a:lnTo>
                  <a:lnTo>
                    <a:pt x="361032" y="7510806"/>
                  </a:lnTo>
                  <a:lnTo>
                    <a:pt x="400535" y="7504118"/>
                  </a:lnTo>
                  <a:lnTo>
                    <a:pt x="439899" y="7496688"/>
                  </a:lnTo>
                  <a:lnTo>
                    <a:pt x="479119" y="7488522"/>
                  </a:lnTo>
                  <a:lnTo>
                    <a:pt x="518191" y="7479625"/>
                  </a:lnTo>
                  <a:lnTo>
                    <a:pt x="557111" y="7470002"/>
                  </a:lnTo>
                  <a:lnTo>
                    <a:pt x="595873" y="7459658"/>
                  </a:lnTo>
                  <a:lnTo>
                    <a:pt x="634473" y="7448600"/>
                  </a:lnTo>
                  <a:lnTo>
                    <a:pt x="672906" y="7436831"/>
                  </a:lnTo>
                  <a:lnTo>
                    <a:pt x="711168" y="7424358"/>
                  </a:lnTo>
                  <a:lnTo>
                    <a:pt x="749255" y="7411186"/>
                  </a:lnTo>
                  <a:lnTo>
                    <a:pt x="787162" y="7397320"/>
                  </a:lnTo>
                  <a:lnTo>
                    <a:pt x="824883" y="7382765"/>
                  </a:lnTo>
                  <a:lnTo>
                    <a:pt x="862415" y="7367528"/>
                  </a:lnTo>
                  <a:lnTo>
                    <a:pt x="899753" y="7351612"/>
                  </a:lnTo>
                  <a:lnTo>
                    <a:pt x="936893" y="7335024"/>
                  </a:lnTo>
                  <a:lnTo>
                    <a:pt x="973830" y="7317768"/>
                  </a:lnTo>
                  <a:lnTo>
                    <a:pt x="1010559" y="7299850"/>
                  </a:lnTo>
                  <a:lnTo>
                    <a:pt x="1047075" y="7281276"/>
                  </a:lnTo>
                  <a:lnTo>
                    <a:pt x="1083375" y="7262050"/>
                  </a:lnTo>
                  <a:lnTo>
                    <a:pt x="1119453" y="7242179"/>
                  </a:lnTo>
                  <a:lnTo>
                    <a:pt x="1155306" y="7221667"/>
                  </a:lnTo>
                  <a:lnTo>
                    <a:pt x="1190927" y="7200519"/>
                  </a:lnTo>
                  <a:lnTo>
                    <a:pt x="1226314" y="7178741"/>
                  </a:lnTo>
                  <a:lnTo>
                    <a:pt x="1261461" y="7156338"/>
                  </a:lnTo>
                  <a:lnTo>
                    <a:pt x="1296364" y="7133316"/>
                  </a:lnTo>
                  <a:lnTo>
                    <a:pt x="1331017" y="7109680"/>
                  </a:lnTo>
                  <a:lnTo>
                    <a:pt x="1365418" y="7085435"/>
                  </a:lnTo>
                  <a:lnTo>
                    <a:pt x="1399560" y="7060587"/>
                  </a:lnTo>
                  <a:lnTo>
                    <a:pt x="1433440" y="7035141"/>
                  </a:lnTo>
                  <a:lnTo>
                    <a:pt x="1467053" y="7009101"/>
                  </a:lnTo>
                  <a:lnTo>
                    <a:pt x="1500393" y="6982474"/>
                  </a:lnTo>
                  <a:lnTo>
                    <a:pt x="1533458" y="6955265"/>
                  </a:lnTo>
                  <a:lnTo>
                    <a:pt x="1566242" y="6927479"/>
                  </a:lnTo>
                  <a:lnTo>
                    <a:pt x="1598740" y="6899121"/>
                  </a:lnTo>
                  <a:lnTo>
                    <a:pt x="1630949" y="6870197"/>
                  </a:lnTo>
                  <a:lnTo>
                    <a:pt x="1662862" y="6840712"/>
                  </a:lnTo>
                  <a:lnTo>
                    <a:pt x="1694477" y="6810672"/>
                  </a:lnTo>
                  <a:lnTo>
                    <a:pt x="1725788" y="6780081"/>
                  </a:lnTo>
                  <a:lnTo>
                    <a:pt x="1756790" y="6748945"/>
                  </a:lnTo>
                  <a:lnTo>
                    <a:pt x="1787480" y="6717270"/>
                  </a:lnTo>
                  <a:lnTo>
                    <a:pt x="1817852" y="6685060"/>
                  </a:lnTo>
                  <a:lnTo>
                    <a:pt x="1847902" y="6652321"/>
                  </a:lnTo>
                  <a:lnTo>
                    <a:pt x="1877626" y="6619058"/>
                  </a:lnTo>
                  <a:lnTo>
                    <a:pt x="1907018" y="6585277"/>
                  </a:lnTo>
                  <a:lnTo>
                    <a:pt x="1936075" y="6550983"/>
                  </a:lnTo>
                  <a:lnTo>
                    <a:pt x="1964791" y="6516181"/>
                  </a:lnTo>
                  <a:lnTo>
                    <a:pt x="1993162" y="6480876"/>
                  </a:lnTo>
                  <a:lnTo>
                    <a:pt x="2021184" y="6445074"/>
                  </a:lnTo>
                  <a:lnTo>
                    <a:pt x="2048852" y="6408781"/>
                  </a:lnTo>
                  <a:lnTo>
                    <a:pt x="2076161" y="6372001"/>
                  </a:lnTo>
                  <a:lnTo>
                    <a:pt x="2103107" y="6334740"/>
                  </a:lnTo>
                  <a:lnTo>
                    <a:pt x="2129686" y="6297003"/>
                  </a:lnTo>
                  <a:lnTo>
                    <a:pt x="2155892" y="6258795"/>
                  </a:lnTo>
                  <a:lnTo>
                    <a:pt x="2181721" y="6220122"/>
                  </a:lnTo>
                  <a:lnTo>
                    <a:pt x="2207168" y="6180989"/>
                  </a:lnTo>
                  <a:lnTo>
                    <a:pt x="2232230" y="6141402"/>
                  </a:lnTo>
                  <a:lnTo>
                    <a:pt x="2256901" y="6101365"/>
                  </a:lnTo>
                  <a:lnTo>
                    <a:pt x="2281176" y="6060884"/>
                  </a:lnTo>
                  <a:lnTo>
                    <a:pt x="2305052" y="6019964"/>
                  </a:lnTo>
                  <a:lnTo>
                    <a:pt x="2328524" y="5978612"/>
                  </a:lnTo>
                  <a:lnTo>
                    <a:pt x="2351586" y="5936831"/>
                  </a:lnTo>
                  <a:lnTo>
                    <a:pt x="2374235" y="5894627"/>
                  </a:lnTo>
                  <a:lnTo>
                    <a:pt x="2396466" y="5852006"/>
                  </a:lnTo>
                  <a:lnTo>
                    <a:pt x="2418275" y="5808973"/>
                  </a:lnTo>
                  <a:lnTo>
                    <a:pt x="2439656" y="5765533"/>
                  </a:lnTo>
                  <a:lnTo>
                    <a:pt x="2460605" y="5721692"/>
                  </a:lnTo>
                  <a:lnTo>
                    <a:pt x="2481118" y="5677455"/>
                  </a:lnTo>
                  <a:lnTo>
                    <a:pt x="2501190" y="5632826"/>
                  </a:lnTo>
                  <a:lnTo>
                    <a:pt x="2520817" y="5587813"/>
                  </a:lnTo>
                  <a:lnTo>
                    <a:pt x="2539993" y="5542419"/>
                  </a:lnTo>
                  <a:lnTo>
                    <a:pt x="2558715" y="5496650"/>
                  </a:lnTo>
                  <a:lnTo>
                    <a:pt x="2576978" y="5450511"/>
                  </a:lnTo>
                  <a:lnTo>
                    <a:pt x="2594776" y="5404009"/>
                  </a:lnTo>
                  <a:lnTo>
                    <a:pt x="2612107" y="5357147"/>
                  </a:lnTo>
                  <a:lnTo>
                    <a:pt x="2628964" y="5309932"/>
                  </a:lnTo>
                  <a:lnTo>
                    <a:pt x="2645344" y="5262369"/>
                  </a:lnTo>
                  <a:lnTo>
                    <a:pt x="2661242" y="5214462"/>
                  </a:lnTo>
                  <a:lnTo>
                    <a:pt x="2676653" y="5166218"/>
                  </a:lnTo>
                  <a:lnTo>
                    <a:pt x="2691573" y="5117642"/>
                  </a:lnTo>
                  <a:lnTo>
                    <a:pt x="2705997" y="5068738"/>
                  </a:lnTo>
                  <a:lnTo>
                    <a:pt x="2719920" y="5019513"/>
                  </a:lnTo>
                  <a:lnTo>
                    <a:pt x="2733339" y="4969972"/>
                  </a:lnTo>
                  <a:lnTo>
                    <a:pt x="2746248" y="4920119"/>
                  </a:lnTo>
                  <a:lnTo>
                    <a:pt x="2758643" y="4869961"/>
                  </a:lnTo>
                  <a:lnTo>
                    <a:pt x="2770519" y="4819502"/>
                  </a:lnTo>
                  <a:lnTo>
                    <a:pt x="2781872" y="4768748"/>
                  </a:lnTo>
                  <a:lnTo>
                    <a:pt x="2792697" y="4717705"/>
                  </a:lnTo>
                  <a:lnTo>
                    <a:pt x="2802990" y="4666376"/>
                  </a:lnTo>
                  <a:lnTo>
                    <a:pt x="2812746" y="4614769"/>
                  </a:lnTo>
                  <a:lnTo>
                    <a:pt x="2821960" y="4562888"/>
                  </a:lnTo>
                  <a:lnTo>
                    <a:pt x="2830628" y="4510738"/>
                  </a:lnTo>
                  <a:lnTo>
                    <a:pt x="2838746" y="4458325"/>
                  </a:lnTo>
                  <a:lnTo>
                    <a:pt x="2846308" y="4405654"/>
                  </a:lnTo>
                  <a:lnTo>
                    <a:pt x="2853310" y="4352731"/>
                  </a:lnTo>
                  <a:lnTo>
                    <a:pt x="2859748" y="4299560"/>
                  </a:lnTo>
                  <a:lnTo>
                    <a:pt x="2865617" y="4246147"/>
                  </a:lnTo>
                  <a:lnTo>
                    <a:pt x="2870912" y="4192498"/>
                  </a:lnTo>
                  <a:lnTo>
                    <a:pt x="2875629" y="4138617"/>
                  </a:lnTo>
                  <a:lnTo>
                    <a:pt x="2879763" y="4084511"/>
                  </a:lnTo>
                  <a:lnTo>
                    <a:pt x="2883311" y="4030183"/>
                  </a:lnTo>
                  <a:lnTo>
                    <a:pt x="2886266" y="3975641"/>
                  </a:lnTo>
                  <a:lnTo>
                    <a:pt x="2888625" y="3920888"/>
                  </a:lnTo>
                  <a:lnTo>
                    <a:pt x="2890382" y="3865930"/>
                  </a:lnTo>
                  <a:lnTo>
                    <a:pt x="2891534" y="3810774"/>
                  </a:lnTo>
                  <a:lnTo>
                    <a:pt x="2892059" y="3756091"/>
                  </a:lnTo>
                  <a:lnTo>
                    <a:pt x="2891953" y="3701587"/>
                  </a:lnTo>
                  <a:lnTo>
                    <a:pt x="2891223" y="3647266"/>
                  </a:lnTo>
                  <a:lnTo>
                    <a:pt x="2889872" y="3593135"/>
                  </a:lnTo>
                  <a:lnTo>
                    <a:pt x="2887906" y="3539198"/>
                  </a:lnTo>
                  <a:lnTo>
                    <a:pt x="2885330" y="3485461"/>
                  </a:lnTo>
                  <a:lnTo>
                    <a:pt x="2882148" y="3431929"/>
                  </a:lnTo>
                  <a:lnTo>
                    <a:pt x="2878364" y="3378608"/>
                  </a:lnTo>
                  <a:lnTo>
                    <a:pt x="2873985" y="3325501"/>
                  </a:lnTo>
                  <a:lnTo>
                    <a:pt x="2869015" y="3272616"/>
                  </a:lnTo>
                  <a:lnTo>
                    <a:pt x="2863458" y="3219957"/>
                  </a:lnTo>
                  <a:lnTo>
                    <a:pt x="2857320" y="3167529"/>
                  </a:lnTo>
                  <a:lnTo>
                    <a:pt x="2850604" y="3115339"/>
                  </a:lnTo>
                  <a:lnTo>
                    <a:pt x="2843317" y="3063390"/>
                  </a:lnTo>
                  <a:lnTo>
                    <a:pt x="2835462" y="3011688"/>
                  </a:lnTo>
                  <a:lnTo>
                    <a:pt x="2827045" y="2960240"/>
                  </a:lnTo>
                  <a:lnTo>
                    <a:pt x="2818071" y="2909049"/>
                  </a:lnTo>
                  <a:lnTo>
                    <a:pt x="2808543" y="2858121"/>
                  </a:lnTo>
                  <a:lnTo>
                    <a:pt x="2798468" y="2807462"/>
                  </a:lnTo>
                  <a:lnTo>
                    <a:pt x="2787849" y="2757077"/>
                  </a:lnTo>
                  <a:lnTo>
                    <a:pt x="2776693" y="2706971"/>
                  </a:lnTo>
                  <a:lnTo>
                    <a:pt x="2765002" y="2657149"/>
                  </a:lnTo>
                  <a:lnTo>
                    <a:pt x="2752783" y="2607617"/>
                  </a:lnTo>
                  <a:lnTo>
                    <a:pt x="2740040" y="2558380"/>
                  </a:lnTo>
                  <a:lnTo>
                    <a:pt x="2726778" y="2509444"/>
                  </a:lnTo>
                  <a:lnTo>
                    <a:pt x="2713001" y="2460813"/>
                  </a:lnTo>
                  <a:lnTo>
                    <a:pt x="2698715" y="2412493"/>
                  </a:lnTo>
                  <a:lnTo>
                    <a:pt x="2683925" y="2364489"/>
                  </a:lnTo>
                  <a:lnTo>
                    <a:pt x="2668634" y="2316806"/>
                  </a:lnTo>
                  <a:lnTo>
                    <a:pt x="2652848" y="2269451"/>
                  </a:lnTo>
                  <a:lnTo>
                    <a:pt x="2636573" y="2222427"/>
                  </a:lnTo>
                  <a:lnTo>
                    <a:pt x="2619811" y="2175741"/>
                  </a:lnTo>
                  <a:lnTo>
                    <a:pt x="2602569" y="2129397"/>
                  </a:lnTo>
                  <a:lnTo>
                    <a:pt x="2584852" y="2083402"/>
                  </a:lnTo>
                  <a:lnTo>
                    <a:pt x="2566663" y="2037759"/>
                  </a:lnTo>
                  <a:lnTo>
                    <a:pt x="2548008" y="1992475"/>
                  </a:lnTo>
                  <a:lnTo>
                    <a:pt x="2528892" y="1947555"/>
                  </a:lnTo>
                  <a:lnTo>
                    <a:pt x="2509319" y="1903005"/>
                  </a:lnTo>
                  <a:lnTo>
                    <a:pt x="2489294" y="1858828"/>
                  </a:lnTo>
                  <a:lnTo>
                    <a:pt x="2468823" y="1815031"/>
                  </a:lnTo>
                  <a:lnTo>
                    <a:pt x="2447909" y="1771620"/>
                  </a:lnTo>
                  <a:lnTo>
                    <a:pt x="2426558" y="1728598"/>
                  </a:lnTo>
                  <a:lnTo>
                    <a:pt x="2404774" y="1685973"/>
                  </a:lnTo>
                  <a:lnTo>
                    <a:pt x="2382563" y="1643748"/>
                  </a:lnTo>
                  <a:lnTo>
                    <a:pt x="2359929" y="1601929"/>
                  </a:lnTo>
                  <a:lnTo>
                    <a:pt x="2336877" y="1560522"/>
                  </a:lnTo>
                  <a:lnTo>
                    <a:pt x="2313411" y="1519531"/>
                  </a:lnTo>
                  <a:lnTo>
                    <a:pt x="2289537" y="1478963"/>
                  </a:lnTo>
                  <a:lnTo>
                    <a:pt x="2265259" y="1438822"/>
                  </a:lnTo>
                  <a:lnTo>
                    <a:pt x="2240583" y="1399114"/>
                  </a:lnTo>
                  <a:lnTo>
                    <a:pt x="2215512" y="1359843"/>
                  </a:lnTo>
                  <a:lnTo>
                    <a:pt x="2190052" y="1321016"/>
                  </a:lnTo>
                  <a:lnTo>
                    <a:pt x="2164208" y="1282638"/>
                  </a:lnTo>
                  <a:lnTo>
                    <a:pt x="2137984" y="1244713"/>
                  </a:lnTo>
                  <a:lnTo>
                    <a:pt x="2111386" y="1207248"/>
                  </a:lnTo>
                  <a:lnTo>
                    <a:pt x="2084417" y="1170246"/>
                  </a:lnTo>
                  <a:lnTo>
                    <a:pt x="2057083" y="1133715"/>
                  </a:lnTo>
                  <a:lnTo>
                    <a:pt x="2029389" y="1097659"/>
                  </a:lnTo>
                  <a:lnTo>
                    <a:pt x="2001340" y="1062083"/>
                  </a:lnTo>
                  <a:lnTo>
                    <a:pt x="1972939" y="1026992"/>
                  </a:lnTo>
                  <a:lnTo>
                    <a:pt x="1944193" y="992393"/>
                  </a:lnTo>
                  <a:lnTo>
                    <a:pt x="1915106" y="958289"/>
                  </a:lnTo>
                  <a:lnTo>
                    <a:pt x="1885682" y="924687"/>
                  </a:lnTo>
                  <a:lnTo>
                    <a:pt x="1855927" y="891592"/>
                  </a:lnTo>
                  <a:lnTo>
                    <a:pt x="1825845" y="859009"/>
                  </a:lnTo>
                  <a:lnTo>
                    <a:pt x="1795441" y="826944"/>
                  </a:lnTo>
                  <a:lnTo>
                    <a:pt x="1764720" y="795401"/>
                  </a:lnTo>
                  <a:lnTo>
                    <a:pt x="1733687" y="764386"/>
                  </a:lnTo>
                  <a:lnTo>
                    <a:pt x="1702346" y="733904"/>
                  </a:lnTo>
                  <a:lnTo>
                    <a:pt x="1670703" y="703961"/>
                  </a:lnTo>
                  <a:lnTo>
                    <a:pt x="1638762" y="674561"/>
                  </a:lnTo>
                  <a:lnTo>
                    <a:pt x="1606528" y="645711"/>
                  </a:lnTo>
                  <a:lnTo>
                    <a:pt x="1574006" y="617416"/>
                  </a:lnTo>
                  <a:lnTo>
                    <a:pt x="1541200" y="589680"/>
                  </a:lnTo>
                  <a:lnTo>
                    <a:pt x="1508116" y="562509"/>
                  </a:lnTo>
                  <a:lnTo>
                    <a:pt x="1474758" y="535908"/>
                  </a:lnTo>
                  <a:lnTo>
                    <a:pt x="1441131" y="509883"/>
                  </a:lnTo>
                  <a:lnTo>
                    <a:pt x="1407240" y="484439"/>
                  </a:lnTo>
                  <a:lnTo>
                    <a:pt x="1373089" y="459581"/>
                  </a:lnTo>
                  <a:lnTo>
                    <a:pt x="1338684" y="435314"/>
                  </a:lnTo>
                  <a:lnTo>
                    <a:pt x="1304030" y="411645"/>
                  </a:lnTo>
                  <a:lnTo>
                    <a:pt x="1269130" y="388577"/>
                  </a:lnTo>
                  <a:lnTo>
                    <a:pt x="1233990" y="366117"/>
                  </a:lnTo>
                  <a:lnTo>
                    <a:pt x="1198615" y="344270"/>
                  </a:lnTo>
                  <a:lnTo>
                    <a:pt x="1163010" y="323040"/>
                  </a:lnTo>
                  <a:lnTo>
                    <a:pt x="1127179" y="302434"/>
                  </a:lnTo>
                  <a:lnTo>
                    <a:pt x="1091127" y="282456"/>
                  </a:lnTo>
                  <a:lnTo>
                    <a:pt x="1054859" y="263112"/>
                  </a:lnTo>
                  <a:lnTo>
                    <a:pt x="1018380" y="244408"/>
                  </a:lnTo>
                  <a:lnTo>
                    <a:pt x="981694" y="226347"/>
                  </a:lnTo>
                  <a:lnTo>
                    <a:pt x="944807" y="208937"/>
                  </a:lnTo>
                  <a:lnTo>
                    <a:pt x="907723" y="192181"/>
                  </a:lnTo>
                  <a:lnTo>
                    <a:pt x="870447" y="176086"/>
                  </a:lnTo>
                  <a:lnTo>
                    <a:pt x="832983" y="160657"/>
                  </a:lnTo>
                  <a:lnTo>
                    <a:pt x="795338" y="145898"/>
                  </a:lnTo>
                  <a:lnTo>
                    <a:pt x="757515" y="131816"/>
                  </a:lnTo>
                  <a:lnTo>
                    <a:pt x="719519" y="118415"/>
                  </a:lnTo>
                  <a:lnTo>
                    <a:pt x="681355" y="105701"/>
                  </a:lnTo>
                  <a:lnTo>
                    <a:pt x="643028" y="93678"/>
                  </a:lnTo>
                  <a:lnTo>
                    <a:pt x="604543" y="82354"/>
                  </a:lnTo>
                  <a:lnTo>
                    <a:pt x="565904" y="71732"/>
                  </a:lnTo>
                  <a:lnTo>
                    <a:pt x="527117" y="61818"/>
                  </a:lnTo>
                  <a:lnTo>
                    <a:pt x="488185" y="52617"/>
                  </a:lnTo>
                  <a:lnTo>
                    <a:pt x="449115" y="44135"/>
                  </a:lnTo>
                  <a:lnTo>
                    <a:pt x="409910" y="36377"/>
                  </a:lnTo>
                  <a:lnTo>
                    <a:pt x="370576" y="29348"/>
                  </a:lnTo>
                  <a:lnTo>
                    <a:pt x="331117" y="23053"/>
                  </a:lnTo>
                  <a:lnTo>
                    <a:pt x="291539" y="17498"/>
                  </a:lnTo>
                  <a:lnTo>
                    <a:pt x="251845" y="12688"/>
                  </a:lnTo>
                  <a:lnTo>
                    <a:pt x="212041" y="8629"/>
                  </a:lnTo>
                  <a:lnTo>
                    <a:pt x="172132" y="5325"/>
                  </a:lnTo>
                  <a:lnTo>
                    <a:pt x="132122" y="2782"/>
                  </a:lnTo>
                  <a:lnTo>
                    <a:pt x="92016" y="1005"/>
                  </a:lnTo>
                  <a:lnTo>
                    <a:pt x="51820" y="0"/>
                  </a:lnTo>
                  <a:lnTo>
                    <a:pt x="0" y="7536744"/>
                  </a:lnTo>
                  <a:close/>
                </a:path>
              </a:pathLst>
            </a:custGeom>
            <a:ln w="20941">
              <a:solidFill>
                <a:schemeClr val="accent3"/>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66542ADF-D23E-FE42-B86E-A1B41A84840E}"/>
                </a:ext>
              </a:extLst>
            </p:cNvPr>
            <p:cNvSpPr/>
            <p:nvPr userDrawn="1"/>
          </p:nvSpPr>
          <p:spPr>
            <a:xfrm>
              <a:off x="3533989" y="2270298"/>
              <a:ext cx="2277745" cy="4131945"/>
            </a:xfrm>
            <a:custGeom>
              <a:avLst/>
              <a:gdLst/>
              <a:ahLst/>
              <a:cxnLst/>
              <a:rect l="l" t="t" r="r" b="b"/>
              <a:pathLst>
                <a:path w="2277745" h="4131945">
                  <a:moveTo>
                    <a:pt x="2277742" y="0"/>
                  </a:moveTo>
                  <a:lnTo>
                    <a:pt x="2226876" y="504"/>
                  </a:lnTo>
                  <a:lnTo>
                    <a:pt x="2176282" y="2012"/>
                  </a:lnTo>
                  <a:lnTo>
                    <a:pt x="2125973" y="4513"/>
                  </a:lnTo>
                  <a:lnTo>
                    <a:pt x="2075959" y="7995"/>
                  </a:lnTo>
                  <a:lnTo>
                    <a:pt x="2026253" y="12448"/>
                  </a:lnTo>
                  <a:lnTo>
                    <a:pt x="1976865" y="17863"/>
                  </a:lnTo>
                  <a:lnTo>
                    <a:pt x="1927808" y="24228"/>
                  </a:lnTo>
                  <a:lnTo>
                    <a:pt x="1879093" y="31533"/>
                  </a:lnTo>
                  <a:lnTo>
                    <a:pt x="1830731" y="39767"/>
                  </a:lnTo>
                  <a:lnTo>
                    <a:pt x="1782735" y="48920"/>
                  </a:lnTo>
                  <a:lnTo>
                    <a:pt x="1735115" y="58982"/>
                  </a:lnTo>
                  <a:lnTo>
                    <a:pt x="1687883" y="69941"/>
                  </a:lnTo>
                  <a:lnTo>
                    <a:pt x="1641052" y="81788"/>
                  </a:lnTo>
                  <a:lnTo>
                    <a:pt x="1594631" y="94512"/>
                  </a:lnTo>
                  <a:lnTo>
                    <a:pt x="1548634" y="108103"/>
                  </a:lnTo>
                  <a:lnTo>
                    <a:pt x="1503071" y="122549"/>
                  </a:lnTo>
                  <a:lnTo>
                    <a:pt x="1457955" y="137841"/>
                  </a:lnTo>
                  <a:lnTo>
                    <a:pt x="1413296" y="153968"/>
                  </a:lnTo>
                  <a:lnTo>
                    <a:pt x="1369106" y="170919"/>
                  </a:lnTo>
                  <a:lnTo>
                    <a:pt x="1325398" y="188684"/>
                  </a:lnTo>
                  <a:lnTo>
                    <a:pt x="1282181" y="207253"/>
                  </a:lnTo>
                  <a:lnTo>
                    <a:pt x="1239469" y="226615"/>
                  </a:lnTo>
                  <a:lnTo>
                    <a:pt x="1197273" y="246759"/>
                  </a:lnTo>
                  <a:lnTo>
                    <a:pt x="1155603" y="267675"/>
                  </a:lnTo>
                  <a:lnTo>
                    <a:pt x="1114472" y="289353"/>
                  </a:lnTo>
                  <a:lnTo>
                    <a:pt x="1073892" y="311781"/>
                  </a:lnTo>
                  <a:lnTo>
                    <a:pt x="1033873" y="334951"/>
                  </a:lnTo>
                  <a:lnTo>
                    <a:pt x="994428" y="358850"/>
                  </a:lnTo>
                  <a:lnTo>
                    <a:pt x="955567" y="383468"/>
                  </a:lnTo>
                  <a:lnTo>
                    <a:pt x="917304" y="408796"/>
                  </a:lnTo>
                  <a:lnTo>
                    <a:pt x="879648" y="434822"/>
                  </a:lnTo>
                  <a:lnTo>
                    <a:pt x="842613" y="461537"/>
                  </a:lnTo>
                  <a:lnTo>
                    <a:pt x="806208" y="488928"/>
                  </a:lnTo>
                  <a:lnTo>
                    <a:pt x="770447" y="516987"/>
                  </a:lnTo>
                  <a:lnTo>
                    <a:pt x="735340" y="545703"/>
                  </a:lnTo>
                  <a:lnTo>
                    <a:pt x="700898" y="575064"/>
                  </a:lnTo>
                  <a:lnTo>
                    <a:pt x="667135" y="605061"/>
                  </a:lnTo>
                  <a:lnTo>
                    <a:pt x="634061" y="635683"/>
                  </a:lnTo>
                  <a:lnTo>
                    <a:pt x="601687" y="666919"/>
                  </a:lnTo>
                  <a:lnTo>
                    <a:pt x="570026" y="698760"/>
                  </a:lnTo>
                  <a:lnTo>
                    <a:pt x="539088" y="731194"/>
                  </a:lnTo>
                  <a:lnTo>
                    <a:pt x="508886" y="764211"/>
                  </a:lnTo>
                  <a:lnTo>
                    <a:pt x="479432" y="797801"/>
                  </a:lnTo>
                  <a:lnTo>
                    <a:pt x="450735" y="831953"/>
                  </a:lnTo>
                  <a:lnTo>
                    <a:pt x="422809" y="866656"/>
                  </a:lnTo>
                  <a:lnTo>
                    <a:pt x="395665" y="901901"/>
                  </a:lnTo>
                  <a:lnTo>
                    <a:pt x="369314" y="937676"/>
                  </a:lnTo>
                  <a:lnTo>
                    <a:pt x="343768" y="973971"/>
                  </a:lnTo>
                  <a:lnTo>
                    <a:pt x="319038" y="1010776"/>
                  </a:lnTo>
                  <a:lnTo>
                    <a:pt x="295136" y="1048080"/>
                  </a:lnTo>
                  <a:lnTo>
                    <a:pt x="272074" y="1085872"/>
                  </a:lnTo>
                  <a:lnTo>
                    <a:pt x="249864" y="1124143"/>
                  </a:lnTo>
                  <a:lnTo>
                    <a:pt x="228515" y="1162881"/>
                  </a:lnTo>
                  <a:lnTo>
                    <a:pt x="208042" y="1202076"/>
                  </a:lnTo>
                  <a:lnTo>
                    <a:pt x="188454" y="1241718"/>
                  </a:lnTo>
                  <a:lnTo>
                    <a:pt x="169764" y="1281796"/>
                  </a:lnTo>
                  <a:lnTo>
                    <a:pt x="151982" y="1322300"/>
                  </a:lnTo>
                  <a:lnTo>
                    <a:pt x="135122" y="1363218"/>
                  </a:lnTo>
                  <a:lnTo>
                    <a:pt x="119193" y="1404542"/>
                  </a:lnTo>
                  <a:lnTo>
                    <a:pt x="104208" y="1446259"/>
                  </a:lnTo>
                  <a:lnTo>
                    <a:pt x="90179" y="1488360"/>
                  </a:lnTo>
                  <a:lnTo>
                    <a:pt x="77117" y="1530835"/>
                  </a:lnTo>
                  <a:lnTo>
                    <a:pt x="65033" y="1573672"/>
                  </a:lnTo>
                  <a:lnTo>
                    <a:pt x="53939" y="1616861"/>
                  </a:lnTo>
                  <a:lnTo>
                    <a:pt x="43847" y="1660391"/>
                  </a:lnTo>
                  <a:lnTo>
                    <a:pt x="34768" y="1704253"/>
                  </a:lnTo>
                  <a:lnTo>
                    <a:pt x="26713" y="1748436"/>
                  </a:lnTo>
                  <a:lnTo>
                    <a:pt x="19695" y="1792929"/>
                  </a:lnTo>
                  <a:lnTo>
                    <a:pt x="13725" y="1837721"/>
                  </a:lnTo>
                  <a:lnTo>
                    <a:pt x="8815" y="1882803"/>
                  </a:lnTo>
                  <a:lnTo>
                    <a:pt x="4976" y="1928163"/>
                  </a:lnTo>
                  <a:lnTo>
                    <a:pt x="2219" y="1973791"/>
                  </a:lnTo>
                  <a:lnTo>
                    <a:pt x="556" y="2019678"/>
                  </a:lnTo>
                  <a:lnTo>
                    <a:pt x="0" y="2065811"/>
                  </a:lnTo>
                  <a:lnTo>
                    <a:pt x="556" y="2111944"/>
                  </a:lnTo>
                  <a:lnTo>
                    <a:pt x="2219" y="2157830"/>
                  </a:lnTo>
                  <a:lnTo>
                    <a:pt x="4976" y="2203459"/>
                  </a:lnTo>
                  <a:lnTo>
                    <a:pt x="8815" y="2248819"/>
                  </a:lnTo>
                  <a:lnTo>
                    <a:pt x="13725" y="2293901"/>
                  </a:lnTo>
                  <a:lnTo>
                    <a:pt x="19695" y="2338693"/>
                  </a:lnTo>
                  <a:lnTo>
                    <a:pt x="26713" y="2383186"/>
                  </a:lnTo>
                  <a:lnTo>
                    <a:pt x="34768" y="2427369"/>
                  </a:lnTo>
                  <a:lnTo>
                    <a:pt x="43847" y="2471230"/>
                  </a:lnTo>
                  <a:lnTo>
                    <a:pt x="53939" y="2514761"/>
                  </a:lnTo>
                  <a:lnTo>
                    <a:pt x="65033" y="2557950"/>
                  </a:lnTo>
                  <a:lnTo>
                    <a:pt x="77117" y="2600787"/>
                  </a:lnTo>
                  <a:lnTo>
                    <a:pt x="90179" y="2643262"/>
                  </a:lnTo>
                  <a:lnTo>
                    <a:pt x="104208" y="2685363"/>
                  </a:lnTo>
                  <a:lnTo>
                    <a:pt x="119193" y="2727080"/>
                  </a:lnTo>
                  <a:lnTo>
                    <a:pt x="135122" y="2768404"/>
                  </a:lnTo>
                  <a:lnTo>
                    <a:pt x="151982" y="2809322"/>
                  </a:lnTo>
                  <a:lnTo>
                    <a:pt x="169764" y="2849826"/>
                  </a:lnTo>
                  <a:lnTo>
                    <a:pt x="188454" y="2889904"/>
                  </a:lnTo>
                  <a:lnTo>
                    <a:pt x="208042" y="2929546"/>
                  </a:lnTo>
                  <a:lnTo>
                    <a:pt x="228515" y="2968741"/>
                  </a:lnTo>
                  <a:lnTo>
                    <a:pt x="249864" y="3007479"/>
                  </a:lnTo>
                  <a:lnTo>
                    <a:pt x="272074" y="3045750"/>
                  </a:lnTo>
                  <a:lnTo>
                    <a:pt x="295136" y="3083542"/>
                  </a:lnTo>
                  <a:lnTo>
                    <a:pt x="319038" y="3120846"/>
                  </a:lnTo>
                  <a:lnTo>
                    <a:pt x="343768" y="3157651"/>
                  </a:lnTo>
                  <a:lnTo>
                    <a:pt x="369314" y="3193946"/>
                  </a:lnTo>
                  <a:lnTo>
                    <a:pt x="395665" y="3229721"/>
                  </a:lnTo>
                  <a:lnTo>
                    <a:pt x="422809" y="3264966"/>
                  </a:lnTo>
                  <a:lnTo>
                    <a:pt x="450735" y="3299669"/>
                  </a:lnTo>
                  <a:lnTo>
                    <a:pt x="479432" y="3333821"/>
                  </a:lnTo>
                  <a:lnTo>
                    <a:pt x="508886" y="3367411"/>
                  </a:lnTo>
                  <a:lnTo>
                    <a:pt x="539088" y="3400428"/>
                  </a:lnTo>
                  <a:lnTo>
                    <a:pt x="570026" y="3432862"/>
                  </a:lnTo>
                  <a:lnTo>
                    <a:pt x="601687" y="3464702"/>
                  </a:lnTo>
                  <a:lnTo>
                    <a:pt x="634061" y="3495939"/>
                  </a:lnTo>
                  <a:lnTo>
                    <a:pt x="667135" y="3526561"/>
                  </a:lnTo>
                  <a:lnTo>
                    <a:pt x="700898" y="3556558"/>
                  </a:lnTo>
                  <a:lnTo>
                    <a:pt x="735340" y="3585919"/>
                  </a:lnTo>
                  <a:lnTo>
                    <a:pt x="770447" y="3614635"/>
                  </a:lnTo>
                  <a:lnTo>
                    <a:pt x="806208" y="3642693"/>
                  </a:lnTo>
                  <a:lnTo>
                    <a:pt x="842613" y="3670085"/>
                  </a:lnTo>
                  <a:lnTo>
                    <a:pt x="879648" y="3696799"/>
                  </a:lnTo>
                  <a:lnTo>
                    <a:pt x="917304" y="3722826"/>
                  </a:lnTo>
                  <a:lnTo>
                    <a:pt x="955567" y="3748153"/>
                  </a:lnTo>
                  <a:lnTo>
                    <a:pt x="994428" y="3772772"/>
                  </a:lnTo>
                  <a:lnTo>
                    <a:pt x="1033873" y="3796671"/>
                  </a:lnTo>
                  <a:lnTo>
                    <a:pt x="1073892" y="3819840"/>
                  </a:lnTo>
                  <a:lnTo>
                    <a:pt x="1114472" y="3842269"/>
                  </a:lnTo>
                  <a:lnTo>
                    <a:pt x="1155603" y="3863947"/>
                  </a:lnTo>
                  <a:lnTo>
                    <a:pt x="1197273" y="3884863"/>
                  </a:lnTo>
                  <a:lnTo>
                    <a:pt x="1239469" y="3905007"/>
                  </a:lnTo>
                  <a:lnTo>
                    <a:pt x="1282181" y="3924369"/>
                  </a:lnTo>
                  <a:lnTo>
                    <a:pt x="1325398" y="3942938"/>
                  </a:lnTo>
                  <a:lnTo>
                    <a:pt x="1369106" y="3960703"/>
                  </a:lnTo>
                  <a:lnTo>
                    <a:pt x="1413296" y="3977654"/>
                  </a:lnTo>
                  <a:lnTo>
                    <a:pt x="1457955" y="3993781"/>
                  </a:lnTo>
                  <a:lnTo>
                    <a:pt x="1503071" y="4009073"/>
                  </a:lnTo>
                  <a:lnTo>
                    <a:pt x="1548634" y="4023519"/>
                  </a:lnTo>
                  <a:lnTo>
                    <a:pt x="1594631" y="4037110"/>
                  </a:lnTo>
                  <a:lnTo>
                    <a:pt x="1641052" y="4049834"/>
                  </a:lnTo>
                  <a:lnTo>
                    <a:pt x="1687883" y="4061681"/>
                  </a:lnTo>
                  <a:lnTo>
                    <a:pt x="1735115" y="4072640"/>
                  </a:lnTo>
                  <a:lnTo>
                    <a:pt x="1782735" y="4082702"/>
                  </a:lnTo>
                  <a:lnTo>
                    <a:pt x="1830731" y="4091855"/>
                  </a:lnTo>
                  <a:lnTo>
                    <a:pt x="1879093" y="4100089"/>
                  </a:lnTo>
                  <a:lnTo>
                    <a:pt x="1927808" y="4107394"/>
                  </a:lnTo>
                  <a:lnTo>
                    <a:pt x="1976865" y="4113759"/>
                  </a:lnTo>
                  <a:lnTo>
                    <a:pt x="2026253" y="4119174"/>
                  </a:lnTo>
                  <a:lnTo>
                    <a:pt x="2075959" y="4123627"/>
                  </a:lnTo>
                  <a:lnTo>
                    <a:pt x="2125973" y="4127109"/>
                  </a:lnTo>
                  <a:lnTo>
                    <a:pt x="2176282" y="4129610"/>
                  </a:lnTo>
                  <a:lnTo>
                    <a:pt x="2226876" y="4131117"/>
                  </a:lnTo>
                  <a:lnTo>
                    <a:pt x="2277742" y="4131622"/>
                  </a:lnTo>
                  <a:lnTo>
                    <a:pt x="2277742" y="0"/>
                  </a:lnTo>
                  <a:close/>
                </a:path>
              </a:pathLst>
            </a:custGeom>
            <a:ln w="20941">
              <a:solidFill>
                <a:schemeClr val="accent3"/>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C92A7DE2-727F-4847-B689-5DA66AEE66F8}"/>
                </a:ext>
              </a:extLst>
            </p:cNvPr>
            <p:cNvSpPr/>
            <p:nvPr userDrawn="1"/>
          </p:nvSpPr>
          <p:spPr>
            <a:xfrm>
              <a:off x="3903653" y="7500893"/>
              <a:ext cx="1831975" cy="1831975"/>
            </a:xfrm>
            <a:custGeom>
              <a:avLst/>
              <a:gdLst/>
              <a:ahLst/>
              <a:cxnLst/>
              <a:rect l="l" t="t" r="r" b="b"/>
              <a:pathLst>
                <a:path w="1831975" h="1831975">
                  <a:moveTo>
                    <a:pt x="0" y="915972"/>
                  </a:moveTo>
                  <a:lnTo>
                    <a:pt x="1269" y="867325"/>
                  </a:lnTo>
                  <a:lnTo>
                    <a:pt x="5036" y="819340"/>
                  </a:lnTo>
                  <a:lnTo>
                    <a:pt x="11237" y="772079"/>
                  </a:lnTo>
                  <a:lnTo>
                    <a:pt x="19809" y="725607"/>
                  </a:lnTo>
                  <a:lnTo>
                    <a:pt x="30688" y="679985"/>
                  </a:lnTo>
                  <a:lnTo>
                    <a:pt x="43811" y="635279"/>
                  </a:lnTo>
                  <a:lnTo>
                    <a:pt x="59115" y="591550"/>
                  </a:lnTo>
                  <a:lnTo>
                    <a:pt x="76536" y="548862"/>
                  </a:lnTo>
                  <a:lnTo>
                    <a:pt x="96011" y="507279"/>
                  </a:lnTo>
                  <a:lnTo>
                    <a:pt x="117477" y="466863"/>
                  </a:lnTo>
                  <a:lnTo>
                    <a:pt x="140871" y="427679"/>
                  </a:lnTo>
                  <a:lnTo>
                    <a:pt x="166128" y="389789"/>
                  </a:lnTo>
                  <a:lnTo>
                    <a:pt x="193187" y="353256"/>
                  </a:lnTo>
                  <a:lnTo>
                    <a:pt x="221983" y="318145"/>
                  </a:lnTo>
                  <a:lnTo>
                    <a:pt x="252453" y="284518"/>
                  </a:lnTo>
                  <a:lnTo>
                    <a:pt x="284534" y="252438"/>
                  </a:lnTo>
                  <a:lnTo>
                    <a:pt x="318163" y="221970"/>
                  </a:lnTo>
                  <a:lnTo>
                    <a:pt x="353276" y="193175"/>
                  </a:lnTo>
                  <a:lnTo>
                    <a:pt x="389810" y="166118"/>
                  </a:lnTo>
                  <a:lnTo>
                    <a:pt x="427701" y="140862"/>
                  </a:lnTo>
                  <a:lnTo>
                    <a:pt x="466887" y="117470"/>
                  </a:lnTo>
                  <a:lnTo>
                    <a:pt x="507304" y="96005"/>
                  </a:lnTo>
                  <a:lnTo>
                    <a:pt x="548888" y="76531"/>
                  </a:lnTo>
                  <a:lnTo>
                    <a:pt x="591577" y="59111"/>
                  </a:lnTo>
                  <a:lnTo>
                    <a:pt x="635307" y="43808"/>
                  </a:lnTo>
                  <a:lnTo>
                    <a:pt x="680015" y="30686"/>
                  </a:lnTo>
                  <a:lnTo>
                    <a:pt x="725637" y="19808"/>
                  </a:lnTo>
                  <a:lnTo>
                    <a:pt x="772110" y="11236"/>
                  </a:lnTo>
                  <a:lnTo>
                    <a:pt x="819371" y="5036"/>
                  </a:lnTo>
                  <a:lnTo>
                    <a:pt x="867356" y="1269"/>
                  </a:lnTo>
                  <a:lnTo>
                    <a:pt x="916003" y="0"/>
                  </a:lnTo>
                  <a:lnTo>
                    <a:pt x="964649" y="1269"/>
                  </a:lnTo>
                  <a:lnTo>
                    <a:pt x="1012633" y="5036"/>
                  </a:lnTo>
                  <a:lnTo>
                    <a:pt x="1059892" y="11236"/>
                  </a:lnTo>
                  <a:lnTo>
                    <a:pt x="1106364" y="19808"/>
                  </a:lnTo>
                  <a:lnTo>
                    <a:pt x="1151984" y="30686"/>
                  </a:lnTo>
                  <a:lnTo>
                    <a:pt x="1196690" y="43808"/>
                  </a:lnTo>
                  <a:lnTo>
                    <a:pt x="1240418" y="59111"/>
                  </a:lnTo>
                  <a:lnTo>
                    <a:pt x="1283105" y="76531"/>
                  </a:lnTo>
                  <a:lnTo>
                    <a:pt x="1324687" y="96005"/>
                  </a:lnTo>
                  <a:lnTo>
                    <a:pt x="1365102" y="117470"/>
                  </a:lnTo>
                  <a:lnTo>
                    <a:pt x="1404285" y="140862"/>
                  </a:lnTo>
                  <a:lnTo>
                    <a:pt x="1442174" y="166118"/>
                  </a:lnTo>
                  <a:lnTo>
                    <a:pt x="1478706" y="193175"/>
                  </a:lnTo>
                  <a:lnTo>
                    <a:pt x="1513816" y="221970"/>
                  </a:lnTo>
                  <a:lnTo>
                    <a:pt x="1547443" y="252438"/>
                  </a:lnTo>
                  <a:lnTo>
                    <a:pt x="1579522" y="284518"/>
                  </a:lnTo>
                  <a:lnTo>
                    <a:pt x="1609990" y="318145"/>
                  </a:lnTo>
                  <a:lnTo>
                    <a:pt x="1638783" y="353256"/>
                  </a:lnTo>
                  <a:lnTo>
                    <a:pt x="1665840" y="389789"/>
                  </a:lnTo>
                  <a:lnTo>
                    <a:pt x="1691095" y="427679"/>
                  </a:lnTo>
                  <a:lnTo>
                    <a:pt x="1714487" y="466863"/>
                  </a:lnTo>
                  <a:lnTo>
                    <a:pt x="1735951" y="507279"/>
                  </a:lnTo>
                  <a:lnTo>
                    <a:pt x="1755425" y="548862"/>
                  </a:lnTo>
                  <a:lnTo>
                    <a:pt x="1772844" y="591550"/>
                  </a:lnTo>
                  <a:lnTo>
                    <a:pt x="1788147" y="635279"/>
                  </a:lnTo>
                  <a:lnTo>
                    <a:pt x="1801269" y="679985"/>
                  </a:lnTo>
                  <a:lnTo>
                    <a:pt x="1812147" y="725607"/>
                  </a:lnTo>
                  <a:lnTo>
                    <a:pt x="1820717" y="772079"/>
                  </a:lnTo>
                  <a:lnTo>
                    <a:pt x="1826918" y="819340"/>
                  </a:lnTo>
                  <a:lnTo>
                    <a:pt x="1830685" y="867325"/>
                  </a:lnTo>
                  <a:lnTo>
                    <a:pt x="1831954" y="915972"/>
                  </a:lnTo>
                  <a:lnTo>
                    <a:pt x="1830685" y="964618"/>
                  </a:lnTo>
                  <a:lnTo>
                    <a:pt x="1826918" y="1012603"/>
                  </a:lnTo>
                  <a:lnTo>
                    <a:pt x="1820717" y="1059864"/>
                  </a:lnTo>
                  <a:lnTo>
                    <a:pt x="1812147" y="1106336"/>
                  </a:lnTo>
                  <a:lnTo>
                    <a:pt x="1801269" y="1151958"/>
                  </a:lnTo>
                  <a:lnTo>
                    <a:pt x="1788147" y="1196665"/>
                  </a:lnTo>
                  <a:lnTo>
                    <a:pt x="1772844" y="1240393"/>
                  </a:lnTo>
                  <a:lnTo>
                    <a:pt x="1755425" y="1283081"/>
                  </a:lnTo>
                  <a:lnTo>
                    <a:pt x="1735951" y="1324664"/>
                  </a:lnTo>
                  <a:lnTo>
                    <a:pt x="1714487" y="1365080"/>
                  </a:lnTo>
                  <a:lnTo>
                    <a:pt x="1691095" y="1404264"/>
                  </a:lnTo>
                  <a:lnTo>
                    <a:pt x="1665840" y="1442154"/>
                  </a:lnTo>
                  <a:lnTo>
                    <a:pt x="1638783" y="1478687"/>
                  </a:lnTo>
                  <a:lnTo>
                    <a:pt x="1609990" y="1513798"/>
                  </a:lnTo>
                  <a:lnTo>
                    <a:pt x="1579522" y="1547425"/>
                  </a:lnTo>
                  <a:lnTo>
                    <a:pt x="1547443" y="1579505"/>
                  </a:lnTo>
                  <a:lnTo>
                    <a:pt x="1513816" y="1609974"/>
                  </a:lnTo>
                  <a:lnTo>
                    <a:pt x="1478706" y="1638768"/>
                  </a:lnTo>
                  <a:lnTo>
                    <a:pt x="1442174" y="1665825"/>
                  </a:lnTo>
                  <a:lnTo>
                    <a:pt x="1404285" y="1691081"/>
                  </a:lnTo>
                  <a:lnTo>
                    <a:pt x="1365102" y="1714474"/>
                  </a:lnTo>
                  <a:lnTo>
                    <a:pt x="1324687" y="1735938"/>
                  </a:lnTo>
                  <a:lnTo>
                    <a:pt x="1283105" y="1755412"/>
                  </a:lnTo>
                  <a:lnTo>
                    <a:pt x="1240418" y="1772832"/>
                  </a:lnTo>
                  <a:lnTo>
                    <a:pt x="1196690" y="1788135"/>
                  </a:lnTo>
                  <a:lnTo>
                    <a:pt x="1151984" y="1801257"/>
                  </a:lnTo>
                  <a:lnTo>
                    <a:pt x="1106364" y="1812136"/>
                  </a:lnTo>
                  <a:lnTo>
                    <a:pt x="1059892" y="1820707"/>
                  </a:lnTo>
                  <a:lnTo>
                    <a:pt x="1012633" y="1826907"/>
                  </a:lnTo>
                  <a:lnTo>
                    <a:pt x="964649" y="1830674"/>
                  </a:lnTo>
                  <a:lnTo>
                    <a:pt x="916003" y="1831944"/>
                  </a:lnTo>
                  <a:lnTo>
                    <a:pt x="867356" y="1830674"/>
                  </a:lnTo>
                  <a:lnTo>
                    <a:pt x="819371" y="1826907"/>
                  </a:lnTo>
                  <a:lnTo>
                    <a:pt x="772110" y="1820707"/>
                  </a:lnTo>
                  <a:lnTo>
                    <a:pt x="725637" y="1812136"/>
                  </a:lnTo>
                  <a:lnTo>
                    <a:pt x="680015" y="1801257"/>
                  </a:lnTo>
                  <a:lnTo>
                    <a:pt x="635307" y="1788135"/>
                  </a:lnTo>
                  <a:lnTo>
                    <a:pt x="591577" y="1772832"/>
                  </a:lnTo>
                  <a:lnTo>
                    <a:pt x="548888" y="1755412"/>
                  </a:lnTo>
                  <a:lnTo>
                    <a:pt x="507304" y="1735938"/>
                  </a:lnTo>
                  <a:lnTo>
                    <a:pt x="466887" y="1714474"/>
                  </a:lnTo>
                  <a:lnTo>
                    <a:pt x="427701" y="1691081"/>
                  </a:lnTo>
                  <a:lnTo>
                    <a:pt x="389810" y="1665825"/>
                  </a:lnTo>
                  <a:lnTo>
                    <a:pt x="353276" y="1638768"/>
                  </a:lnTo>
                  <a:lnTo>
                    <a:pt x="318163" y="1609974"/>
                  </a:lnTo>
                  <a:lnTo>
                    <a:pt x="284534" y="1579505"/>
                  </a:lnTo>
                  <a:lnTo>
                    <a:pt x="252453" y="1547425"/>
                  </a:lnTo>
                  <a:lnTo>
                    <a:pt x="221983" y="1513798"/>
                  </a:lnTo>
                  <a:lnTo>
                    <a:pt x="193187" y="1478687"/>
                  </a:lnTo>
                  <a:lnTo>
                    <a:pt x="166128" y="1442154"/>
                  </a:lnTo>
                  <a:lnTo>
                    <a:pt x="140871" y="1404264"/>
                  </a:lnTo>
                  <a:lnTo>
                    <a:pt x="117477" y="1365080"/>
                  </a:lnTo>
                  <a:lnTo>
                    <a:pt x="96011" y="1324664"/>
                  </a:lnTo>
                  <a:lnTo>
                    <a:pt x="76536" y="1283081"/>
                  </a:lnTo>
                  <a:lnTo>
                    <a:pt x="59115" y="1240393"/>
                  </a:lnTo>
                  <a:lnTo>
                    <a:pt x="43811" y="1196665"/>
                  </a:lnTo>
                  <a:lnTo>
                    <a:pt x="30688" y="1151958"/>
                  </a:lnTo>
                  <a:lnTo>
                    <a:pt x="19809" y="1106336"/>
                  </a:lnTo>
                  <a:lnTo>
                    <a:pt x="11237" y="1059864"/>
                  </a:lnTo>
                  <a:lnTo>
                    <a:pt x="5036" y="1012603"/>
                  </a:lnTo>
                  <a:lnTo>
                    <a:pt x="1269" y="964618"/>
                  </a:lnTo>
                  <a:lnTo>
                    <a:pt x="0" y="915972"/>
                  </a:lnTo>
                  <a:close/>
                </a:path>
              </a:pathLst>
            </a:custGeom>
            <a:ln w="20941">
              <a:solidFill>
                <a:schemeClr val="accent3"/>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F6C44EB9-F21E-475D-AB9B-562C715B907A}"/>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4178424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4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0B48174-7239-8D4F-BE82-D42946D12591}"/>
              </a:ext>
            </a:extLst>
          </p:cNvPr>
          <p:cNvGrpSpPr/>
          <p:nvPr userDrawn="1"/>
        </p:nvGrpSpPr>
        <p:grpSpPr>
          <a:xfrm>
            <a:off x="0" y="1346452"/>
            <a:ext cx="6046320" cy="4630016"/>
            <a:chOff x="0" y="2220399"/>
            <a:chExt cx="9970130"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3" name="object 3">
              <a:extLst>
                <a:ext uri="{FF2B5EF4-FFF2-40B4-BE49-F238E27FC236}">
                  <a16:creationId xmlns:a16="http://schemas.microsoft.com/office/drawing/2014/main" id="{58656C8E-8A65-6F4C-BC58-5BCF5E1CC964}"/>
                </a:ext>
              </a:extLst>
            </p:cNvPr>
            <p:cNvSpPr/>
            <p:nvPr userDrawn="1"/>
          </p:nvSpPr>
          <p:spPr>
            <a:xfrm>
              <a:off x="7065005" y="2277083"/>
              <a:ext cx="2905125" cy="7570470"/>
            </a:xfrm>
            <a:custGeom>
              <a:avLst/>
              <a:gdLst/>
              <a:ahLst/>
              <a:cxnLst/>
              <a:rect l="l" t="t" r="r" b="b"/>
              <a:pathLst>
                <a:path w="2905125" h="7570470">
                  <a:moveTo>
                    <a:pt x="0" y="7569654"/>
                  </a:moveTo>
                  <a:lnTo>
                    <a:pt x="40369" y="7569883"/>
                  </a:lnTo>
                  <a:lnTo>
                    <a:pt x="80641" y="7569333"/>
                  </a:lnTo>
                  <a:lnTo>
                    <a:pt x="120813" y="7568009"/>
                  </a:lnTo>
                  <a:lnTo>
                    <a:pt x="160879" y="7565916"/>
                  </a:lnTo>
                  <a:lnTo>
                    <a:pt x="200835" y="7563060"/>
                  </a:lnTo>
                  <a:lnTo>
                    <a:pt x="240676" y="7559445"/>
                  </a:lnTo>
                  <a:lnTo>
                    <a:pt x="280399" y="7555077"/>
                  </a:lnTo>
                  <a:lnTo>
                    <a:pt x="319998" y="7549961"/>
                  </a:lnTo>
                  <a:lnTo>
                    <a:pt x="359469" y="7544102"/>
                  </a:lnTo>
                  <a:lnTo>
                    <a:pt x="398808" y="7537505"/>
                  </a:lnTo>
                  <a:lnTo>
                    <a:pt x="438010" y="7530176"/>
                  </a:lnTo>
                  <a:lnTo>
                    <a:pt x="477071" y="7522120"/>
                  </a:lnTo>
                  <a:lnTo>
                    <a:pt x="515986" y="7513342"/>
                  </a:lnTo>
                  <a:lnTo>
                    <a:pt x="554750" y="7503847"/>
                  </a:lnTo>
                  <a:lnTo>
                    <a:pt x="593360" y="7493640"/>
                  </a:lnTo>
                  <a:lnTo>
                    <a:pt x="631811" y="7482727"/>
                  </a:lnTo>
                  <a:lnTo>
                    <a:pt x="670098" y="7471113"/>
                  </a:lnTo>
                  <a:lnTo>
                    <a:pt x="708217" y="7458803"/>
                  </a:lnTo>
                  <a:lnTo>
                    <a:pt x="746163" y="7445802"/>
                  </a:lnTo>
                  <a:lnTo>
                    <a:pt x="783932" y="7432115"/>
                  </a:lnTo>
                  <a:lnTo>
                    <a:pt x="821520" y="7417748"/>
                  </a:lnTo>
                  <a:lnTo>
                    <a:pt x="858921" y="7402706"/>
                  </a:lnTo>
                  <a:lnTo>
                    <a:pt x="896132" y="7386994"/>
                  </a:lnTo>
                  <a:lnTo>
                    <a:pt x="933148" y="7370617"/>
                  </a:lnTo>
                  <a:lnTo>
                    <a:pt x="969964" y="7353580"/>
                  </a:lnTo>
                  <a:lnTo>
                    <a:pt x="1006577" y="7335889"/>
                  </a:lnTo>
                  <a:lnTo>
                    <a:pt x="1042981" y="7317549"/>
                  </a:lnTo>
                  <a:lnTo>
                    <a:pt x="1079172" y="7298565"/>
                  </a:lnTo>
                  <a:lnTo>
                    <a:pt x="1115146" y="7278942"/>
                  </a:lnTo>
                  <a:lnTo>
                    <a:pt x="1150898" y="7258685"/>
                  </a:lnTo>
                  <a:lnTo>
                    <a:pt x="1186423" y="7237800"/>
                  </a:lnTo>
                  <a:lnTo>
                    <a:pt x="1221718" y="7216292"/>
                  </a:lnTo>
                  <a:lnTo>
                    <a:pt x="1256777" y="7194166"/>
                  </a:lnTo>
                  <a:lnTo>
                    <a:pt x="1291597" y="7171427"/>
                  </a:lnTo>
                  <a:lnTo>
                    <a:pt x="1326173" y="7148080"/>
                  </a:lnTo>
                  <a:lnTo>
                    <a:pt x="1360500" y="7124131"/>
                  </a:lnTo>
                  <a:lnTo>
                    <a:pt x="1394573" y="7099585"/>
                  </a:lnTo>
                  <a:lnTo>
                    <a:pt x="1428389" y="7074446"/>
                  </a:lnTo>
                  <a:lnTo>
                    <a:pt x="1461943" y="7048722"/>
                  </a:lnTo>
                  <a:lnTo>
                    <a:pt x="1495230" y="7022415"/>
                  </a:lnTo>
                  <a:lnTo>
                    <a:pt x="1528247" y="6995532"/>
                  </a:lnTo>
                  <a:lnTo>
                    <a:pt x="1560987" y="6968078"/>
                  </a:lnTo>
                  <a:lnTo>
                    <a:pt x="1593448" y="6940058"/>
                  </a:lnTo>
                  <a:lnTo>
                    <a:pt x="1625624" y="6911477"/>
                  </a:lnTo>
                  <a:lnTo>
                    <a:pt x="1657511" y="6882340"/>
                  </a:lnTo>
                  <a:lnTo>
                    <a:pt x="1689105" y="6852653"/>
                  </a:lnTo>
                  <a:lnTo>
                    <a:pt x="1720401" y="6822421"/>
                  </a:lnTo>
                  <a:lnTo>
                    <a:pt x="1751395" y="6791649"/>
                  </a:lnTo>
                  <a:lnTo>
                    <a:pt x="1782081" y="6760342"/>
                  </a:lnTo>
                  <a:lnTo>
                    <a:pt x="1812456" y="6728506"/>
                  </a:lnTo>
                  <a:lnTo>
                    <a:pt x="1842516" y="6696145"/>
                  </a:lnTo>
                  <a:lnTo>
                    <a:pt x="1872255" y="6663265"/>
                  </a:lnTo>
                  <a:lnTo>
                    <a:pt x="1901670" y="6629871"/>
                  </a:lnTo>
                  <a:lnTo>
                    <a:pt x="1930755" y="6595968"/>
                  </a:lnTo>
                  <a:lnTo>
                    <a:pt x="1959506" y="6561561"/>
                  </a:lnTo>
                  <a:lnTo>
                    <a:pt x="1987920" y="6526657"/>
                  </a:lnTo>
                  <a:lnTo>
                    <a:pt x="2015990" y="6491259"/>
                  </a:lnTo>
                  <a:lnTo>
                    <a:pt x="2043714" y="6455373"/>
                  </a:lnTo>
                  <a:lnTo>
                    <a:pt x="2071086" y="6419004"/>
                  </a:lnTo>
                  <a:lnTo>
                    <a:pt x="2098102" y="6382158"/>
                  </a:lnTo>
                  <a:lnTo>
                    <a:pt x="2124757" y="6344839"/>
                  </a:lnTo>
                  <a:lnTo>
                    <a:pt x="2151048" y="6307053"/>
                  </a:lnTo>
                  <a:lnTo>
                    <a:pt x="2176968" y="6268805"/>
                  </a:lnTo>
                  <a:lnTo>
                    <a:pt x="2202515" y="6230101"/>
                  </a:lnTo>
                  <a:lnTo>
                    <a:pt x="2227684" y="6190944"/>
                  </a:lnTo>
                  <a:lnTo>
                    <a:pt x="2252469" y="6151342"/>
                  </a:lnTo>
                  <a:lnTo>
                    <a:pt x="2276867" y="6111298"/>
                  </a:lnTo>
                  <a:lnTo>
                    <a:pt x="2300874" y="6070818"/>
                  </a:lnTo>
                  <a:lnTo>
                    <a:pt x="2324484" y="6029908"/>
                  </a:lnTo>
                  <a:lnTo>
                    <a:pt x="2347693" y="5988572"/>
                  </a:lnTo>
                  <a:lnTo>
                    <a:pt x="2370496" y="5946815"/>
                  </a:lnTo>
                  <a:lnTo>
                    <a:pt x="2392891" y="5904644"/>
                  </a:lnTo>
                  <a:lnTo>
                    <a:pt x="2414870" y="5862062"/>
                  </a:lnTo>
                  <a:lnTo>
                    <a:pt x="2436431" y="5819076"/>
                  </a:lnTo>
                  <a:lnTo>
                    <a:pt x="2457569" y="5775690"/>
                  </a:lnTo>
                  <a:lnTo>
                    <a:pt x="2478280" y="5731910"/>
                  </a:lnTo>
                  <a:lnTo>
                    <a:pt x="2498558" y="5687740"/>
                  </a:lnTo>
                  <a:lnTo>
                    <a:pt x="2518399" y="5643187"/>
                  </a:lnTo>
                  <a:lnTo>
                    <a:pt x="2537800" y="5598254"/>
                  </a:lnTo>
                  <a:lnTo>
                    <a:pt x="2556755" y="5552949"/>
                  </a:lnTo>
                  <a:lnTo>
                    <a:pt x="2575260" y="5507274"/>
                  </a:lnTo>
                  <a:lnTo>
                    <a:pt x="2593310" y="5461237"/>
                  </a:lnTo>
                  <a:lnTo>
                    <a:pt x="2610901" y="5414842"/>
                  </a:lnTo>
                  <a:lnTo>
                    <a:pt x="2628029" y="5368094"/>
                  </a:lnTo>
                  <a:lnTo>
                    <a:pt x="2644689" y="5320998"/>
                  </a:lnTo>
                  <a:lnTo>
                    <a:pt x="2660877" y="5273560"/>
                  </a:lnTo>
                  <a:lnTo>
                    <a:pt x="2676588" y="5225785"/>
                  </a:lnTo>
                  <a:lnTo>
                    <a:pt x="2691817" y="5177678"/>
                  </a:lnTo>
                  <a:lnTo>
                    <a:pt x="2706561" y="5129244"/>
                  </a:lnTo>
                  <a:lnTo>
                    <a:pt x="2720814" y="5080489"/>
                  </a:lnTo>
                  <a:lnTo>
                    <a:pt x="2734573" y="5031417"/>
                  </a:lnTo>
                  <a:lnTo>
                    <a:pt x="2747832" y="4982034"/>
                  </a:lnTo>
                  <a:lnTo>
                    <a:pt x="2760587" y="4932345"/>
                  </a:lnTo>
                  <a:lnTo>
                    <a:pt x="2772835" y="4882355"/>
                  </a:lnTo>
                  <a:lnTo>
                    <a:pt x="2784570" y="4832070"/>
                  </a:lnTo>
                  <a:lnTo>
                    <a:pt x="2795787" y="4781495"/>
                  </a:lnTo>
                  <a:lnTo>
                    <a:pt x="2806483" y="4730634"/>
                  </a:lnTo>
                  <a:lnTo>
                    <a:pt x="2816653" y="4679493"/>
                  </a:lnTo>
                  <a:lnTo>
                    <a:pt x="2826292" y="4628078"/>
                  </a:lnTo>
                  <a:lnTo>
                    <a:pt x="2835397" y="4576393"/>
                  </a:lnTo>
                  <a:lnTo>
                    <a:pt x="2843961" y="4524443"/>
                  </a:lnTo>
                  <a:lnTo>
                    <a:pt x="2851982" y="4472235"/>
                  </a:lnTo>
                  <a:lnTo>
                    <a:pt x="2859455" y="4419772"/>
                  </a:lnTo>
                  <a:lnTo>
                    <a:pt x="2866374" y="4367061"/>
                  </a:lnTo>
                  <a:lnTo>
                    <a:pt x="2872736" y="4314106"/>
                  </a:lnTo>
                  <a:lnTo>
                    <a:pt x="2878536" y="4260913"/>
                  </a:lnTo>
                  <a:lnTo>
                    <a:pt x="2883770" y="4207487"/>
                  </a:lnTo>
                  <a:lnTo>
                    <a:pt x="2888433" y="4153833"/>
                  </a:lnTo>
                  <a:lnTo>
                    <a:pt x="2892521" y="4099956"/>
                  </a:lnTo>
                  <a:lnTo>
                    <a:pt x="2896028" y="4045861"/>
                  </a:lnTo>
                  <a:lnTo>
                    <a:pt x="2898952" y="3991554"/>
                  </a:lnTo>
                  <a:lnTo>
                    <a:pt x="2901287" y="3937040"/>
                  </a:lnTo>
                  <a:lnTo>
                    <a:pt x="2903029" y="3882324"/>
                  </a:lnTo>
                  <a:lnTo>
                    <a:pt x="2904173" y="3827412"/>
                  </a:lnTo>
                  <a:lnTo>
                    <a:pt x="2904700" y="3772490"/>
                  </a:lnTo>
                  <a:lnTo>
                    <a:pt x="2904594" y="3717748"/>
                  </a:lnTo>
                  <a:lnTo>
                    <a:pt x="2903860" y="3663191"/>
                  </a:lnTo>
                  <a:lnTo>
                    <a:pt x="2902504" y="3608823"/>
                  </a:lnTo>
                  <a:lnTo>
                    <a:pt x="2900529" y="3554651"/>
                  </a:lnTo>
                  <a:lnTo>
                    <a:pt x="2897942" y="3500679"/>
                  </a:lnTo>
                  <a:lnTo>
                    <a:pt x="2894746" y="3446913"/>
                  </a:lnTo>
                  <a:lnTo>
                    <a:pt x="2890947" y="3393359"/>
                  </a:lnTo>
                  <a:lnTo>
                    <a:pt x="2886548" y="3340021"/>
                  </a:lnTo>
                  <a:lnTo>
                    <a:pt x="2881556" y="3286904"/>
                  </a:lnTo>
                  <a:lnTo>
                    <a:pt x="2875975" y="3234015"/>
                  </a:lnTo>
                  <a:lnTo>
                    <a:pt x="2869810" y="3181359"/>
                  </a:lnTo>
                  <a:lnTo>
                    <a:pt x="2863066" y="3128940"/>
                  </a:lnTo>
                  <a:lnTo>
                    <a:pt x="2855746" y="3076765"/>
                  </a:lnTo>
                  <a:lnTo>
                    <a:pt x="2847858" y="3024837"/>
                  </a:lnTo>
                  <a:lnTo>
                    <a:pt x="2839404" y="2973164"/>
                  </a:lnTo>
                  <a:lnTo>
                    <a:pt x="2830390" y="2921750"/>
                  </a:lnTo>
                  <a:lnTo>
                    <a:pt x="2820821" y="2870600"/>
                  </a:lnTo>
                  <a:lnTo>
                    <a:pt x="2810702" y="2819719"/>
                  </a:lnTo>
                  <a:lnTo>
                    <a:pt x="2800037" y="2769114"/>
                  </a:lnTo>
                  <a:lnTo>
                    <a:pt x="2788832" y="2718789"/>
                  </a:lnTo>
                  <a:lnTo>
                    <a:pt x="2777090" y="2668750"/>
                  </a:lnTo>
                  <a:lnTo>
                    <a:pt x="2764818" y="2619002"/>
                  </a:lnTo>
                  <a:lnTo>
                    <a:pt x="2752019" y="2569550"/>
                  </a:lnTo>
                  <a:lnTo>
                    <a:pt x="2738699" y="2520400"/>
                  </a:lnTo>
                  <a:lnTo>
                    <a:pt x="2724862" y="2471557"/>
                  </a:lnTo>
                  <a:lnTo>
                    <a:pt x="2710514" y="2423026"/>
                  </a:lnTo>
                  <a:lnTo>
                    <a:pt x="2695659" y="2374812"/>
                  </a:lnTo>
                  <a:lnTo>
                    <a:pt x="2680301" y="2326921"/>
                  </a:lnTo>
                  <a:lnTo>
                    <a:pt x="2664447" y="2279359"/>
                  </a:lnTo>
                  <a:lnTo>
                    <a:pt x="2648100" y="2232130"/>
                  </a:lnTo>
                  <a:lnTo>
                    <a:pt x="2631265" y="2185240"/>
                  </a:lnTo>
                  <a:lnTo>
                    <a:pt x="2613948" y="2138694"/>
                  </a:lnTo>
                  <a:lnTo>
                    <a:pt x="2596153" y="2092498"/>
                  </a:lnTo>
                  <a:lnTo>
                    <a:pt x="2577885" y="2046656"/>
                  </a:lnTo>
                  <a:lnTo>
                    <a:pt x="2559148" y="2001174"/>
                  </a:lnTo>
                  <a:lnTo>
                    <a:pt x="2539948" y="1956058"/>
                  </a:lnTo>
                  <a:lnTo>
                    <a:pt x="2520290" y="1911313"/>
                  </a:lnTo>
                  <a:lnTo>
                    <a:pt x="2500178" y="1866944"/>
                  </a:lnTo>
                  <a:lnTo>
                    <a:pt x="2479617" y="1822956"/>
                  </a:lnTo>
                  <a:lnTo>
                    <a:pt x="2458612" y="1779355"/>
                  </a:lnTo>
                  <a:lnTo>
                    <a:pt x="2437167" y="1736145"/>
                  </a:lnTo>
                  <a:lnTo>
                    <a:pt x="2415289" y="1693334"/>
                  </a:lnTo>
                  <a:lnTo>
                    <a:pt x="2392980" y="1650924"/>
                  </a:lnTo>
                  <a:lnTo>
                    <a:pt x="2370247" y="1608923"/>
                  </a:lnTo>
                  <a:lnTo>
                    <a:pt x="2347094" y="1567335"/>
                  </a:lnTo>
                  <a:lnTo>
                    <a:pt x="2323526" y="1526166"/>
                  </a:lnTo>
                  <a:lnTo>
                    <a:pt x="2299548" y="1485420"/>
                  </a:lnTo>
                  <a:lnTo>
                    <a:pt x="2275164" y="1445104"/>
                  </a:lnTo>
                  <a:lnTo>
                    <a:pt x="2250379" y="1405222"/>
                  </a:lnTo>
                  <a:lnTo>
                    <a:pt x="2225199" y="1365781"/>
                  </a:lnTo>
                  <a:lnTo>
                    <a:pt x="2199628" y="1326784"/>
                  </a:lnTo>
                  <a:lnTo>
                    <a:pt x="2173671" y="1288238"/>
                  </a:lnTo>
                  <a:lnTo>
                    <a:pt x="2147333" y="1250148"/>
                  </a:lnTo>
                  <a:lnTo>
                    <a:pt x="2120618" y="1212519"/>
                  </a:lnTo>
                  <a:lnTo>
                    <a:pt x="2093531" y="1175356"/>
                  </a:lnTo>
                  <a:lnTo>
                    <a:pt x="2066078" y="1138665"/>
                  </a:lnTo>
                  <a:lnTo>
                    <a:pt x="2038263" y="1102451"/>
                  </a:lnTo>
                  <a:lnTo>
                    <a:pt x="2010091" y="1066720"/>
                  </a:lnTo>
                  <a:lnTo>
                    <a:pt x="1981566" y="1031476"/>
                  </a:lnTo>
                  <a:lnTo>
                    <a:pt x="1952694" y="996726"/>
                  </a:lnTo>
                  <a:lnTo>
                    <a:pt x="1923479" y="962473"/>
                  </a:lnTo>
                  <a:lnTo>
                    <a:pt x="1893927" y="928725"/>
                  </a:lnTo>
                  <a:lnTo>
                    <a:pt x="1864042" y="895485"/>
                  </a:lnTo>
                  <a:lnTo>
                    <a:pt x="1833828" y="862760"/>
                  </a:lnTo>
                  <a:lnTo>
                    <a:pt x="1803291" y="830555"/>
                  </a:lnTo>
                  <a:lnTo>
                    <a:pt x="1772436" y="798874"/>
                  </a:lnTo>
                  <a:lnTo>
                    <a:pt x="1741268" y="767724"/>
                  </a:lnTo>
                  <a:lnTo>
                    <a:pt x="1709790" y="737109"/>
                  </a:lnTo>
                  <a:lnTo>
                    <a:pt x="1678008" y="707035"/>
                  </a:lnTo>
                  <a:lnTo>
                    <a:pt x="1645928" y="677507"/>
                  </a:lnTo>
                  <a:lnTo>
                    <a:pt x="1613553" y="648531"/>
                  </a:lnTo>
                  <a:lnTo>
                    <a:pt x="1580888" y="620112"/>
                  </a:lnTo>
                  <a:lnTo>
                    <a:pt x="1547939" y="592255"/>
                  </a:lnTo>
                  <a:lnTo>
                    <a:pt x="1514710" y="564965"/>
                  </a:lnTo>
                  <a:lnTo>
                    <a:pt x="1481207" y="538248"/>
                  </a:lnTo>
                  <a:lnTo>
                    <a:pt x="1447433" y="512110"/>
                  </a:lnTo>
                  <a:lnTo>
                    <a:pt x="1413393" y="486555"/>
                  </a:lnTo>
                  <a:lnTo>
                    <a:pt x="1379094" y="461588"/>
                  </a:lnTo>
                  <a:lnTo>
                    <a:pt x="1344538" y="437216"/>
                  </a:lnTo>
                  <a:lnTo>
                    <a:pt x="1309732" y="413443"/>
                  </a:lnTo>
                  <a:lnTo>
                    <a:pt x="1274680" y="390274"/>
                  </a:lnTo>
                  <a:lnTo>
                    <a:pt x="1239387" y="367716"/>
                  </a:lnTo>
                  <a:lnTo>
                    <a:pt x="1203857" y="345773"/>
                  </a:lnTo>
                  <a:lnTo>
                    <a:pt x="1168096" y="324451"/>
                  </a:lnTo>
                  <a:lnTo>
                    <a:pt x="1132108" y="303755"/>
                  </a:lnTo>
                  <a:lnTo>
                    <a:pt x="1095899" y="283690"/>
                  </a:lnTo>
                  <a:lnTo>
                    <a:pt x="1059472" y="264262"/>
                  </a:lnTo>
                  <a:lnTo>
                    <a:pt x="1022834" y="245475"/>
                  </a:lnTo>
                  <a:lnTo>
                    <a:pt x="985988" y="227336"/>
                  </a:lnTo>
                  <a:lnTo>
                    <a:pt x="948939" y="209850"/>
                  </a:lnTo>
                  <a:lnTo>
                    <a:pt x="911693" y="193021"/>
                  </a:lnTo>
                  <a:lnTo>
                    <a:pt x="874254" y="176856"/>
                  </a:lnTo>
                  <a:lnTo>
                    <a:pt x="836627" y="161359"/>
                  </a:lnTo>
                  <a:lnTo>
                    <a:pt x="798817" y="146536"/>
                  </a:lnTo>
                  <a:lnTo>
                    <a:pt x="760829" y="132392"/>
                  </a:lnTo>
                  <a:lnTo>
                    <a:pt x="722667" y="118932"/>
                  </a:lnTo>
                  <a:lnTo>
                    <a:pt x="684336" y="106163"/>
                  </a:lnTo>
                  <a:lnTo>
                    <a:pt x="645842" y="94088"/>
                  </a:lnTo>
                  <a:lnTo>
                    <a:pt x="607188" y="82714"/>
                  </a:lnTo>
                  <a:lnTo>
                    <a:pt x="568381" y="72046"/>
                  </a:lnTo>
                  <a:lnTo>
                    <a:pt x="529424" y="62088"/>
                  </a:lnTo>
                  <a:lnTo>
                    <a:pt x="490322" y="52847"/>
                  </a:lnTo>
                  <a:lnTo>
                    <a:pt x="451081" y="44328"/>
                  </a:lnTo>
                  <a:lnTo>
                    <a:pt x="411705" y="36536"/>
                  </a:lnTo>
                  <a:lnTo>
                    <a:pt x="372199" y="29476"/>
                  </a:lnTo>
                  <a:lnTo>
                    <a:pt x="332568" y="23154"/>
                  </a:lnTo>
                  <a:lnTo>
                    <a:pt x="292816" y="17575"/>
                  </a:lnTo>
                  <a:lnTo>
                    <a:pt x="252949" y="12744"/>
                  </a:lnTo>
                  <a:lnTo>
                    <a:pt x="212971" y="8666"/>
                  </a:lnTo>
                  <a:lnTo>
                    <a:pt x="172888" y="5348"/>
                  </a:lnTo>
                  <a:lnTo>
                    <a:pt x="132703" y="2794"/>
                  </a:lnTo>
                  <a:lnTo>
                    <a:pt x="92422" y="1009"/>
                  </a:lnTo>
                  <a:lnTo>
                    <a:pt x="52050" y="0"/>
                  </a:lnTo>
                  <a:lnTo>
                    <a:pt x="0" y="7569654"/>
                  </a:lnTo>
                  <a:close/>
                </a:path>
              </a:pathLst>
            </a:custGeom>
            <a:ln w="20941">
              <a:solidFill>
                <a:schemeClr val="accent3"/>
              </a:solidFill>
            </a:ln>
          </p:spPr>
          <p:txBody>
            <a:bodyPr wrap="square" lIns="0" tIns="0" rIns="0" bIns="0" rtlCol="0"/>
            <a:lstStyle/>
            <a:p>
              <a:endParaRPr sz="1092"/>
            </a:p>
          </p:txBody>
        </p:sp>
        <p:sp>
          <p:nvSpPr>
            <p:cNvPr id="14" name="object 4">
              <a:extLst>
                <a:ext uri="{FF2B5EF4-FFF2-40B4-BE49-F238E27FC236}">
                  <a16:creationId xmlns:a16="http://schemas.microsoft.com/office/drawing/2014/main" id="{354FA446-E6BA-024F-A130-91E464FE0030}"/>
                </a:ext>
              </a:extLst>
            </p:cNvPr>
            <p:cNvSpPr/>
            <p:nvPr userDrawn="1"/>
          </p:nvSpPr>
          <p:spPr>
            <a:xfrm>
              <a:off x="3541476" y="2277083"/>
              <a:ext cx="2905125" cy="7570470"/>
            </a:xfrm>
            <a:custGeom>
              <a:avLst/>
              <a:gdLst/>
              <a:ahLst/>
              <a:cxnLst/>
              <a:rect l="l" t="t" r="r" b="b"/>
              <a:pathLst>
                <a:path w="2905125" h="7570470">
                  <a:moveTo>
                    <a:pt x="2904720" y="7569654"/>
                  </a:moveTo>
                  <a:lnTo>
                    <a:pt x="2864351" y="7569883"/>
                  </a:lnTo>
                  <a:lnTo>
                    <a:pt x="2824079" y="7569333"/>
                  </a:lnTo>
                  <a:lnTo>
                    <a:pt x="2783907" y="7568009"/>
                  </a:lnTo>
                  <a:lnTo>
                    <a:pt x="2743842" y="7565916"/>
                  </a:lnTo>
                  <a:lnTo>
                    <a:pt x="2703886" y="7563060"/>
                  </a:lnTo>
                  <a:lnTo>
                    <a:pt x="2664045" y="7559445"/>
                  </a:lnTo>
                  <a:lnTo>
                    <a:pt x="2624322" y="7555077"/>
                  </a:lnTo>
                  <a:lnTo>
                    <a:pt x="2584723" y="7549961"/>
                  </a:lnTo>
                  <a:lnTo>
                    <a:pt x="2545252" y="7544102"/>
                  </a:lnTo>
                  <a:lnTo>
                    <a:pt x="2505914" y="7537505"/>
                  </a:lnTo>
                  <a:lnTo>
                    <a:pt x="2466712" y="7530176"/>
                  </a:lnTo>
                  <a:lnTo>
                    <a:pt x="2427651" y="7522120"/>
                  </a:lnTo>
                  <a:lnTo>
                    <a:pt x="2388736" y="7513342"/>
                  </a:lnTo>
                  <a:lnTo>
                    <a:pt x="2349972" y="7503847"/>
                  </a:lnTo>
                  <a:lnTo>
                    <a:pt x="2311362" y="7493640"/>
                  </a:lnTo>
                  <a:lnTo>
                    <a:pt x="2272912" y="7482727"/>
                  </a:lnTo>
                  <a:lnTo>
                    <a:pt x="2234625" y="7471113"/>
                  </a:lnTo>
                  <a:lnTo>
                    <a:pt x="2196506" y="7458803"/>
                  </a:lnTo>
                  <a:lnTo>
                    <a:pt x="2158560" y="7445802"/>
                  </a:lnTo>
                  <a:lnTo>
                    <a:pt x="2120791" y="7432115"/>
                  </a:lnTo>
                  <a:lnTo>
                    <a:pt x="2083203" y="7417748"/>
                  </a:lnTo>
                  <a:lnTo>
                    <a:pt x="2045802" y="7402706"/>
                  </a:lnTo>
                  <a:lnTo>
                    <a:pt x="2008591" y="7386994"/>
                  </a:lnTo>
                  <a:lnTo>
                    <a:pt x="1971575" y="7370617"/>
                  </a:lnTo>
                  <a:lnTo>
                    <a:pt x="1934759" y="7353580"/>
                  </a:lnTo>
                  <a:lnTo>
                    <a:pt x="1898147" y="7335889"/>
                  </a:lnTo>
                  <a:lnTo>
                    <a:pt x="1861743" y="7317549"/>
                  </a:lnTo>
                  <a:lnTo>
                    <a:pt x="1825552" y="7298565"/>
                  </a:lnTo>
                  <a:lnTo>
                    <a:pt x="1789578" y="7278942"/>
                  </a:lnTo>
                  <a:lnTo>
                    <a:pt x="1753826" y="7258685"/>
                  </a:lnTo>
                  <a:lnTo>
                    <a:pt x="1718300" y="7237800"/>
                  </a:lnTo>
                  <a:lnTo>
                    <a:pt x="1683006" y="7216292"/>
                  </a:lnTo>
                  <a:lnTo>
                    <a:pt x="1647946" y="7194166"/>
                  </a:lnTo>
                  <a:lnTo>
                    <a:pt x="1613126" y="7171427"/>
                  </a:lnTo>
                  <a:lnTo>
                    <a:pt x="1578551" y="7148080"/>
                  </a:lnTo>
                  <a:lnTo>
                    <a:pt x="1544224" y="7124131"/>
                  </a:lnTo>
                  <a:lnTo>
                    <a:pt x="1510150" y="7099585"/>
                  </a:lnTo>
                  <a:lnTo>
                    <a:pt x="1476334" y="7074446"/>
                  </a:lnTo>
                  <a:lnTo>
                    <a:pt x="1442780" y="7048722"/>
                  </a:lnTo>
                  <a:lnTo>
                    <a:pt x="1409493" y="7022415"/>
                  </a:lnTo>
                  <a:lnTo>
                    <a:pt x="1376476" y="6995532"/>
                  </a:lnTo>
                  <a:lnTo>
                    <a:pt x="1343736" y="6968078"/>
                  </a:lnTo>
                  <a:lnTo>
                    <a:pt x="1311275" y="6940058"/>
                  </a:lnTo>
                  <a:lnTo>
                    <a:pt x="1279099" y="6911477"/>
                  </a:lnTo>
                  <a:lnTo>
                    <a:pt x="1247211" y="6882340"/>
                  </a:lnTo>
                  <a:lnTo>
                    <a:pt x="1215617" y="6852653"/>
                  </a:lnTo>
                  <a:lnTo>
                    <a:pt x="1184321" y="6822421"/>
                  </a:lnTo>
                  <a:lnTo>
                    <a:pt x="1153328" y="6791649"/>
                  </a:lnTo>
                  <a:lnTo>
                    <a:pt x="1122641" y="6760342"/>
                  </a:lnTo>
                  <a:lnTo>
                    <a:pt x="1092266" y="6728506"/>
                  </a:lnTo>
                  <a:lnTo>
                    <a:pt x="1062206" y="6696145"/>
                  </a:lnTo>
                  <a:lnTo>
                    <a:pt x="1032466" y="6663265"/>
                  </a:lnTo>
                  <a:lnTo>
                    <a:pt x="1003052" y="6629871"/>
                  </a:lnTo>
                  <a:lnTo>
                    <a:pt x="973966" y="6595968"/>
                  </a:lnTo>
                  <a:lnTo>
                    <a:pt x="945215" y="6561561"/>
                  </a:lnTo>
                  <a:lnTo>
                    <a:pt x="916801" y="6526657"/>
                  </a:lnTo>
                  <a:lnTo>
                    <a:pt x="888730" y="6491259"/>
                  </a:lnTo>
                  <a:lnTo>
                    <a:pt x="861006" y="6455373"/>
                  </a:lnTo>
                  <a:lnTo>
                    <a:pt x="833634" y="6419004"/>
                  </a:lnTo>
                  <a:lnTo>
                    <a:pt x="806618" y="6382158"/>
                  </a:lnTo>
                  <a:lnTo>
                    <a:pt x="779963" y="6344839"/>
                  </a:lnTo>
                  <a:lnTo>
                    <a:pt x="753672" y="6307053"/>
                  </a:lnTo>
                  <a:lnTo>
                    <a:pt x="727751" y="6268805"/>
                  </a:lnTo>
                  <a:lnTo>
                    <a:pt x="702204" y="6230101"/>
                  </a:lnTo>
                  <a:lnTo>
                    <a:pt x="677035" y="6190944"/>
                  </a:lnTo>
                  <a:lnTo>
                    <a:pt x="652249" y="6151342"/>
                  </a:lnTo>
                  <a:lnTo>
                    <a:pt x="627851" y="6111298"/>
                  </a:lnTo>
                  <a:lnTo>
                    <a:pt x="603844" y="6070818"/>
                  </a:lnTo>
                  <a:lnTo>
                    <a:pt x="580234" y="6029908"/>
                  </a:lnTo>
                  <a:lnTo>
                    <a:pt x="557025" y="5988572"/>
                  </a:lnTo>
                  <a:lnTo>
                    <a:pt x="534221" y="5946815"/>
                  </a:lnTo>
                  <a:lnTo>
                    <a:pt x="511826" y="5904644"/>
                  </a:lnTo>
                  <a:lnTo>
                    <a:pt x="489846" y="5862062"/>
                  </a:lnTo>
                  <a:lnTo>
                    <a:pt x="468285" y="5819076"/>
                  </a:lnTo>
                  <a:lnTo>
                    <a:pt x="447146" y="5775690"/>
                  </a:lnTo>
                  <a:lnTo>
                    <a:pt x="426436" y="5731910"/>
                  </a:lnTo>
                  <a:lnTo>
                    <a:pt x="406157" y="5687740"/>
                  </a:lnTo>
                  <a:lnTo>
                    <a:pt x="386316" y="5643187"/>
                  </a:lnTo>
                  <a:lnTo>
                    <a:pt x="366915" y="5598254"/>
                  </a:lnTo>
                  <a:lnTo>
                    <a:pt x="347959" y="5552949"/>
                  </a:lnTo>
                  <a:lnTo>
                    <a:pt x="329454" y="5507274"/>
                  </a:lnTo>
                  <a:lnTo>
                    <a:pt x="311403" y="5461237"/>
                  </a:lnTo>
                  <a:lnTo>
                    <a:pt x="293812" y="5414842"/>
                  </a:lnTo>
                  <a:lnTo>
                    <a:pt x="276683" y="5368094"/>
                  </a:lnTo>
                  <a:lnTo>
                    <a:pt x="260023" y="5320998"/>
                  </a:lnTo>
                  <a:lnTo>
                    <a:pt x="243835" y="5273560"/>
                  </a:lnTo>
                  <a:lnTo>
                    <a:pt x="228124" y="5225785"/>
                  </a:lnTo>
                  <a:lnTo>
                    <a:pt x="212894" y="5177678"/>
                  </a:lnTo>
                  <a:lnTo>
                    <a:pt x="198150" y="5129244"/>
                  </a:lnTo>
                  <a:lnTo>
                    <a:pt x="183896" y="5080489"/>
                  </a:lnTo>
                  <a:lnTo>
                    <a:pt x="170137" y="5031417"/>
                  </a:lnTo>
                  <a:lnTo>
                    <a:pt x="156878" y="4982034"/>
                  </a:lnTo>
                  <a:lnTo>
                    <a:pt x="144122" y="4932345"/>
                  </a:lnTo>
                  <a:lnTo>
                    <a:pt x="131874" y="4882355"/>
                  </a:lnTo>
                  <a:lnTo>
                    <a:pt x="120138" y="4832070"/>
                  </a:lnTo>
                  <a:lnTo>
                    <a:pt x="108920" y="4781495"/>
                  </a:lnTo>
                  <a:lnTo>
                    <a:pt x="98224" y="4730634"/>
                  </a:lnTo>
                  <a:lnTo>
                    <a:pt x="88054" y="4679493"/>
                  </a:lnTo>
                  <a:lnTo>
                    <a:pt x="78414" y="4628078"/>
                  </a:lnTo>
                  <a:lnTo>
                    <a:pt x="69309" y="4576393"/>
                  </a:lnTo>
                  <a:lnTo>
                    <a:pt x="60744" y="4524443"/>
                  </a:lnTo>
                  <a:lnTo>
                    <a:pt x="52723" y="4472235"/>
                  </a:lnTo>
                  <a:lnTo>
                    <a:pt x="45250" y="4419772"/>
                  </a:lnTo>
                  <a:lnTo>
                    <a:pt x="38330" y="4367061"/>
                  </a:lnTo>
                  <a:lnTo>
                    <a:pt x="31967" y="4314106"/>
                  </a:lnTo>
                  <a:lnTo>
                    <a:pt x="26167" y="4260913"/>
                  </a:lnTo>
                  <a:lnTo>
                    <a:pt x="20932" y="4207487"/>
                  </a:lnTo>
                  <a:lnTo>
                    <a:pt x="16269" y="4153833"/>
                  </a:lnTo>
                  <a:lnTo>
                    <a:pt x="12181" y="4099956"/>
                  </a:lnTo>
                  <a:lnTo>
                    <a:pt x="8672" y="4045861"/>
                  </a:lnTo>
                  <a:lnTo>
                    <a:pt x="5748" y="3991554"/>
                  </a:lnTo>
                  <a:lnTo>
                    <a:pt x="3413" y="3937040"/>
                  </a:lnTo>
                  <a:lnTo>
                    <a:pt x="1670" y="3882324"/>
                  </a:lnTo>
                  <a:lnTo>
                    <a:pt x="526" y="3827412"/>
                  </a:lnTo>
                  <a:lnTo>
                    <a:pt x="0" y="3772490"/>
                  </a:lnTo>
                  <a:lnTo>
                    <a:pt x="106" y="3717748"/>
                  </a:lnTo>
                  <a:lnTo>
                    <a:pt x="840" y="3663191"/>
                  </a:lnTo>
                  <a:lnTo>
                    <a:pt x="2197" y="3608823"/>
                  </a:lnTo>
                  <a:lnTo>
                    <a:pt x="4172" y="3554651"/>
                  </a:lnTo>
                  <a:lnTo>
                    <a:pt x="6760" y="3500679"/>
                  </a:lnTo>
                  <a:lnTo>
                    <a:pt x="9956" y="3446913"/>
                  </a:lnTo>
                  <a:lnTo>
                    <a:pt x="13756" y="3393359"/>
                  </a:lnTo>
                  <a:lnTo>
                    <a:pt x="18155" y="3340021"/>
                  </a:lnTo>
                  <a:lnTo>
                    <a:pt x="23147" y="3286904"/>
                  </a:lnTo>
                  <a:lnTo>
                    <a:pt x="28729" y="3234015"/>
                  </a:lnTo>
                  <a:lnTo>
                    <a:pt x="34894" y="3181359"/>
                  </a:lnTo>
                  <a:lnTo>
                    <a:pt x="41639" y="3128940"/>
                  </a:lnTo>
                  <a:lnTo>
                    <a:pt x="48959" y="3076765"/>
                  </a:lnTo>
                  <a:lnTo>
                    <a:pt x="56848" y="3024837"/>
                  </a:lnTo>
                  <a:lnTo>
                    <a:pt x="65302" y="2973164"/>
                  </a:lnTo>
                  <a:lnTo>
                    <a:pt x="74316" y="2921750"/>
                  </a:lnTo>
                  <a:lnTo>
                    <a:pt x="83886" y="2870600"/>
                  </a:lnTo>
                  <a:lnTo>
                    <a:pt x="94005" y="2819719"/>
                  </a:lnTo>
                  <a:lnTo>
                    <a:pt x="104671" y="2769114"/>
                  </a:lnTo>
                  <a:lnTo>
                    <a:pt x="115876" y="2718789"/>
                  </a:lnTo>
                  <a:lnTo>
                    <a:pt x="127618" y="2668750"/>
                  </a:lnTo>
                  <a:lnTo>
                    <a:pt x="139891" y="2619002"/>
                  </a:lnTo>
                  <a:lnTo>
                    <a:pt x="152690" y="2569550"/>
                  </a:lnTo>
                  <a:lnTo>
                    <a:pt x="166011" y="2520400"/>
                  </a:lnTo>
                  <a:lnTo>
                    <a:pt x="179848" y="2471557"/>
                  </a:lnTo>
                  <a:lnTo>
                    <a:pt x="194196" y="2423026"/>
                  </a:lnTo>
                  <a:lnTo>
                    <a:pt x="209052" y="2374812"/>
                  </a:lnTo>
                  <a:lnTo>
                    <a:pt x="224409" y="2326921"/>
                  </a:lnTo>
                  <a:lnTo>
                    <a:pt x="240264" y="2279359"/>
                  </a:lnTo>
                  <a:lnTo>
                    <a:pt x="256611" y="2232130"/>
                  </a:lnTo>
                  <a:lnTo>
                    <a:pt x="273446" y="2185240"/>
                  </a:lnTo>
                  <a:lnTo>
                    <a:pt x="290764" y="2138694"/>
                  </a:lnTo>
                  <a:lnTo>
                    <a:pt x="308559" y="2092498"/>
                  </a:lnTo>
                  <a:lnTo>
                    <a:pt x="326827" y="2046656"/>
                  </a:lnTo>
                  <a:lnTo>
                    <a:pt x="345564" y="2001174"/>
                  </a:lnTo>
                  <a:lnTo>
                    <a:pt x="364764" y="1956058"/>
                  </a:lnTo>
                  <a:lnTo>
                    <a:pt x="384423" y="1911313"/>
                  </a:lnTo>
                  <a:lnTo>
                    <a:pt x="404535" y="1866944"/>
                  </a:lnTo>
                  <a:lnTo>
                    <a:pt x="425096" y="1822956"/>
                  </a:lnTo>
                  <a:lnTo>
                    <a:pt x="446102" y="1779355"/>
                  </a:lnTo>
                  <a:lnTo>
                    <a:pt x="467546" y="1736145"/>
                  </a:lnTo>
                  <a:lnTo>
                    <a:pt x="489425" y="1693334"/>
                  </a:lnTo>
                  <a:lnTo>
                    <a:pt x="511734" y="1650924"/>
                  </a:lnTo>
                  <a:lnTo>
                    <a:pt x="534467" y="1608923"/>
                  </a:lnTo>
                  <a:lnTo>
                    <a:pt x="557620" y="1567335"/>
                  </a:lnTo>
                  <a:lnTo>
                    <a:pt x="581189" y="1526166"/>
                  </a:lnTo>
                  <a:lnTo>
                    <a:pt x="605167" y="1485420"/>
                  </a:lnTo>
                  <a:lnTo>
                    <a:pt x="629551" y="1445104"/>
                  </a:lnTo>
                  <a:lnTo>
                    <a:pt x="654336" y="1405222"/>
                  </a:lnTo>
                  <a:lnTo>
                    <a:pt x="679516" y="1365781"/>
                  </a:lnTo>
                  <a:lnTo>
                    <a:pt x="705087" y="1326784"/>
                  </a:lnTo>
                  <a:lnTo>
                    <a:pt x="731044" y="1288238"/>
                  </a:lnTo>
                  <a:lnTo>
                    <a:pt x="757383" y="1250148"/>
                  </a:lnTo>
                  <a:lnTo>
                    <a:pt x="784098" y="1212519"/>
                  </a:lnTo>
                  <a:lnTo>
                    <a:pt x="811184" y="1175356"/>
                  </a:lnTo>
                  <a:lnTo>
                    <a:pt x="838638" y="1138665"/>
                  </a:lnTo>
                  <a:lnTo>
                    <a:pt x="866453" y="1102451"/>
                  </a:lnTo>
                  <a:lnTo>
                    <a:pt x="894625" y="1066720"/>
                  </a:lnTo>
                  <a:lnTo>
                    <a:pt x="923150" y="1031476"/>
                  </a:lnTo>
                  <a:lnTo>
                    <a:pt x="952022" y="996726"/>
                  </a:lnTo>
                  <a:lnTo>
                    <a:pt x="981236" y="962473"/>
                  </a:lnTo>
                  <a:lnTo>
                    <a:pt x="1010789" y="928725"/>
                  </a:lnTo>
                  <a:lnTo>
                    <a:pt x="1040674" y="895485"/>
                  </a:lnTo>
                  <a:lnTo>
                    <a:pt x="1070888" y="862760"/>
                  </a:lnTo>
                  <a:lnTo>
                    <a:pt x="1101424" y="830555"/>
                  </a:lnTo>
                  <a:lnTo>
                    <a:pt x="1132280" y="798874"/>
                  </a:lnTo>
                  <a:lnTo>
                    <a:pt x="1163448" y="767724"/>
                  </a:lnTo>
                  <a:lnTo>
                    <a:pt x="1194926" y="737109"/>
                  </a:lnTo>
                  <a:lnTo>
                    <a:pt x="1226707" y="707035"/>
                  </a:lnTo>
                  <a:lnTo>
                    <a:pt x="1258788" y="677507"/>
                  </a:lnTo>
                  <a:lnTo>
                    <a:pt x="1291163" y="648531"/>
                  </a:lnTo>
                  <a:lnTo>
                    <a:pt x="1323827" y="620112"/>
                  </a:lnTo>
                  <a:lnTo>
                    <a:pt x="1356776" y="592255"/>
                  </a:lnTo>
                  <a:lnTo>
                    <a:pt x="1390005" y="564965"/>
                  </a:lnTo>
                  <a:lnTo>
                    <a:pt x="1423509" y="538248"/>
                  </a:lnTo>
                  <a:lnTo>
                    <a:pt x="1457283" y="512110"/>
                  </a:lnTo>
                  <a:lnTo>
                    <a:pt x="1491322" y="486555"/>
                  </a:lnTo>
                  <a:lnTo>
                    <a:pt x="1525622" y="461588"/>
                  </a:lnTo>
                  <a:lnTo>
                    <a:pt x="1560177" y="437216"/>
                  </a:lnTo>
                  <a:lnTo>
                    <a:pt x="1594983" y="413443"/>
                  </a:lnTo>
                  <a:lnTo>
                    <a:pt x="1630035" y="390274"/>
                  </a:lnTo>
                  <a:lnTo>
                    <a:pt x="1665328" y="367716"/>
                  </a:lnTo>
                  <a:lnTo>
                    <a:pt x="1700858" y="345773"/>
                  </a:lnTo>
                  <a:lnTo>
                    <a:pt x="1736619" y="324451"/>
                  </a:lnTo>
                  <a:lnTo>
                    <a:pt x="1772606" y="303755"/>
                  </a:lnTo>
                  <a:lnTo>
                    <a:pt x="1808816" y="283690"/>
                  </a:lnTo>
                  <a:lnTo>
                    <a:pt x="1845242" y="264262"/>
                  </a:lnTo>
                  <a:lnTo>
                    <a:pt x="1881880" y="245475"/>
                  </a:lnTo>
                  <a:lnTo>
                    <a:pt x="1918726" y="227336"/>
                  </a:lnTo>
                  <a:lnTo>
                    <a:pt x="1955775" y="209850"/>
                  </a:lnTo>
                  <a:lnTo>
                    <a:pt x="1993021" y="193021"/>
                  </a:lnTo>
                  <a:lnTo>
                    <a:pt x="2030459" y="176856"/>
                  </a:lnTo>
                  <a:lnTo>
                    <a:pt x="2068086" y="161359"/>
                  </a:lnTo>
                  <a:lnTo>
                    <a:pt x="2105896" y="146536"/>
                  </a:lnTo>
                  <a:lnTo>
                    <a:pt x="2143884" y="132392"/>
                  </a:lnTo>
                  <a:lnTo>
                    <a:pt x="2182046" y="118932"/>
                  </a:lnTo>
                  <a:lnTo>
                    <a:pt x="2220377" y="106163"/>
                  </a:lnTo>
                  <a:lnTo>
                    <a:pt x="2258871" y="94088"/>
                  </a:lnTo>
                  <a:lnTo>
                    <a:pt x="2297524" y="82714"/>
                  </a:lnTo>
                  <a:lnTo>
                    <a:pt x="2336332" y="72046"/>
                  </a:lnTo>
                  <a:lnTo>
                    <a:pt x="2375288" y="62088"/>
                  </a:lnTo>
                  <a:lnTo>
                    <a:pt x="2414390" y="52847"/>
                  </a:lnTo>
                  <a:lnTo>
                    <a:pt x="2453630" y="44328"/>
                  </a:lnTo>
                  <a:lnTo>
                    <a:pt x="2493006" y="36536"/>
                  </a:lnTo>
                  <a:lnTo>
                    <a:pt x="2532512" y="29476"/>
                  </a:lnTo>
                  <a:lnTo>
                    <a:pt x="2572143" y="23154"/>
                  </a:lnTo>
                  <a:lnTo>
                    <a:pt x="2611894" y="17575"/>
                  </a:lnTo>
                  <a:lnTo>
                    <a:pt x="2651761" y="12744"/>
                  </a:lnTo>
                  <a:lnTo>
                    <a:pt x="2691739" y="8666"/>
                  </a:lnTo>
                  <a:lnTo>
                    <a:pt x="2731822" y="5348"/>
                  </a:lnTo>
                  <a:lnTo>
                    <a:pt x="2772006" y="2794"/>
                  </a:lnTo>
                  <a:lnTo>
                    <a:pt x="2812287" y="1009"/>
                  </a:lnTo>
                  <a:lnTo>
                    <a:pt x="2852659" y="0"/>
                  </a:lnTo>
                  <a:lnTo>
                    <a:pt x="2904720" y="7569654"/>
                  </a:lnTo>
                  <a:close/>
                </a:path>
              </a:pathLst>
            </a:custGeom>
            <a:ln w="20941">
              <a:solidFill>
                <a:schemeClr val="accent3"/>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359F1BA-057D-402E-B9D7-238FFB20282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604937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0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CDD2DA1-926C-3B42-A494-42FAB58EF526}"/>
              </a:ext>
            </a:extLst>
          </p:cNvPr>
          <p:cNvGrpSpPr/>
          <p:nvPr userDrawn="1"/>
        </p:nvGrpSpPr>
        <p:grpSpPr>
          <a:xfrm>
            <a:off x="0" y="1346452"/>
            <a:ext cx="6046320" cy="4630016"/>
            <a:chOff x="0" y="2220399"/>
            <a:chExt cx="9970130" cy="7635240"/>
          </a:xfrm>
        </p:grpSpPr>
        <p:grpSp>
          <p:nvGrpSpPr>
            <p:cNvPr id="11" name="Group 10">
              <a:extLst>
                <a:ext uri="{FF2B5EF4-FFF2-40B4-BE49-F238E27FC236}">
                  <a16:creationId xmlns:a16="http://schemas.microsoft.com/office/drawing/2014/main" id="{1A592010-CD4D-F542-84CE-5FC0FBCEB758}"/>
                </a:ext>
              </a:extLst>
            </p:cNvPr>
            <p:cNvGrpSpPr/>
            <p:nvPr userDrawn="1"/>
          </p:nvGrpSpPr>
          <p:grpSpPr>
            <a:xfrm>
              <a:off x="0" y="2220399"/>
              <a:ext cx="2936240" cy="7635240"/>
              <a:chOff x="0" y="2220399"/>
              <a:chExt cx="2936240" cy="7635240"/>
            </a:xfrm>
          </p:grpSpPr>
          <p:sp>
            <p:nvSpPr>
              <p:cNvPr id="14" name="object 2">
                <a:extLst>
                  <a:ext uri="{FF2B5EF4-FFF2-40B4-BE49-F238E27FC236}">
                    <a16:creationId xmlns:a16="http://schemas.microsoft.com/office/drawing/2014/main" id="{DE122854-3F72-A44C-B511-89F82CF0098E}"/>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5" name="object 3">
                <a:extLst>
                  <a:ext uri="{FF2B5EF4-FFF2-40B4-BE49-F238E27FC236}">
                    <a16:creationId xmlns:a16="http://schemas.microsoft.com/office/drawing/2014/main" id="{82C8E59B-B4A6-E64A-BD3F-26CA268572E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2" name="object 3">
              <a:extLst>
                <a:ext uri="{FF2B5EF4-FFF2-40B4-BE49-F238E27FC236}">
                  <a16:creationId xmlns:a16="http://schemas.microsoft.com/office/drawing/2014/main" id="{3A384C35-3028-AF47-9109-CA5C341D8D41}"/>
                </a:ext>
              </a:extLst>
            </p:cNvPr>
            <p:cNvSpPr/>
            <p:nvPr userDrawn="1"/>
          </p:nvSpPr>
          <p:spPr>
            <a:xfrm>
              <a:off x="7065005" y="2277083"/>
              <a:ext cx="2905125" cy="7570470"/>
            </a:xfrm>
            <a:custGeom>
              <a:avLst/>
              <a:gdLst/>
              <a:ahLst/>
              <a:cxnLst/>
              <a:rect l="l" t="t" r="r" b="b"/>
              <a:pathLst>
                <a:path w="2905125" h="7570470">
                  <a:moveTo>
                    <a:pt x="0" y="7569654"/>
                  </a:moveTo>
                  <a:lnTo>
                    <a:pt x="40369" y="7569883"/>
                  </a:lnTo>
                  <a:lnTo>
                    <a:pt x="80641" y="7569333"/>
                  </a:lnTo>
                  <a:lnTo>
                    <a:pt x="120813" y="7568009"/>
                  </a:lnTo>
                  <a:lnTo>
                    <a:pt x="160879" y="7565916"/>
                  </a:lnTo>
                  <a:lnTo>
                    <a:pt x="200835" y="7563060"/>
                  </a:lnTo>
                  <a:lnTo>
                    <a:pt x="240676" y="7559445"/>
                  </a:lnTo>
                  <a:lnTo>
                    <a:pt x="280399" y="7555077"/>
                  </a:lnTo>
                  <a:lnTo>
                    <a:pt x="319998" y="7549961"/>
                  </a:lnTo>
                  <a:lnTo>
                    <a:pt x="359469" y="7544102"/>
                  </a:lnTo>
                  <a:lnTo>
                    <a:pt x="398808" y="7537505"/>
                  </a:lnTo>
                  <a:lnTo>
                    <a:pt x="438010" y="7530176"/>
                  </a:lnTo>
                  <a:lnTo>
                    <a:pt x="477071" y="7522120"/>
                  </a:lnTo>
                  <a:lnTo>
                    <a:pt x="515986" y="7513342"/>
                  </a:lnTo>
                  <a:lnTo>
                    <a:pt x="554750" y="7503847"/>
                  </a:lnTo>
                  <a:lnTo>
                    <a:pt x="593360" y="7493640"/>
                  </a:lnTo>
                  <a:lnTo>
                    <a:pt x="631811" y="7482727"/>
                  </a:lnTo>
                  <a:lnTo>
                    <a:pt x="670098" y="7471113"/>
                  </a:lnTo>
                  <a:lnTo>
                    <a:pt x="708217" y="7458803"/>
                  </a:lnTo>
                  <a:lnTo>
                    <a:pt x="746163" y="7445802"/>
                  </a:lnTo>
                  <a:lnTo>
                    <a:pt x="783932" y="7432115"/>
                  </a:lnTo>
                  <a:lnTo>
                    <a:pt x="821520" y="7417748"/>
                  </a:lnTo>
                  <a:lnTo>
                    <a:pt x="858921" y="7402706"/>
                  </a:lnTo>
                  <a:lnTo>
                    <a:pt x="896132" y="7386994"/>
                  </a:lnTo>
                  <a:lnTo>
                    <a:pt x="933148" y="7370617"/>
                  </a:lnTo>
                  <a:lnTo>
                    <a:pt x="969964" y="7353580"/>
                  </a:lnTo>
                  <a:lnTo>
                    <a:pt x="1006577" y="7335889"/>
                  </a:lnTo>
                  <a:lnTo>
                    <a:pt x="1042981" y="7317549"/>
                  </a:lnTo>
                  <a:lnTo>
                    <a:pt x="1079172" y="7298565"/>
                  </a:lnTo>
                  <a:lnTo>
                    <a:pt x="1115146" y="7278942"/>
                  </a:lnTo>
                  <a:lnTo>
                    <a:pt x="1150898" y="7258685"/>
                  </a:lnTo>
                  <a:lnTo>
                    <a:pt x="1186423" y="7237800"/>
                  </a:lnTo>
                  <a:lnTo>
                    <a:pt x="1221718" y="7216292"/>
                  </a:lnTo>
                  <a:lnTo>
                    <a:pt x="1256777" y="7194166"/>
                  </a:lnTo>
                  <a:lnTo>
                    <a:pt x="1291597" y="7171427"/>
                  </a:lnTo>
                  <a:lnTo>
                    <a:pt x="1326173" y="7148080"/>
                  </a:lnTo>
                  <a:lnTo>
                    <a:pt x="1360500" y="7124131"/>
                  </a:lnTo>
                  <a:lnTo>
                    <a:pt x="1394573" y="7099585"/>
                  </a:lnTo>
                  <a:lnTo>
                    <a:pt x="1428389" y="7074446"/>
                  </a:lnTo>
                  <a:lnTo>
                    <a:pt x="1461943" y="7048722"/>
                  </a:lnTo>
                  <a:lnTo>
                    <a:pt x="1495230" y="7022415"/>
                  </a:lnTo>
                  <a:lnTo>
                    <a:pt x="1528247" y="6995532"/>
                  </a:lnTo>
                  <a:lnTo>
                    <a:pt x="1560987" y="6968078"/>
                  </a:lnTo>
                  <a:lnTo>
                    <a:pt x="1593448" y="6940058"/>
                  </a:lnTo>
                  <a:lnTo>
                    <a:pt x="1625624" y="6911477"/>
                  </a:lnTo>
                  <a:lnTo>
                    <a:pt x="1657511" y="6882340"/>
                  </a:lnTo>
                  <a:lnTo>
                    <a:pt x="1689105" y="6852653"/>
                  </a:lnTo>
                  <a:lnTo>
                    <a:pt x="1720401" y="6822421"/>
                  </a:lnTo>
                  <a:lnTo>
                    <a:pt x="1751395" y="6791649"/>
                  </a:lnTo>
                  <a:lnTo>
                    <a:pt x="1782081" y="6760342"/>
                  </a:lnTo>
                  <a:lnTo>
                    <a:pt x="1812456" y="6728506"/>
                  </a:lnTo>
                  <a:lnTo>
                    <a:pt x="1842516" y="6696145"/>
                  </a:lnTo>
                  <a:lnTo>
                    <a:pt x="1872255" y="6663265"/>
                  </a:lnTo>
                  <a:lnTo>
                    <a:pt x="1901670" y="6629871"/>
                  </a:lnTo>
                  <a:lnTo>
                    <a:pt x="1930755" y="6595968"/>
                  </a:lnTo>
                  <a:lnTo>
                    <a:pt x="1959506" y="6561561"/>
                  </a:lnTo>
                  <a:lnTo>
                    <a:pt x="1987920" y="6526657"/>
                  </a:lnTo>
                  <a:lnTo>
                    <a:pt x="2015990" y="6491259"/>
                  </a:lnTo>
                  <a:lnTo>
                    <a:pt x="2043714" y="6455373"/>
                  </a:lnTo>
                  <a:lnTo>
                    <a:pt x="2071086" y="6419004"/>
                  </a:lnTo>
                  <a:lnTo>
                    <a:pt x="2098102" y="6382158"/>
                  </a:lnTo>
                  <a:lnTo>
                    <a:pt x="2124757" y="6344839"/>
                  </a:lnTo>
                  <a:lnTo>
                    <a:pt x="2151048" y="6307053"/>
                  </a:lnTo>
                  <a:lnTo>
                    <a:pt x="2176968" y="6268805"/>
                  </a:lnTo>
                  <a:lnTo>
                    <a:pt x="2202515" y="6230101"/>
                  </a:lnTo>
                  <a:lnTo>
                    <a:pt x="2227684" y="6190944"/>
                  </a:lnTo>
                  <a:lnTo>
                    <a:pt x="2252469" y="6151342"/>
                  </a:lnTo>
                  <a:lnTo>
                    <a:pt x="2276867" y="6111298"/>
                  </a:lnTo>
                  <a:lnTo>
                    <a:pt x="2300874" y="6070818"/>
                  </a:lnTo>
                  <a:lnTo>
                    <a:pt x="2324484" y="6029908"/>
                  </a:lnTo>
                  <a:lnTo>
                    <a:pt x="2347693" y="5988572"/>
                  </a:lnTo>
                  <a:lnTo>
                    <a:pt x="2370496" y="5946815"/>
                  </a:lnTo>
                  <a:lnTo>
                    <a:pt x="2392891" y="5904644"/>
                  </a:lnTo>
                  <a:lnTo>
                    <a:pt x="2414870" y="5862062"/>
                  </a:lnTo>
                  <a:lnTo>
                    <a:pt x="2436431" y="5819076"/>
                  </a:lnTo>
                  <a:lnTo>
                    <a:pt x="2457569" y="5775690"/>
                  </a:lnTo>
                  <a:lnTo>
                    <a:pt x="2478280" y="5731910"/>
                  </a:lnTo>
                  <a:lnTo>
                    <a:pt x="2498558" y="5687740"/>
                  </a:lnTo>
                  <a:lnTo>
                    <a:pt x="2518399" y="5643187"/>
                  </a:lnTo>
                  <a:lnTo>
                    <a:pt x="2537800" y="5598254"/>
                  </a:lnTo>
                  <a:lnTo>
                    <a:pt x="2556755" y="5552949"/>
                  </a:lnTo>
                  <a:lnTo>
                    <a:pt x="2575260" y="5507274"/>
                  </a:lnTo>
                  <a:lnTo>
                    <a:pt x="2593310" y="5461237"/>
                  </a:lnTo>
                  <a:lnTo>
                    <a:pt x="2610901" y="5414842"/>
                  </a:lnTo>
                  <a:lnTo>
                    <a:pt x="2628029" y="5368094"/>
                  </a:lnTo>
                  <a:lnTo>
                    <a:pt x="2644689" y="5320998"/>
                  </a:lnTo>
                  <a:lnTo>
                    <a:pt x="2660877" y="5273560"/>
                  </a:lnTo>
                  <a:lnTo>
                    <a:pt x="2676588" y="5225785"/>
                  </a:lnTo>
                  <a:lnTo>
                    <a:pt x="2691817" y="5177678"/>
                  </a:lnTo>
                  <a:lnTo>
                    <a:pt x="2706561" y="5129244"/>
                  </a:lnTo>
                  <a:lnTo>
                    <a:pt x="2720814" y="5080489"/>
                  </a:lnTo>
                  <a:lnTo>
                    <a:pt x="2734573" y="5031417"/>
                  </a:lnTo>
                  <a:lnTo>
                    <a:pt x="2747832" y="4982034"/>
                  </a:lnTo>
                  <a:lnTo>
                    <a:pt x="2760587" y="4932345"/>
                  </a:lnTo>
                  <a:lnTo>
                    <a:pt x="2772835" y="4882355"/>
                  </a:lnTo>
                  <a:lnTo>
                    <a:pt x="2784570" y="4832070"/>
                  </a:lnTo>
                  <a:lnTo>
                    <a:pt x="2795787" y="4781495"/>
                  </a:lnTo>
                  <a:lnTo>
                    <a:pt x="2806483" y="4730634"/>
                  </a:lnTo>
                  <a:lnTo>
                    <a:pt x="2816653" y="4679493"/>
                  </a:lnTo>
                  <a:lnTo>
                    <a:pt x="2826292" y="4628078"/>
                  </a:lnTo>
                  <a:lnTo>
                    <a:pt x="2835397" y="4576393"/>
                  </a:lnTo>
                  <a:lnTo>
                    <a:pt x="2843961" y="4524443"/>
                  </a:lnTo>
                  <a:lnTo>
                    <a:pt x="2851982" y="4472235"/>
                  </a:lnTo>
                  <a:lnTo>
                    <a:pt x="2859455" y="4419772"/>
                  </a:lnTo>
                  <a:lnTo>
                    <a:pt x="2866374" y="4367061"/>
                  </a:lnTo>
                  <a:lnTo>
                    <a:pt x="2872736" y="4314106"/>
                  </a:lnTo>
                  <a:lnTo>
                    <a:pt x="2878536" y="4260913"/>
                  </a:lnTo>
                  <a:lnTo>
                    <a:pt x="2883770" y="4207487"/>
                  </a:lnTo>
                  <a:lnTo>
                    <a:pt x="2888433" y="4153833"/>
                  </a:lnTo>
                  <a:lnTo>
                    <a:pt x="2892521" y="4099956"/>
                  </a:lnTo>
                  <a:lnTo>
                    <a:pt x="2896028" y="4045861"/>
                  </a:lnTo>
                  <a:lnTo>
                    <a:pt x="2898952" y="3991554"/>
                  </a:lnTo>
                  <a:lnTo>
                    <a:pt x="2901287" y="3937040"/>
                  </a:lnTo>
                  <a:lnTo>
                    <a:pt x="2903029" y="3882324"/>
                  </a:lnTo>
                  <a:lnTo>
                    <a:pt x="2904173" y="3827412"/>
                  </a:lnTo>
                  <a:lnTo>
                    <a:pt x="2904700" y="3772490"/>
                  </a:lnTo>
                  <a:lnTo>
                    <a:pt x="2904594" y="3717748"/>
                  </a:lnTo>
                  <a:lnTo>
                    <a:pt x="2903860" y="3663191"/>
                  </a:lnTo>
                  <a:lnTo>
                    <a:pt x="2902504" y="3608823"/>
                  </a:lnTo>
                  <a:lnTo>
                    <a:pt x="2900529" y="3554651"/>
                  </a:lnTo>
                  <a:lnTo>
                    <a:pt x="2897942" y="3500679"/>
                  </a:lnTo>
                  <a:lnTo>
                    <a:pt x="2894746" y="3446913"/>
                  </a:lnTo>
                  <a:lnTo>
                    <a:pt x="2890947" y="3393359"/>
                  </a:lnTo>
                  <a:lnTo>
                    <a:pt x="2886548" y="3340021"/>
                  </a:lnTo>
                  <a:lnTo>
                    <a:pt x="2881556" y="3286904"/>
                  </a:lnTo>
                  <a:lnTo>
                    <a:pt x="2875975" y="3234015"/>
                  </a:lnTo>
                  <a:lnTo>
                    <a:pt x="2869810" y="3181359"/>
                  </a:lnTo>
                  <a:lnTo>
                    <a:pt x="2863066" y="3128940"/>
                  </a:lnTo>
                  <a:lnTo>
                    <a:pt x="2855746" y="3076765"/>
                  </a:lnTo>
                  <a:lnTo>
                    <a:pt x="2847858" y="3024837"/>
                  </a:lnTo>
                  <a:lnTo>
                    <a:pt x="2839404" y="2973164"/>
                  </a:lnTo>
                  <a:lnTo>
                    <a:pt x="2830390" y="2921750"/>
                  </a:lnTo>
                  <a:lnTo>
                    <a:pt x="2820821" y="2870600"/>
                  </a:lnTo>
                  <a:lnTo>
                    <a:pt x="2810702" y="2819719"/>
                  </a:lnTo>
                  <a:lnTo>
                    <a:pt x="2800037" y="2769114"/>
                  </a:lnTo>
                  <a:lnTo>
                    <a:pt x="2788832" y="2718789"/>
                  </a:lnTo>
                  <a:lnTo>
                    <a:pt x="2777090" y="2668750"/>
                  </a:lnTo>
                  <a:lnTo>
                    <a:pt x="2764818" y="2619002"/>
                  </a:lnTo>
                  <a:lnTo>
                    <a:pt x="2752019" y="2569550"/>
                  </a:lnTo>
                  <a:lnTo>
                    <a:pt x="2738699" y="2520400"/>
                  </a:lnTo>
                  <a:lnTo>
                    <a:pt x="2724862" y="2471557"/>
                  </a:lnTo>
                  <a:lnTo>
                    <a:pt x="2710514" y="2423026"/>
                  </a:lnTo>
                  <a:lnTo>
                    <a:pt x="2695659" y="2374812"/>
                  </a:lnTo>
                  <a:lnTo>
                    <a:pt x="2680301" y="2326921"/>
                  </a:lnTo>
                  <a:lnTo>
                    <a:pt x="2664447" y="2279359"/>
                  </a:lnTo>
                  <a:lnTo>
                    <a:pt x="2648100" y="2232130"/>
                  </a:lnTo>
                  <a:lnTo>
                    <a:pt x="2631265" y="2185240"/>
                  </a:lnTo>
                  <a:lnTo>
                    <a:pt x="2613948" y="2138694"/>
                  </a:lnTo>
                  <a:lnTo>
                    <a:pt x="2596153" y="2092498"/>
                  </a:lnTo>
                  <a:lnTo>
                    <a:pt x="2577885" y="2046656"/>
                  </a:lnTo>
                  <a:lnTo>
                    <a:pt x="2559148" y="2001174"/>
                  </a:lnTo>
                  <a:lnTo>
                    <a:pt x="2539948" y="1956058"/>
                  </a:lnTo>
                  <a:lnTo>
                    <a:pt x="2520290" y="1911313"/>
                  </a:lnTo>
                  <a:lnTo>
                    <a:pt x="2500178" y="1866944"/>
                  </a:lnTo>
                  <a:lnTo>
                    <a:pt x="2479617" y="1822956"/>
                  </a:lnTo>
                  <a:lnTo>
                    <a:pt x="2458612" y="1779355"/>
                  </a:lnTo>
                  <a:lnTo>
                    <a:pt x="2437167" y="1736145"/>
                  </a:lnTo>
                  <a:lnTo>
                    <a:pt x="2415289" y="1693334"/>
                  </a:lnTo>
                  <a:lnTo>
                    <a:pt x="2392980" y="1650924"/>
                  </a:lnTo>
                  <a:lnTo>
                    <a:pt x="2370247" y="1608923"/>
                  </a:lnTo>
                  <a:lnTo>
                    <a:pt x="2347094" y="1567335"/>
                  </a:lnTo>
                  <a:lnTo>
                    <a:pt x="2323526" y="1526166"/>
                  </a:lnTo>
                  <a:lnTo>
                    <a:pt x="2299548" y="1485420"/>
                  </a:lnTo>
                  <a:lnTo>
                    <a:pt x="2275164" y="1445104"/>
                  </a:lnTo>
                  <a:lnTo>
                    <a:pt x="2250379" y="1405222"/>
                  </a:lnTo>
                  <a:lnTo>
                    <a:pt x="2225199" y="1365781"/>
                  </a:lnTo>
                  <a:lnTo>
                    <a:pt x="2199628" y="1326784"/>
                  </a:lnTo>
                  <a:lnTo>
                    <a:pt x="2173671" y="1288238"/>
                  </a:lnTo>
                  <a:lnTo>
                    <a:pt x="2147333" y="1250148"/>
                  </a:lnTo>
                  <a:lnTo>
                    <a:pt x="2120618" y="1212519"/>
                  </a:lnTo>
                  <a:lnTo>
                    <a:pt x="2093531" y="1175356"/>
                  </a:lnTo>
                  <a:lnTo>
                    <a:pt x="2066078" y="1138665"/>
                  </a:lnTo>
                  <a:lnTo>
                    <a:pt x="2038263" y="1102451"/>
                  </a:lnTo>
                  <a:lnTo>
                    <a:pt x="2010091" y="1066720"/>
                  </a:lnTo>
                  <a:lnTo>
                    <a:pt x="1981566" y="1031476"/>
                  </a:lnTo>
                  <a:lnTo>
                    <a:pt x="1952694" y="996726"/>
                  </a:lnTo>
                  <a:lnTo>
                    <a:pt x="1923479" y="962473"/>
                  </a:lnTo>
                  <a:lnTo>
                    <a:pt x="1893927" y="928725"/>
                  </a:lnTo>
                  <a:lnTo>
                    <a:pt x="1864042" y="895485"/>
                  </a:lnTo>
                  <a:lnTo>
                    <a:pt x="1833828" y="862760"/>
                  </a:lnTo>
                  <a:lnTo>
                    <a:pt x="1803291" y="830555"/>
                  </a:lnTo>
                  <a:lnTo>
                    <a:pt x="1772436" y="798874"/>
                  </a:lnTo>
                  <a:lnTo>
                    <a:pt x="1741268" y="767724"/>
                  </a:lnTo>
                  <a:lnTo>
                    <a:pt x="1709790" y="737109"/>
                  </a:lnTo>
                  <a:lnTo>
                    <a:pt x="1678008" y="707035"/>
                  </a:lnTo>
                  <a:lnTo>
                    <a:pt x="1645928" y="677507"/>
                  </a:lnTo>
                  <a:lnTo>
                    <a:pt x="1613553" y="648531"/>
                  </a:lnTo>
                  <a:lnTo>
                    <a:pt x="1580888" y="620112"/>
                  </a:lnTo>
                  <a:lnTo>
                    <a:pt x="1547939" y="592255"/>
                  </a:lnTo>
                  <a:lnTo>
                    <a:pt x="1514710" y="564965"/>
                  </a:lnTo>
                  <a:lnTo>
                    <a:pt x="1481207" y="538248"/>
                  </a:lnTo>
                  <a:lnTo>
                    <a:pt x="1447433" y="512110"/>
                  </a:lnTo>
                  <a:lnTo>
                    <a:pt x="1413393" y="486555"/>
                  </a:lnTo>
                  <a:lnTo>
                    <a:pt x="1379094" y="461588"/>
                  </a:lnTo>
                  <a:lnTo>
                    <a:pt x="1344538" y="437216"/>
                  </a:lnTo>
                  <a:lnTo>
                    <a:pt x="1309732" y="413443"/>
                  </a:lnTo>
                  <a:lnTo>
                    <a:pt x="1274680" y="390274"/>
                  </a:lnTo>
                  <a:lnTo>
                    <a:pt x="1239387" y="367716"/>
                  </a:lnTo>
                  <a:lnTo>
                    <a:pt x="1203857" y="345773"/>
                  </a:lnTo>
                  <a:lnTo>
                    <a:pt x="1168096" y="324451"/>
                  </a:lnTo>
                  <a:lnTo>
                    <a:pt x="1132108" y="303755"/>
                  </a:lnTo>
                  <a:lnTo>
                    <a:pt x="1095899" y="283690"/>
                  </a:lnTo>
                  <a:lnTo>
                    <a:pt x="1059472" y="264262"/>
                  </a:lnTo>
                  <a:lnTo>
                    <a:pt x="1022834" y="245475"/>
                  </a:lnTo>
                  <a:lnTo>
                    <a:pt x="985988" y="227336"/>
                  </a:lnTo>
                  <a:lnTo>
                    <a:pt x="948939" y="209850"/>
                  </a:lnTo>
                  <a:lnTo>
                    <a:pt x="911693" y="193021"/>
                  </a:lnTo>
                  <a:lnTo>
                    <a:pt x="874254" y="176856"/>
                  </a:lnTo>
                  <a:lnTo>
                    <a:pt x="836627" y="161359"/>
                  </a:lnTo>
                  <a:lnTo>
                    <a:pt x="798817" y="146536"/>
                  </a:lnTo>
                  <a:lnTo>
                    <a:pt x="760829" y="132392"/>
                  </a:lnTo>
                  <a:lnTo>
                    <a:pt x="722667" y="118932"/>
                  </a:lnTo>
                  <a:lnTo>
                    <a:pt x="684336" y="106163"/>
                  </a:lnTo>
                  <a:lnTo>
                    <a:pt x="645842" y="94088"/>
                  </a:lnTo>
                  <a:lnTo>
                    <a:pt x="607188" y="82714"/>
                  </a:lnTo>
                  <a:lnTo>
                    <a:pt x="568381" y="72046"/>
                  </a:lnTo>
                  <a:lnTo>
                    <a:pt x="529424" y="62088"/>
                  </a:lnTo>
                  <a:lnTo>
                    <a:pt x="490322" y="52847"/>
                  </a:lnTo>
                  <a:lnTo>
                    <a:pt x="451081" y="44328"/>
                  </a:lnTo>
                  <a:lnTo>
                    <a:pt x="411705" y="36536"/>
                  </a:lnTo>
                  <a:lnTo>
                    <a:pt x="372199" y="29476"/>
                  </a:lnTo>
                  <a:lnTo>
                    <a:pt x="332568" y="23154"/>
                  </a:lnTo>
                  <a:lnTo>
                    <a:pt x="292816" y="17575"/>
                  </a:lnTo>
                  <a:lnTo>
                    <a:pt x="252949" y="12744"/>
                  </a:lnTo>
                  <a:lnTo>
                    <a:pt x="212971" y="8666"/>
                  </a:lnTo>
                  <a:lnTo>
                    <a:pt x="172888" y="5348"/>
                  </a:lnTo>
                  <a:lnTo>
                    <a:pt x="132703" y="2794"/>
                  </a:lnTo>
                  <a:lnTo>
                    <a:pt x="92422" y="1009"/>
                  </a:lnTo>
                  <a:lnTo>
                    <a:pt x="52050" y="0"/>
                  </a:lnTo>
                  <a:lnTo>
                    <a:pt x="0" y="7569654"/>
                  </a:lnTo>
                  <a:close/>
                </a:path>
              </a:pathLst>
            </a:custGeom>
            <a:ln w="20941">
              <a:solidFill>
                <a:schemeClr val="accent3"/>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2B3B8E3D-663B-3E4A-8391-5128AA23B5FA}"/>
                </a:ext>
              </a:extLst>
            </p:cNvPr>
            <p:cNvSpPr/>
            <p:nvPr userDrawn="1"/>
          </p:nvSpPr>
          <p:spPr>
            <a:xfrm>
              <a:off x="3541476" y="2277083"/>
              <a:ext cx="2905125" cy="7570470"/>
            </a:xfrm>
            <a:custGeom>
              <a:avLst/>
              <a:gdLst/>
              <a:ahLst/>
              <a:cxnLst/>
              <a:rect l="l" t="t" r="r" b="b"/>
              <a:pathLst>
                <a:path w="2905125" h="7570470">
                  <a:moveTo>
                    <a:pt x="2904720" y="7569654"/>
                  </a:moveTo>
                  <a:lnTo>
                    <a:pt x="2864351" y="7569883"/>
                  </a:lnTo>
                  <a:lnTo>
                    <a:pt x="2824079" y="7569333"/>
                  </a:lnTo>
                  <a:lnTo>
                    <a:pt x="2783907" y="7568009"/>
                  </a:lnTo>
                  <a:lnTo>
                    <a:pt x="2743842" y="7565916"/>
                  </a:lnTo>
                  <a:lnTo>
                    <a:pt x="2703886" y="7563060"/>
                  </a:lnTo>
                  <a:lnTo>
                    <a:pt x="2664045" y="7559445"/>
                  </a:lnTo>
                  <a:lnTo>
                    <a:pt x="2624322" y="7555077"/>
                  </a:lnTo>
                  <a:lnTo>
                    <a:pt x="2584723" y="7549961"/>
                  </a:lnTo>
                  <a:lnTo>
                    <a:pt x="2545252" y="7544102"/>
                  </a:lnTo>
                  <a:lnTo>
                    <a:pt x="2505914" y="7537505"/>
                  </a:lnTo>
                  <a:lnTo>
                    <a:pt x="2466712" y="7530176"/>
                  </a:lnTo>
                  <a:lnTo>
                    <a:pt x="2427651" y="7522120"/>
                  </a:lnTo>
                  <a:lnTo>
                    <a:pt x="2388736" y="7513342"/>
                  </a:lnTo>
                  <a:lnTo>
                    <a:pt x="2349972" y="7503847"/>
                  </a:lnTo>
                  <a:lnTo>
                    <a:pt x="2311362" y="7493640"/>
                  </a:lnTo>
                  <a:lnTo>
                    <a:pt x="2272912" y="7482727"/>
                  </a:lnTo>
                  <a:lnTo>
                    <a:pt x="2234625" y="7471113"/>
                  </a:lnTo>
                  <a:lnTo>
                    <a:pt x="2196506" y="7458803"/>
                  </a:lnTo>
                  <a:lnTo>
                    <a:pt x="2158560" y="7445802"/>
                  </a:lnTo>
                  <a:lnTo>
                    <a:pt x="2120791" y="7432115"/>
                  </a:lnTo>
                  <a:lnTo>
                    <a:pt x="2083203" y="7417748"/>
                  </a:lnTo>
                  <a:lnTo>
                    <a:pt x="2045802" y="7402706"/>
                  </a:lnTo>
                  <a:lnTo>
                    <a:pt x="2008591" y="7386994"/>
                  </a:lnTo>
                  <a:lnTo>
                    <a:pt x="1971575" y="7370617"/>
                  </a:lnTo>
                  <a:lnTo>
                    <a:pt x="1934759" y="7353580"/>
                  </a:lnTo>
                  <a:lnTo>
                    <a:pt x="1898147" y="7335889"/>
                  </a:lnTo>
                  <a:lnTo>
                    <a:pt x="1861743" y="7317549"/>
                  </a:lnTo>
                  <a:lnTo>
                    <a:pt x="1825552" y="7298565"/>
                  </a:lnTo>
                  <a:lnTo>
                    <a:pt x="1789578" y="7278942"/>
                  </a:lnTo>
                  <a:lnTo>
                    <a:pt x="1753826" y="7258685"/>
                  </a:lnTo>
                  <a:lnTo>
                    <a:pt x="1718300" y="7237800"/>
                  </a:lnTo>
                  <a:lnTo>
                    <a:pt x="1683006" y="7216292"/>
                  </a:lnTo>
                  <a:lnTo>
                    <a:pt x="1647946" y="7194166"/>
                  </a:lnTo>
                  <a:lnTo>
                    <a:pt x="1613126" y="7171427"/>
                  </a:lnTo>
                  <a:lnTo>
                    <a:pt x="1578551" y="7148080"/>
                  </a:lnTo>
                  <a:lnTo>
                    <a:pt x="1544224" y="7124131"/>
                  </a:lnTo>
                  <a:lnTo>
                    <a:pt x="1510150" y="7099585"/>
                  </a:lnTo>
                  <a:lnTo>
                    <a:pt x="1476334" y="7074446"/>
                  </a:lnTo>
                  <a:lnTo>
                    <a:pt x="1442780" y="7048722"/>
                  </a:lnTo>
                  <a:lnTo>
                    <a:pt x="1409493" y="7022415"/>
                  </a:lnTo>
                  <a:lnTo>
                    <a:pt x="1376476" y="6995532"/>
                  </a:lnTo>
                  <a:lnTo>
                    <a:pt x="1343736" y="6968078"/>
                  </a:lnTo>
                  <a:lnTo>
                    <a:pt x="1311275" y="6940058"/>
                  </a:lnTo>
                  <a:lnTo>
                    <a:pt x="1279099" y="6911477"/>
                  </a:lnTo>
                  <a:lnTo>
                    <a:pt x="1247211" y="6882340"/>
                  </a:lnTo>
                  <a:lnTo>
                    <a:pt x="1215617" y="6852653"/>
                  </a:lnTo>
                  <a:lnTo>
                    <a:pt x="1184321" y="6822421"/>
                  </a:lnTo>
                  <a:lnTo>
                    <a:pt x="1153328" y="6791649"/>
                  </a:lnTo>
                  <a:lnTo>
                    <a:pt x="1122641" y="6760342"/>
                  </a:lnTo>
                  <a:lnTo>
                    <a:pt x="1092266" y="6728506"/>
                  </a:lnTo>
                  <a:lnTo>
                    <a:pt x="1062206" y="6696145"/>
                  </a:lnTo>
                  <a:lnTo>
                    <a:pt x="1032466" y="6663265"/>
                  </a:lnTo>
                  <a:lnTo>
                    <a:pt x="1003052" y="6629871"/>
                  </a:lnTo>
                  <a:lnTo>
                    <a:pt x="973966" y="6595968"/>
                  </a:lnTo>
                  <a:lnTo>
                    <a:pt x="945215" y="6561561"/>
                  </a:lnTo>
                  <a:lnTo>
                    <a:pt x="916801" y="6526657"/>
                  </a:lnTo>
                  <a:lnTo>
                    <a:pt x="888730" y="6491259"/>
                  </a:lnTo>
                  <a:lnTo>
                    <a:pt x="861006" y="6455373"/>
                  </a:lnTo>
                  <a:lnTo>
                    <a:pt x="833634" y="6419004"/>
                  </a:lnTo>
                  <a:lnTo>
                    <a:pt x="806618" y="6382158"/>
                  </a:lnTo>
                  <a:lnTo>
                    <a:pt x="779963" y="6344839"/>
                  </a:lnTo>
                  <a:lnTo>
                    <a:pt x="753672" y="6307053"/>
                  </a:lnTo>
                  <a:lnTo>
                    <a:pt x="727751" y="6268805"/>
                  </a:lnTo>
                  <a:lnTo>
                    <a:pt x="702204" y="6230101"/>
                  </a:lnTo>
                  <a:lnTo>
                    <a:pt x="677035" y="6190944"/>
                  </a:lnTo>
                  <a:lnTo>
                    <a:pt x="652249" y="6151342"/>
                  </a:lnTo>
                  <a:lnTo>
                    <a:pt x="627851" y="6111298"/>
                  </a:lnTo>
                  <a:lnTo>
                    <a:pt x="603844" y="6070818"/>
                  </a:lnTo>
                  <a:lnTo>
                    <a:pt x="580234" y="6029908"/>
                  </a:lnTo>
                  <a:lnTo>
                    <a:pt x="557025" y="5988572"/>
                  </a:lnTo>
                  <a:lnTo>
                    <a:pt x="534221" y="5946815"/>
                  </a:lnTo>
                  <a:lnTo>
                    <a:pt x="511826" y="5904644"/>
                  </a:lnTo>
                  <a:lnTo>
                    <a:pt x="489846" y="5862062"/>
                  </a:lnTo>
                  <a:lnTo>
                    <a:pt x="468285" y="5819076"/>
                  </a:lnTo>
                  <a:lnTo>
                    <a:pt x="447146" y="5775690"/>
                  </a:lnTo>
                  <a:lnTo>
                    <a:pt x="426436" y="5731910"/>
                  </a:lnTo>
                  <a:lnTo>
                    <a:pt x="406157" y="5687740"/>
                  </a:lnTo>
                  <a:lnTo>
                    <a:pt x="386316" y="5643187"/>
                  </a:lnTo>
                  <a:lnTo>
                    <a:pt x="366915" y="5598254"/>
                  </a:lnTo>
                  <a:lnTo>
                    <a:pt x="347959" y="5552949"/>
                  </a:lnTo>
                  <a:lnTo>
                    <a:pt x="329454" y="5507274"/>
                  </a:lnTo>
                  <a:lnTo>
                    <a:pt x="311403" y="5461237"/>
                  </a:lnTo>
                  <a:lnTo>
                    <a:pt x="293812" y="5414842"/>
                  </a:lnTo>
                  <a:lnTo>
                    <a:pt x="276683" y="5368094"/>
                  </a:lnTo>
                  <a:lnTo>
                    <a:pt x="260023" y="5320998"/>
                  </a:lnTo>
                  <a:lnTo>
                    <a:pt x="243835" y="5273560"/>
                  </a:lnTo>
                  <a:lnTo>
                    <a:pt x="228124" y="5225785"/>
                  </a:lnTo>
                  <a:lnTo>
                    <a:pt x="212894" y="5177678"/>
                  </a:lnTo>
                  <a:lnTo>
                    <a:pt x="198150" y="5129244"/>
                  </a:lnTo>
                  <a:lnTo>
                    <a:pt x="183896" y="5080489"/>
                  </a:lnTo>
                  <a:lnTo>
                    <a:pt x="170137" y="5031417"/>
                  </a:lnTo>
                  <a:lnTo>
                    <a:pt x="156878" y="4982034"/>
                  </a:lnTo>
                  <a:lnTo>
                    <a:pt x="144122" y="4932345"/>
                  </a:lnTo>
                  <a:lnTo>
                    <a:pt x="131874" y="4882355"/>
                  </a:lnTo>
                  <a:lnTo>
                    <a:pt x="120138" y="4832070"/>
                  </a:lnTo>
                  <a:lnTo>
                    <a:pt x="108920" y="4781495"/>
                  </a:lnTo>
                  <a:lnTo>
                    <a:pt x="98224" y="4730634"/>
                  </a:lnTo>
                  <a:lnTo>
                    <a:pt x="88054" y="4679493"/>
                  </a:lnTo>
                  <a:lnTo>
                    <a:pt x="78414" y="4628078"/>
                  </a:lnTo>
                  <a:lnTo>
                    <a:pt x="69309" y="4576393"/>
                  </a:lnTo>
                  <a:lnTo>
                    <a:pt x="60744" y="4524443"/>
                  </a:lnTo>
                  <a:lnTo>
                    <a:pt x="52723" y="4472235"/>
                  </a:lnTo>
                  <a:lnTo>
                    <a:pt x="45250" y="4419772"/>
                  </a:lnTo>
                  <a:lnTo>
                    <a:pt x="38330" y="4367061"/>
                  </a:lnTo>
                  <a:lnTo>
                    <a:pt x="31967" y="4314106"/>
                  </a:lnTo>
                  <a:lnTo>
                    <a:pt x="26167" y="4260913"/>
                  </a:lnTo>
                  <a:lnTo>
                    <a:pt x="20932" y="4207487"/>
                  </a:lnTo>
                  <a:lnTo>
                    <a:pt x="16269" y="4153833"/>
                  </a:lnTo>
                  <a:lnTo>
                    <a:pt x="12181" y="4099956"/>
                  </a:lnTo>
                  <a:lnTo>
                    <a:pt x="8672" y="4045861"/>
                  </a:lnTo>
                  <a:lnTo>
                    <a:pt x="5748" y="3991554"/>
                  </a:lnTo>
                  <a:lnTo>
                    <a:pt x="3413" y="3937040"/>
                  </a:lnTo>
                  <a:lnTo>
                    <a:pt x="1670" y="3882324"/>
                  </a:lnTo>
                  <a:lnTo>
                    <a:pt x="526" y="3827412"/>
                  </a:lnTo>
                  <a:lnTo>
                    <a:pt x="0" y="3772490"/>
                  </a:lnTo>
                  <a:lnTo>
                    <a:pt x="106" y="3717748"/>
                  </a:lnTo>
                  <a:lnTo>
                    <a:pt x="840" y="3663191"/>
                  </a:lnTo>
                  <a:lnTo>
                    <a:pt x="2197" y="3608823"/>
                  </a:lnTo>
                  <a:lnTo>
                    <a:pt x="4172" y="3554651"/>
                  </a:lnTo>
                  <a:lnTo>
                    <a:pt x="6760" y="3500679"/>
                  </a:lnTo>
                  <a:lnTo>
                    <a:pt x="9956" y="3446913"/>
                  </a:lnTo>
                  <a:lnTo>
                    <a:pt x="13756" y="3393359"/>
                  </a:lnTo>
                  <a:lnTo>
                    <a:pt x="18155" y="3340021"/>
                  </a:lnTo>
                  <a:lnTo>
                    <a:pt x="23147" y="3286904"/>
                  </a:lnTo>
                  <a:lnTo>
                    <a:pt x="28729" y="3234015"/>
                  </a:lnTo>
                  <a:lnTo>
                    <a:pt x="34894" y="3181359"/>
                  </a:lnTo>
                  <a:lnTo>
                    <a:pt x="41639" y="3128940"/>
                  </a:lnTo>
                  <a:lnTo>
                    <a:pt x="48959" y="3076765"/>
                  </a:lnTo>
                  <a:lnTo>
                    <a:pt x="56848" y="3024837"/>
                  </a:lnTo>
                  <a:lnTo>
                    <a:pt x="65302" y="2973164"/>
                  </a:lnTo>
                  <a:lnTo>
                    <a:pt x="74316" y="2921750"/>
                  </a:lnTo>
                  <a:lnTo>
                    <a:pt x="83886" y="2870600"/>
                  </a:lnTo>
                  <a:lnTo>
                    <a:pt x="94005" y="2819719"/>
                  </a:lnTo>
                  <a:lnTo>
                    <a:pt x="104671" y="2769114"/>
                  </a:lnTo>
                  <a:lnTo>
                    <a:pt x="115876" y="2718789"/>
                  </a:lnTo>
                  <a:lnTo>
                    <a:pt x="127618" y="2668750"/>
                  </a:lnTo>
                  <a:lnTo>
                    <a:pt x="139891" y="2619002"/>
                  </a:lnTo>
                  <a:lnTo>
                    <a:pt x="152690" y="2569550"/>
                  </a:lnTo>
                  <a:lnTo>
                    <a:pt x="166011" y="2520400"/>
                  </a:lnTo>
                  <a:lnTo>
                    <a:pt x="179848" y="2471557"/>
                  </a:lnTo>
                  <a:lnTo>
                    <a:pt x="194196" y="2423026"/>
                  </a:lnTo>
                  <a:lnTo>
                    <a:pt x="209052" y="2374812"/>
                  </a:lnTo>
                  <a:lnTo>
                    <a:pt x="224409" y="2326921"/>
                  </a:lnTo>
                  <a:lnTo>
                    <a:pt x="240264" y="2279359"/>
                  </a:lnTo>
                  <a:lnTo>
                    <a:pt x="256611" y="2232130"/>
                  </a:lnTo>
                  <a:lnTo>
                    <a:pt x="273446" y="2185240"/>
                  </a:lnTo>
                  <a:lnTo>
                    <a:pt x="290764" y="2138694"/>
                  </a:lnTo>
                  <a:lnTo>
                    <a:pt x="308559" y="2092498"/>
                  </a:lnTo>
                  <a:lnTo>
                    <a:pt x="326827" y="2046656"/>
                  </a:lnTo>
                  <a:lnTo>
                    <a:pt x="345564" y="2001174"/>
                  </a:lnTo>
                  <a:lnTo>
                    <a:pt x="364764" y="1956058"/>
                  </a:lnTo>
                  <a:lnTo>
                    <a:pt x="384423" y="1911313"/>
                  </a:lnTo>
                  <a:lnTo>
                    <a:pt x="404535" y="1866944"/>
                  </a:lnTo>
                  <a:lnTo>
                    <a:pt x="425096" y="1822956"/>
                  </a:lnTo>
                  <a:lnTo>
                    <a:pt x="446102" y="1779355"/>
                  </a:lnTo>
                  <a:lnTo>
                    <a:pt x="467546" y="1736145"/>
                  </a:lnTo>
                  <a:lnTo>
                    <a:pt x="489425" y="1693334"/>
                  </a:lnTo>
                  <a:lnTo>
                    <a:pt x="511734" y="1650924"/>
                  </a:lnTo>
                  <a:lnTo>
                    <a:pt x="534467" y="1608923"/>
                  </a:lnTo>
                  <a:lnTo>
                    <a:pt x="557620" y="1567335"/>
                  </a:lnTo>
                  <a:lnTo>
                    <a:pt x="581189" y="1526166"/>
                  </a:lnTo>
                  <a:lnTo>
                    <a:pt x="605167" y="1485420"/>
                  </a:lnTo>
                  <a:lnTo>
                    <a:pt x="629551" y="1445104"/>
                  </a:lnTo>
                  <a:lnTo>
                    <a:pt x="654336" y="1405222"/>
                  </a:lnTo>
                  <a:lnTo>
                    <a:pt x="679516" y="1365781"/>
                  </a:lnTo>
                  <a:lnTo>
                    <a:pt x="705087" y="1326784"/>
                  </a:lnTo>
                  <a:lnTo>
                    <a:pt x="731044" y="1288238"/>
                  </a:lnTo>
                  <a:lnTo>
                    <a:pt x="757383" y="1250148"/>
                  </a:lnTo>
                  <a:lnTo>
                    <a:pt x="784098" y="1212519"/>
                  </a:lnTo>
                  <a:lnTo>
                    <a:pt x="811184" y="1175356"/>
                  </a:lnTo>
                  <a:lnTo>
                    <a:pt x="838638" y="1138665"/>
                  </a:lnTo>
                  <a:lnTo>
                    <a:pt x="866453" y="1102451"/>
                  </a:lnTo>
                  <a:lnTo>
                    <a:pt x="894625" y="1066720"/>
                  </a:lnTo>
                  <a:lnTo>
                    <a:pt x="923150" y="1031476"/>
                  </a:lnTo>
                  <a:lnTo>
                    <a:pt x="952022" y="996726"/>
                  </a:lnTo>
                  <a:lnTo>
                    <a:pt x="981236" y="962473"/>
                  </a:lnTo>
                  <a:lnTo>
                    <a:pt x="1010789" y="928725"/>
                  </a:lnTo>
                  <a:lnTo>
                    <a:pt x="1040674" y="895485"/>
                  </a:lnTo>
                  <a:lnTo>
                    <a:pt x="1070888" y="862760"/>
                  </a:lnTo>
                  <a:lnTo>
                    <a:pt x="1101424" y="830555"/>
                  </a:lnTo>
                  <a:lnTo>
                    <a:pt x="1132280" y="798874"/>
                  </a:lnTo>
                  <a:lnTo>
                    <a:pt x="1163448" y="767724"/>
                  </a:lnTo>
                  <a:lnTo>
                    <a:pt x="1194926" y="737109"/>
                  </a:lnTo>
                  <a:lnTo>
                    <a:pt x="1226707" y="707035"/>
                  </a:lnTo>
                  <a:lnTo>
                    <a:pt x="1258788" y="677507"/>
                  </a:lnTo>
                  <a:lnTo>
                    <a:pt x="1291163" y="648531"/>
                  </a:lnTo>
                  <a:lnTo>
                    <a:pt x="1323827" y="620112"/>
                  </a:lnTo>
                  <a:lnTo>
                    <a:pt x="1356776" y="592255"/>
                  </a:lnTo>
                  <a:lnTo>
                    <a:pt x="1390005" y="564965"/>
                  </a:lnTo>
                  <a:lnTo>
                    <a:pt x="1423509" y="538248"/>
                  </a:lnTo>
                  <a:lnTo>
                    <a:pt x="1457283" y="512110"/>
                  </a:lnTo>
                  <a:lnTo>
                    <a:pt x="1491322" y="486555"/>
                  </a:lnTo>
                  <a:lnTo>
                    <a:pt x="1525622" y="461588"/>
                  </a:lnTo>
                  <a:lnTo>
                    <a:pt x="1560177" y="437216"/>
                  </a:lnTo>
                  <a:lnTo>
                    <a:pt x="1594983" y="413443"/>
                  </a:lnTo>
                  <a:lnTo>
                    <a:pt x="1630035" y="390274"/>
                  </a:lnTo>
                  <a:lnTo>
                    <a:pt x="1665328" y="367716"/>
                  </a:lnTo>
                  <a:lnTo>
                    <a:pt x="1700858" y="345773"/>
                  </a:lnTo>
                  <a:lnTo>
                    <a:pt x="1736619" y="324451"/>
                  </a:lnTo>
                  <a:lnTo>
                    <a:pt x="1772606" y="303755"/>
                  </a:lnTo>
                  <a:lnTo>
                    <a:pt x="1808816" y="283690"/>
                  </a:lnTo>
                  <a:lnTo>
                    <a:pt x="1845242" y="264262"/>
                  </a:lnTo>
                  <a:lnTo>
                    <a:pt x="1881880" y="245475"/>
                  </a:lnTo>
                  <a:lnTo>
                    <a:pt x="1918726" y="227336"/>
                  </a:lnTo>
                  <a:lnTo>
                    <a:pt x="1955775" y="209850"/>
                  </a:lnTo>
                  <a:lnTo>
                    <a:pt x="1993021" y="193021"/>
                  </a:lnTo>
                  <a:lnTo>
                    <a:pt x="2030459" y="176856"/>
                  </a:lnTo>
                  <a:lnTo>
                    <a:pt x="2068086" y="161359"/>
                  </a:lnTo>
                  <a:lnTo>
                    <a:pt x="2105896" y="146536"/>
                  </a:lnTo>
                  <a:lnTo>
                    <a:pt x="2143884" y="132392"/>
                  </a:lnTo>
                  <a:lnTo>
                    <a:pt x="2182046" y="118932"/>
                  </a:lnTo>
                  <a:lnTo>
                    <a:pt x="2220377" y="106163"/>
                  </a:lnTo>
                  <a:lnTo>
                    <a:pt x="2258871" y="94088"/>
                  </a:lnTo>
                  <a:lnTo>
                    <a:pt x="2297524" y="82714"/>
                  </a:lnTo>
                  <a:lnTo>
                    <a:pt x="2336332" y="72046"/>
                  </a:lnTo>
                  <a:lnTo>
                    <a:pt x="2375288" y="62088"/>
                  </a:lnTo>
                  <a:lnTo>
                    <a:pt x="2414390" y="52847"/>
                  </a:lnTo>
                  <a:lnTo>
                    <a:pt x="2453630" y="44328"/>
                  </a:lnTo>
                  <a:lnTo>
                    <a:pt x="2493006" y="36536"/>
                  </a:lnTo>
                  <a:lnTo>
                    <a:pt x="2532512" y="29476"/>
                  </a:lnTo>
                  <a:lnTo>
                    <a:pt x="2572143" y="23154"/>
                  </a:lnTo>
                  <a:lnTo>
                    <a:pt x="2611894" y="17575"/>
                  </a:lnTo>
                  <a:lnTo>
                    <a:pt x="2651761" y="12744"/>
                  </a:lnTo>
                  <a:lnTo>
                    <a:pt x="2691739" y="8666"/>
                  </a:lnTo>
                  <a:lnTo>
                    <a:pt x="2731822" y="5348"/>
                  </a:lnTo>
                  <a:lnTo>
                    <a:pt x="2772006" y="2794"/>
                  </a:lnTo>
                  <a:lnTo>
                    <a:pt x="2812287" y="1009"/>
                  </a:lnTo>
                  <a:lnTo>
                    <a:pt x="2852659" y="0"/>
                  </a:lnTo>
                  <a:lnTo>
                    <a:pt x="2904720" y="7569654"/>
                  </a:lnTo>
                  <a:close/>
                </a:path>
              </a:pathLst>
            </a:custGeom>
            <a:ln w="20941">
              <a:solidFill>
                <a:schemeClr val="accent3"/>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124AB2C5-C3A5-47C7-8BE8-7BE2B8E1D9B8}"/>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654996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Subtopic">
    <p:bg>
      <p:bgPr>
        <a:solidFill>
          <a:srgbClr val="8CB4AB"/>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CA6AA6F-5315-479A-B9E5-74FDC154A833}"/>
              </a:ext>
            </a:extLst>
          </p:cNvPr>
          <p:cNvGrpSpPr/>
          <p:nvPr userDrawn="1"/>
        </p:nvGrpSpPr>
        <p:grpSpPr>
          <a:xfrm>
            <a:off x="3175" y="3180"/>
            <a:ext cx="12185982" cy="6851495"/>
            <a:chOff x="5236" y="5245"/>
            <a:chExt cx="20095764" cy="11298622"/>
          </a:xfrm>
        </p:grpSpPr>
        <p:sp>
          <p:nvSpPr>
            <p:cNvPr id="11" name="object 3">
              <a:extLst>
                <a:ext uri="{FF2B5EF4-FFF2-40B4-BE49-F238E27FC236}">
                  <a16:creationId xmlns:a16="http://schemas.microsoft.com/office/drawing/2014/main" id="{5C7F10EF-E8F4-7F49-BB49-2A5A83D1B6B9}"/>
                </a:ext>
              </a:extLst>
            </p:cNvPr>
            <p:cNvSpPr/>
            <p:nvPr userDrawn="1"/>
          </p:nvSpPr>
          <p:spPr>
            <a:xfrm>
              <a:off x="18971133" y="5247"/>
              <a:ext cx="1129754" cy="1166495"/>
            </a:xfrm>
            <a:custGeom>
              <a:avLst/>
              <a:gdLst/>
              <a:ahLst/>
              <a:cxnLst/>
              <a:rect l="l" t="t" r="r" b="b"/>
              <a:pathLst>
                <a:path w="1129665" h="1166495">
                  <a:moveTo>
                    <a:pt x="1129230"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29230" y="317128"/>
                  </a:lnTo>
                  <a:lnTo>
                    <a:pt x="1129230" y="0"/>
                  </a:lnTo>
                  <a:close/>
                </a:path>
              </a:pathLst>
            </a:custGeom>
            <a:solidFill>
              <a:srgbClr val="90B8AF"/>
            </a:solidFill>
          </p:spPr>
          <p:txBody>
            <a:bodyPr wrap="square" lIns="0" tIns="0" rIns="0" bIns="0" rtlCol="0"/>
            <a:lstStyle/>
            <a:p>
              <a:endParaRPr sz="1092"/>
            </a:p>
          </p:txBody>
        </p:sp>
        <p:sp>
          <p:nvSpPr>
            <p:cNvPr id="12" name="object 4">
              <a:extLst>
                <a:ext uri="{FF2B5EF4-FFF2-40B4-BE49-F238E27FC236}">
                  <a16:creationId xmlns:a16="http://schemas.microsoft.com/office/drawing/2014/main" id="{66314C93-A99C-4A4C-A584-E245B9CB57C9}"/>
                </a:ext>
              </a:extLst>
            </p:cNvPr>
            <p:cNvSpPr/>
            <p:nvPr userDrawn="1"/>
          </p:nvSpPr>
          <p:spPr>
            <a:xfrm>
              <a:off x="17702653" y="5245"/>
              <a:ext cx="1175478" cy="1167130"/>
            </a:xfrm>
            <a:custGeom>
              <a:avLst/>
              <a:gdLst/>
              <a:ahLst/>
              <a:cxnLst/>
              <a:rect l="l" t="t" r="r" b="b"/>
              <a:pathLst>
                <a:path w="1175384" h="1167130">
                  <a:moveTo>
                    <a:pt x="1174912" y="0"/>
                  </a:moveTo>
                  <a:lnTo>
                    <a:pt x="0" y="0"/>
                  </a:lnTo>
                  <a:lnTo>
                    <a:pt x="291" y="1166901"/>
                  </a:lnTo>
                  <a:lnTo>
                    <a:pt x="48715" y="1165921"/>
                  </a:lnTo>
                  <a:lnTo>
                    <a:pt x="96640" y="1163007"/>
                  </a:lnTo>
                  <a:lnTo>
                    <a:pt x="144030" y="1158196"/>
                  </a:lnTo>
                  <a:lnTo>
                    <a:pt x="190845" y="1151525"/>
                  </a:lnTo>
                  <a:lnTo>
                    <a:pt x="237048" y="1143034"/>
                  </a:lnTo>
                  <a:lnTo>
                    <a:pt x="282602" y="1132759"/>
                  </a:lnTo>
                  <a:lnTo>
                    <a:pt x="327469" y="1120739"/>
                  </a:lnTo>
                  <a:lnTo>
                    <a:pt x="371610" y="1107010"/>
                  </a:lnTo>
                  <a:lnTo>
                    <a:pt x="414988" y="1091612"/>
                  </a:lnTo>
                  <a:lnTo>
                    <a:pt x="457566" y="1074582"/>
                  </a:lnTo>
                  <a:lnTo>
                    <a:pt x="499305" y="1055957"/>
                  </a:lnTo>
                  <a:lnTo>
                    <a:pt x="540168" y="1035775"/>
                  </a:lnTo>
                  <a:lnTo>
                    <a:pt x="580116" y="1014074"/>
                  </a:lnTo>
                  <a:lnTo>
                    <a:pt x="619112" y="990893"/>
                  </a:lnTo>
                  <a:lnTo>
                    <a:pt x="657119" y="966268"/>
                  </a:lnTo>
                  <a:lnTo>
                    <a:pt x="694098" y="940238"/>
                  </a:lnTo>
                  <a:lnTo>
                    <a:pt x="730012" y="912840"/>
                  </a:lnTo>
                  <a:lnTo>
                    <a:pt x="764823" y="884112"/>
                  </a:lnTo>
                  <a:lnTo>
                    <a:pt x="798493" y="854092"/>
                  </a:lnTo>
                  <a:lnTo>
                    <a:pt x="830984" y="822817"/>
                  </a:lnTo>
                  <a:lnTo>
                    <a:pt x="862259" y="790326"/>
                  </a:lnTo>
                  <a:lnTo>
                    <a:pt x="892279" y="756657"/>
                  </a:lnTo>
                  <a:lnTo>
                    <a:pt x="921007" y="721846"/>
                  </a:lnTo>
                  <a:lnTo>
                    <a:pt x="948405" y="685932"/>
                  </a:lnTo>
                  <a:lnTo>
                    <a:pt x="974436" y="648953"/>
                  </a:lnTo>
                  <a:lnTo>
                    <a:pt x="999061" y="610947"/>
                  </a:lnTo>
                  <a:lnTo>
                    <a:pt x="1022243" y="571950"/>
                  </a:lnTo>
                  <a:lnTo>
                    <a:pt x="1043944" y="532002"/>
                  </a:lnTo>
                  <a:lnTo>
                    <a:pt x="1064126" y="491139"/>
                  </a:lnTo>
                  <a:lnTo>
                    <a:pt x="1082751" y="449400"/>
                  </a:lnTo>
                  <a:lnTo>
                    <a:pt x="1099781" y="406822"/>
                  </a:lnTo>
                  <a:lnTo>
                    <a:pt x="1115180" y="363443"/>
                  </a:lnTo>
                  <a:lnTo>
                    <a:pt x="1128908" y="319302"/>
                  </a:lnTo>
                  <a:lnTo>
                    <a:pt x="1140929" y="274435"/>
                  </a:lnTo>
                  <a:lnTo>
                    <a:pt x="1151204"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13" name="object 5">
              <a:extLst>
                <a:ext uri="{FF2B5EF4-FFF2-40B4-BE49-F238E27FC236}">
                  <a16:creationId xmlns:a16="http://schemas.microsoft.com/office/drawing/2014/main" id="{8F81D31C-C004-1E46-BC58-9571A20E93F9}"/>
                </a:ext>
              </a:extLst>
            </p:cNvPr>
            <p:cNvSpPr/>
            <p:nvPr userDrawn="1"/>
          </p:nvSpPr>
          <p:spPr>
            <a:xfrm>
              <a:off x="16432532"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4" name="object 6">
              <a:extLst>
                <a:ext uri="{FF2B5EF4-FFF2-40B4-BE49-F238E27FC236}">
                  <a16:creationId xmlns:a16="http://schemas.microsoft.com/office/drawing/2014/main" id="{B9E3921D-509C-1D47-9809-43D6D523BE4C}"/>
                </a:ext>
              </a:extLst>
            </p:cNvPr>
            <p:cNvSpPr/>
            <p:nvPr userDrawn="1"/>
          </p:nvSpPr>
          <p:spPr>
            <a:xfrm>
              <a:off x="18971130" y="5066396"/>
              <a:ext cx="1129754" cy="1175385"/>
            </a:xfrm>
            <a:custGeom>
              <a:avLst/>
              <a:gdLst/>
              <a:ahLst/>
              <a:cxnLst/>
              <a:rect l="l" t="t" r="r" b="b"/>
              <a:pathLst>
                <a:path w="1129665" h="1175385">
                  <a:moveTo>
                    <a:pt x="1129233"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29233" y="325979"/>
                  </a:lnTo>
                  <a:lnTo>
                    <a:pt x="1129233" y="0"/>
                  </a:lnTo>
                  <a:close/>
                </a:path>
              </a:pathLst>
            </a:custGeom>
            <a:solidFill>
              <a:srgbClr val="90B8AF"/>
            </a:solidFill>
          </p:spPr>
          <p:txBody>
            <a:bodyPr wrap="square" lIns="0" tIns="0" rIns="0" bIns="0" rtlCol="0"/>
            <a:lstStyle/>
            <a:p>
              <a:endParaRPr sz="1092"/>
            </a:p>
          </p:txBody>
        </p:sp>
        <p:sp>
          <p:nvSpPr>
            <p:cNvPr id="15" name="object 7">
              <a:extLst>
                <a:ext uri="{FF2B5EF4-FFF2-40B4-BE49-F238E27FC236}">
                  <a16:creationId xmlns:a16="http://schemas.microsoft.com/office/drawing/2014/main" id="{416A1D80-5C8C-2343-A7AA-C457D4F07FBA}"/>
                </a:ext>
              </a:extLst>
            </p:cNvPr>
            <p:cNvSpPr/>
            <p:nvPr userDrawn="1"/>
          </p:nvSpPr>
          <p:spPr>
            <a:xfrm>
              <a:off x="18970611" y="3796852"/>
              <a:ext cx="1130389" cy="1175385"/>
            </a:xfrm>
            <a:custGeom>
              <a:avLst/>
              <a:gdLst/>
              <a:ahLst/>
              <a:cxnLst/>
              <a:rect l="l" t="t" r="r" b="b"/>
              <a:pathLst>
                <a:path w="1130300" h="1175385">
                  <a:moveTo>
                    <a:pt x="1129750"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29750" y="324051"/>
                  </a:lnTo>
                  <a:lnTo>
                    <a:pt x="1129750" y="0"/>
                  </a:lnTo>
                  <a:close/>
                </a:path>
              </a:pathLst>
            </a:custGeom>
            <a:solidFill>
              <a:srgbClr val="90B8AF"/>
            </a:solidFill>
          </p:spPr>
          <p:txBody>
            <a:bodyPr wrap="square" lIns="0" tIns="0" rIns="0" bIns="0" rtlCol="0"/>
            <a:lstStyle/>
            <a:p>
              <a:endParaRPr sz="1092"/>
            </a:p>
          </p:txBody>
        </p:sp>
        <p:sp>
          <p:nvSpPr>
            <p:cNvPr id="16" name="object 8">
              <a:extLst>
                <a:ext uri="{FF2B5EF4-FFF2-40B4-BE49-F238E27FC236}">
                  <a16:creationId xmlns:a16="http://schemas.microsoft.com/office/drawing/2014/main" id="{499A657B-7B26-F344-9F0B-46A28ED540C6}"/>
                </a:ext>
              </a:extLst>
            </p:cNvPr>
            <p:cNvSpPr/>
            <p:nvPr userDrawn="1"/>
          </p:nvSpPr>
          <p:spPr>
            <a:xfrm>
              <a:off x="17702650" y="506737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3" name="object 9">
              <a:extLst>
                <a:ext uri="{FF2B5EF4-FFF2-40B4-BE49-F238E27FC236}">
                  <a16:creationId xmlns:a16="http://schemas.microsoft.com/office/drawing/2014/main" id="{B55B0BC4-FF5D-CD49-AD51-39AD0DC78C5D}"/>
                </a:ext>
              </a:extLst>
            </p:cNvPr>
            <p:cNvSpPr/>
            <p:nvPr userDrawn="1"/>
          </p:nvSpPr>
          <p:spPr>
            <a:xfrm>
              <a:off x="17702796"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24" name="object 10">
              <a:extLst>
                <a:ext uri="{FF2B5EF4-FFF2-40B4-BE49-F238E27FC236}">
                  <a16:creationId xmlns:a16="http://schemas.microsoft.com/office/drawing/2014/main" id="{D368495D-54BB-6C4E-8CB9-D0D4B0CE24B5}"/>
                </a:ext>
              </a:extLst>
            </p:cNvPr>
            <p:cNvSpPr/>
            <p:nvPr userDrawn="1"/>
          </p:nvSpPr>
          <p:spPr>
            <a:xfrm>
              <a:off x="18971130" y="2525830"/>
              <a:ext cx="1129754" cy="1175385"/>
            </a:xfrm>
            <a:custGeom>
              <a:avLst/>
              <a:gdLst/>
              <a:ahLst/>
              <a:cxnLst/>
              <a:rect l="l" t="t" r="r" b="b"/>
              <a:pathLst>
                <a:path w="1129665" h="1175385">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25" name="object 11">
              <a:extLst>
                <a:ext uri="{FF2B5EF4-FFF2-40B4-BE49-F238E27FC236}">
                  <a16:creationId xmlns:a16="http://schemas.microsoft.com/office/drawing/2014/main" id="{7EE1CDD7-7E52-FF4E-B90B-476714E353B8}"/>
                </a:ext>
              </a:extLst>
            </p:cNvPr>
            <p:cNvSpPr/>
            <p:nvPr userDrawn="1"/>
          </p:nvSpPr>
          <p:spPr>
            <a:xfrm>
              <a:off x="18970759" y="1256130"/>
              <a:ext cx="1129754" cy="1175385"/>
            </a:xfrm>
            <a:custGeom>
              <a:avLst/>
              <a:gdLst/>
              <a:ahLst/>
              <a:cxnLst/>
              <a:rect l="l" t="t" r="r" b="b"/>
              <a:pathLst>
                <a:path w="1129665" h="1175385">
                  <a:moveTo>
                    <a:pt x="0" y="0"/>
                  </a:moveTo>
                  <a:lnTo>
                    <a:pt x="0" y="1175084"/>
                  </a:lnTo>
                  <a:lnTo>
                    <a:pt x="1129603" y="1174802"/>
                  </a:lnTo>
                  <a:lnTo>
                    <a:pt x="1129603" y="85128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26" name="object 12">
              <a:extLst>
                <a:ext uri="{FF2B5EF4-FFF2-40B4-BE49-F238E27FC236}">
                  <a16:creationId xmlns:a16="http://schemas.microsoft.com/office/drawing/2014/main" id="{0120DF52-1C9D-B248-AC8A-12E97CCD3613}"/>
                </a:ext>
              </a:extLst>
            </p:cNvPr>
            <p:cNvSpPr/>
            <p:nvPr userDrawn="1"/>
          </p:nvSpPr>
          <p:spPr>
            <a:xfrm>
              <a:off x="16432530"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7" name="object 13">
              <a:extLst>
                <a:ext uri="{FF2B5EF4-FFF2-40B4-BE49-F238E27FC236}">
                  <a16:creationId xmlns:a16="http://schemas.microsoft.com/office/drawing/2014/main" id="{41C1D1D0-40A4-534E-A8E4-0FDB825E5869}"/>
                </a:ext>
              </a:extLst>
            </p:cNvPr>
            <p:cNvSpPr/>
            <p:nvPr userDrawn="1"/>
          </p:nvSpPr>
          <p:spPr>
            <a:xfrm>
              <a:off x="16432014"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8" name="object 14">
              <a:extLst>
                <a:ext uri="{FF2B5EF4-FFF2-40B4-BE49-F238E27FC236}">
                  <a16:creationId xmlns:a16="http://schemas.microsoft.com/office/drawing/2014/main" id="{F9D52B74-5A49-234A-9D12-5A8AD5814E01}"/>
                </a:ext>
              </a:extLst>
            </p:cNvPr>
            <p:cNvSpPr/>
            <p:nvPr userDrawn="1"/>
          </p:nvSpPr>
          <p:spPr>
            <a:xfrm>
              <a:off x="16432530"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9" name="object 15">
              <a:extLst>
                <a:ext uri="{FF2B5EF4-FFF2-40B4-BE49-F238E27FC236}">
                  <a16:creationId xmlns:a16="http://schemas.microsoft.com/office/drawing/2014/main" id="{C8D4A729-8AF5-9344-86A8-D6AF657986FF}"/>
                </a:ext>
              </a:extLst>
            </p:cNvPr>
            <p:cNvSpPr/>
            <p:nvPr userDrawn="1"/>
          </p:nvSpPr>
          <p:spPr>
            <a:xfrm>
              <a:off x="16432160"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0" name="object 16">
              <a:extLst>
                <a:ext uri="{FF2B5EF4-FFF2-40B4-BE49-F238E27FC236}">
                  <a16:creationId xmlns:a16="http://schemas.microsoft.com/office/drawing/2014/main" id="{CC02D0C6-7FB7-A04A-9D6C-254D1CFEBD51}"/>
                </a:ext>
              </a:extLst>
            </p:cNvPr>
            <p:cNvSpPr/>
            <p:nvPr userDrawn="1"/>
          </p:nvSpPr>
          <p:spPr>
            <a:xfrm>
              <a:off x="17702650" y="252680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1" name="object 17">
              <a:extLst>
                <a:ext uri="{FF2B5EF4-FFF2-40B4-BE49-F238E27FC236}">
                  <a16:creationId xmlns:a16="http://schemas.microsoft.com/office/drawing/2014/main" id="{C900E260-7304-0B43-832D-30ACD592BD03}"/>
                </a:ext>
              </a:extLst>
            </p:cNvPr>
            <p:cNvSpPr/>
            <p:nvPr userDrawn="1"/>
          </p:nvSpPr>
          <p:spPr>
            <a:xfrm>
              <a:off x="17702650"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2" name="object 18">
              <a:extLst>
                <a:ext uri="{FF2B5EF4-FFF2-40B4-BE49-F238E27FC236}">
                  <a16:creationId xmlns:a16="http://schemas.microsoft.com/office/drawing/2014/main" id="{775C432D-FB15-974E-8E8C-F39B9FF9F121}"/>
                </a:ext>
              </a:extLst>
            </p:cNvPr>
            <p:cNvSpPr/>
            <p:nvPr userDrawn="1"/>
          </p:nvSpPr>
          <p:spPr>
            <a:xfrm>
              <a:off x="18971130" y="10136400"/>
              <a:ext cx="1129754" cy="1167130"/>
            </a:xfrm>
            <a:custGeom>
              <a:avLst/>
              <a:gdLst/>
              <a:ahLst/>
              <a:cxnLst/>
              <a:rect l="l" t="t" r="r" b="b"/>
              <a:pathLst>
                <a:path w="1129665" h="1167129">
                  <a:moveTo>
                    <a:pt x="1129233"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33" name="object 19">
              <a:extLst>
                <a:ext uri="{FF2B5EF4-FFF2-40B4-BE49-F238E27FC236}">
                  <a16:creationId xmlns:a16="http://schemas.microsoft.com/office/drawing/2014/main" id="{2AF2E03C-33A8-0F42-9D7A-945D960DDC87}"/>
                </a:ext>
              </a:extLst>
            </p:cNvPr>
            <p:cNvSpPr/>
            <p:nvPr userDrawn="1"/>
          </p:nvSpPr>
          <p:spPr>
            <a:xfrm>
              <a:off x="17702650" y="10137372"/>
              <a:ext cx="1175478" cy="1166495"/>
            </a:xfrm>
            <a:custGeom>
              <a:avLst/>
              <a:gdLst/>
              <a:ahLst/>
              <a:cxnLst/>
              <a:rect l="l" t="t" r="r" b="b"/>
              <a:pathLst>
                <a:path w="1175384" h="1166495">
                  <a:moveTo>
                    <a:pt x="1175074" y="0"/>
                  </a:moveTo>
                  <a:lnTo>
                    <a:pt x="0" y="0"/>
                  </a:lnTo>
                  <a:lnTo>
                    <a:pt x="290" y="1165949"/>
                  </a:lnTo>
                  <a:lnTo>
                    <a:pt x="144912" y="1165949"/>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4" name="object 20">
              <a:extLst>
                <a:ext uri="{FF2B5EF4-FFF2-40B4-BE49-F238E27FC236}">
                  <a16:creationId xmlns:a16="http://schemas.microsoft.com/office/drawing/2014/main" id="{9A1DC4F6-4753-174F-9947-6191B1F3A3E0}"/>
                </a:ext>
              </a:extLst>
            </p:cNvPr>
            <p:cNvSpPr/>
            <p:nvPr userDrawn="1"/>
          </p:nvSpPr>
          <p:spPr>
            <a:xfrm>
              <a:off x="17702796"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5" name="object 21">
              <a:extLst>
                <a:ext uri="{FF2B5EF4-FFF2-40B4-BE49-F238E27FC236}">
                  <a16:creationId xmlns:a16="http://schemas.microsoft.com/office/drawing/2014/main" id="{BC5E1062-58A9-CE45-9608-54B6FDA7E745}"/>
                </a:ext>
              </a:extLst>
            </p:cNvPr>
            <p:cNvSpPr/>
            <p:nvPr userDrawn="1"/>
          </p:nvSpPr>
          <p:spPr>
            <a:xfrm>
              <a:off x="18970759" y="6326139"/>
              <a:ext cx="1129754" cy="1175385"/>
            </a:xfrm>
            <a:custGeom>
              <a:avLst/>
              <a:gdLst/>
              <a:ahLst/>
              <a:cxnLst/>
              <a:rect l="l" t="t" r="r" b="b"/>
              <a:pathLst>
                <a:path w="1129665" h="1175384">
                  <a:moveTo>
                    <a:pt x="0" y="0"/>
                  </a:moveTo>
                  <a:lnTo>
                    <a:pt x="0" y="1175074"/>
                  </a:lnTo>
                  <a:lnTo>
                    <a:pt x="1129603" y="1174792"/>
                  </a:lnTo>
                  <a:lnTo>
                    <a:pt x="1129603" y="85127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6" name="object 22">
              <a:extLst>
                <a:ext uri="{FF2B5EF4-FFF2-40B4-BE49-F238E27FC236}">
                  <a16:creationId xmlns:a16="http://schemas.microsoft.com/office/drawing/2014/main" id="{B49C2ADA-82EA-7249-A1F7-B955DC792925}"/>
                </a:ext>
              </a:extLst>
            </p:cNvPr>
            <p:cNvSpPr/>
            <p:nvPr userDrawn="1"/>
          </p:nvSpPr>
          <p:spPr>
            <a:xfrm>
              <a:off x="16432530"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7" name="object 23">
              <a:extLst>
                <a:ext uri="{FF2B5EF4-FFF2-40B4-BE49-F238E27FC236}">
                  <a16:creationId xmlns:a16="http://schemas.microsoft.com/office/drawing/2014/main" id="{DAEF12C2-8A76-2D41-AF9F-81220A72B244}"/>
                </a:ext>
              </a:extLst>
            </p:cNvPr>
            <p:cNvSpPr/>
            <p:nvPr userDrawn="1"/>
          </p:nvSpPr>
          <p:spPr>
            <a:xfrm>
              <a:off x="16432014"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8" name="object 24">
              <a:extLst>
                <a:ext uri="{FF2B5EF4-FFF2-40B4-BE49-F238E27FC236}">
                  <a16:creationId xmlns:a16="http://schemas.microsoft.com/office/drawing/2014/main" id="{72CEE359-8240-7044-A566-F45D0BCA6037}"/>
                </a:ext>
              </a:extLst>
            </p:cNvPr>
            <p:cNvSpPr/>
            <p:nvPr userDrawn="1"/>
          </p:nvSpPr>
          <p:spPr>
            <a:xfrm>
              <a:off x="16432530"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9" name="object 25">
              <a:extLst>
                <a:ext uri="{FF2B5EF4-FFF2-40B4-BE49-F238E27FC236}">
                  <a16:creationId xmlns:a16="http://schemas.microsoft.com/office/drawing/2014/main" id="{9345EF65-3836-D841-850C-844940DCC2D1}"/>
                </a:ext>
              </a:extLst>
            </p:cNvPr>
            <p:cNvSpPr/>
            <p:nvPr userDrawn="1"/>
          </p:nvSpPr>
          <p:spPr>
            <a:xfrm>
              <a:off x="16432160"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40" name="object 26">
              <a:extLst>
                <a:ext uri="{FF2B5EF4-FFF2-40B4-BE49-F238E27FC236}">
                  <a16:creationId xmlns:a16="http://schemas.microsoft.com/office/drawing/2014/main" id="{285EC67B-9913-2B4D-9F38-10D96D1E8C9E}"/>
                </a:ext>
              </a:extLst>
            </p:cNvPr>
            <p:cNvSpPr/>
            <p:nvPr userDrawn="1"/>
          </p:nvSpPr>
          <p:spPr>
            <a:xfrm>
              <a:off x="17702650" y="7596807"/>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41" name="object 27">
              <a:extLst>
                <a:ext uri="{FF2B5EF4-FFF2-40B4-BE49-F238E27FC236}">
                  <a16:creationId xmlns:a16="http://schemas.microsoft.com/office/drawing/2014/main" id="{9122797C-AC4F-3C40-BDCC-9FBBA76DC7F0}"/>
                </a:ext>
              </a:extLst>
            </p:cNvPr>
            <p:cNvSpPr/>
            <p:nvPr userDrawn="1"/>
          </p:nvSpPr>
          <p:spPr>
            <a:xfrm>
              <a:off x="17702650"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2" name="object 28">
              <a:extLst>
                <a:ext uri="{FF2B5EF4-FFF2-40B4-BE49-F238E27FC236}">
                  <a16:creationId xmlns:a16="http://schemas.microsoft.com/office/drawing/2014/main" id="{104A752B-8458-0645-A929-929B8FFB3827}"/>
                </a:ext>
              </a:extLst>
            </p:cNvPr>
            <p:cNvSpPr/>
            <p:nvPr userDrawn="1"/>
          </p:nvSpPr>
          <p:spPr>
            <a:xfrm>
              <a:off x="15170849" y="5247"/>
              <a:ext cx="1175478"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3" name="object 29">
              <a:extLst>
                <a:ext uri="{FF2B5EF4-FFF2-40B4-BE49-F238E27FC236}">
                  <a16:creationId xmlns:a16="http://schemas.microsoft.com/office/drawing/2014/main" id="{CF34E4A9-D3D6-AC49-A93C-2CC5CED47495}"/>
                </a:ext>
              </a:extLst>
            </p:cNvPr>
            <p:cNvSpPr/>
            <p:nvPr userDrawn="1"/>
          </p:nvSpPr>
          <p:spPr>
            <a:xfrm>
              <a:off x="13900730"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4" name="object 30">
              <a:extLst>
                <a:ext uri="{FF2B5EF4-FFF2-40B4-BE49-F238E27FC236}">
                  <a16:creationId xmlns:a16="http://schemas.microsoft.com/office/drawing/2014/main" id="{D494D3D8-528B-D24B-A55A-A15B9B95FC5D}"/>
                </a:ext>
              </a:extLst>
            </p:cNvPr>
            <p:cNvSpPr/>
            <p:nvPr userDrawn="1"/>
          </p:nvSpPr>
          <p:spPr>
            <a:xfrm>
              <a:off x="12632247" y="5245"/>
              <a:ext cx="1175478"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45" name="object 31">
              <a:extLst>
                <a:ext uri="{FF2B5EF4-FFF2-40B4-BE49-F238E27FC236}">
                  <a16:creationId xmlns:a16="http://schemas.microsoft.com/office/drawing/2014/main" id="{2777D594-8854-2348-B738-3DA894AC1E9A}"/>
                </a:ext>
              </a:extLst>
            </p:cNvPr>
            <p:cNvSpPr/>
            <p:nvPr userDrawn="1"/>
          </p:nvSpPr>
          <p:spPr>
            <a:xfrm>
              <a:off x="11362130"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6" name="object 32">
              <a:extLst>
                <a:ext uri="{FF2B5EF4-FFF2-40B4-BE49-F238E27FC236}">
                  <a16:creationId xmlns:a16="http://schemas.microsoft.com/office/drawing/2014/main" id="{A24440F3-02F5-4B47-B6F7-56A92300BFB3}"/>
                </a:ext>
              </a:extLst>
            </p:cNvPr>
            <p:cNvSpPr/>
            <p:nvPr userDrawn="1"/>
          </p:nvSpPr>
          <p:spPr>
            <a:xfrm>
              <a:off x="15170848" y="5066396"/>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7" name="object 33">
              <a:extLst>
                <a:ext uri="{FF2B5EF4-FFF2-40B4-BE49-F238E27FC236}">
                  <a16:creationId xmlns:a16="http://schemas.microsoft.com/office/drawing/2014/main" id="{484D179E-1500-7E42-A0B0-4C69CD4D73FF}"/>
                </a:ext>
              </a:extLst>
            </p:cNvPr>
            <p:cNvSpPr/>
            <p:nvPr userDrawn="1"/>
          </p:nvSpPr>
          <p:spPr>
            <a:xfrm>
              <a:off x="15170741" y="3796705"/>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48" name="object 34">
              <a:extLst>
                <a:ext uri="{FF2B5EF4-FFF2-40B4-BE49-F238E27FC236}">
                  <a16:creationId xmlns:a16="http://schemas.microsoft.com/office/drawing/2014/main" id="{1B5A88BC-4A63-A844-9F74-ED2F8C6CE02E}"/>
                </a:ext>
              </a:extLst>
            </p:cNvPr>
            <p:cNvSpPr/>
            <p:nvPr userDrawn="1"/>
          </p:nvSpPr>
          <p:spPr>
            <a:xfrm>
              <a:off x="13900728"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9" name="object 35">
              <a:extLst>
                <a:ext uri="{FF2B5EF4-FFF2-40B4-BE49-F238E27FC236}">
                  <a16:creationId xmlns:a16="http://schemas.microsoft.com/office/drawing/2014/main" id="{F2CDA1FB-2C02-FA45-B8FA-1EC52330BE36}"/>
                </a:ext>
              </a:extLst>
            </p:cNvPr>
            <p:cNvSpPr/>
            <p:nvPr userDrawn="1"/>
          </p:nvSpPr>
          <p:spPr>
            <a:xfrm>
              <a:off x="13900212"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0" name="object 36">
              <a:extLst>
                <a:ext uri="{FF2B5EF4-FFF2-40B4-BE49-F238E27FC236}">
                  <a16:creationId xmlns:a16="http://schemas.microsoft.com/office/drawing/2014/main" id="{7DBAA1AE-5E79-D84E-8E6F-9AB396EF7686}"/>
                </a:ext>
              </a:extLst>
            </p:cNvPr>
            <p:cNvSpPr/>
            <p:nvPr userDrawn="1"/>
          </p:nvSpPr>
          <p:spPr>
            <a:xfrm>
              <a:off x="12632244" y="506737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1" name="object 37">
              <a:extLst>
                <a:ext uri="{FF2B5EF4-FFF2-40B4-BE49-F238E27FC236}">
                  <a16:creationId xmlns:a16="http://schemas.microsoft.com/office/drawing/2014/main" id="{2A6F6451-7674-4E4E-AA1C-6A541043EF82}"/>
                </a:ext>
              </a:extLst>
            </p:cNvPr>
            <p:cNvSpPr/>
            <p:nvPr userDrawn="1"/>
          </p:nvSpPr>
          <p:spPr>
            <a:xfrm>
              <a:off x="12632393"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52" name="object 38">
              <a:extLst>
                <a:ext uri="{FF2B5EF4-FFF2-40B4-BE49-F238E27FC236}">
                  <a16:creationId xmlns:a16="http://schemas.microsoft.com/office/drawing/2014/main" id="{7FDE0B59-0A28-9C4D-A39E-53FDA12870B2}"/>
                </a:ext>
              </a:extLst>
            </p:cNvPr>
            <p:cNvSpPr/>
            <p:nvPr userDrawn="1"/>
          </p:nvSpPr>
          <p:spPr>
            <a:xfrm>
              <a:off x="15170848" y="2525830"/>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3" name="object 39">
              <a:extLst>
                <a:ext uri="{FF2B5EF4-FFF2-40B4-BE49-F238E27FC236}">
                  <a16:creationId xmlns:a16="http://schemas.microsoft.com/office/drawing/2014/main" id="{F542426C-9514-A048-BC52-E54FAA5D72A6}"/>
                </a:ext>
              </a:extLst>
            </p:cNvPr>
            <p:cNvSpPr/>
            <p:nvPr userDrawn="1"/>
          </p:nvSpPr>
          <p:spPr>
            <a:xfrm>
              <a:off x="15170598" y="125628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4" name="object 40">
              <a:extLst>
                <a:ext uri="{FF2B5EF4-FFF2-40B4-BE49-F238E27FC236}">
                  <a16:creationId xmlns:a16="http://schemas.microsoft.com/office/drawing/2014/main" id="{14500C40-2061-AD46-A372-AD9FD8F92F78}"/>
                </a:ext>
              </a:extLst>
            </p:cNvPr>
            <p:cNvSpPr/>
            <p:nvPr userDrawn="1"/>
          </p:nvSpPr>
          <p:spPr>
            <a:xfrm>
              <a:off x="13900728"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5" name="object 41">
              <a:extLst>
                <a:ext uri="{FF2B5EF4-FFF2-40B4-BE49-F238E27FC236}">
                  <a16:creationId xmlns:a16="http://schemas.microsoft.com/office/drawing/2014/main" id="{449E9D97-E1B0-F44F-8A6B-E3384B1CB904}"/>
                </a:ext>
              </a:extLst>
            </p:cNvPr>
            <p:cNvSpPr/>
            <p:nvPr userDrawn="1"/>
          </p:nvSpPr>
          <p:spPr>
            <a:xfrm>
              <a:off x="13900355"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56" name="object 42">
              <a:extLst>
                <a:ext uri="{FF2B5EF4-FFF2-40B4-BE49-F238E27FC236}">
                  <a16:creationId xmlns:a16="http://schemas.microsoft.com/office/drawing/2014/main" id="{CF182225-90F8-4E4F-8EBA-45C0EE13AA9B}"/>
                </a:ext>
              </a:extLst>
            </p:cNvPr>
            <p:cNvSpPr/>
            <p:nvPr userDrawn="1"/>
          </p:nvSpPr>
          <p:spPr>
            <a:xfrm>
              <a:off x="11362127"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7" name="object 43">
              <a:extLst>
                <a:ext uri="{FF2B5EF4-FFF2-40B4-BE49-F238E27FC236}">
                  <a16:creationId xmlns:a16="http://schemas.microsoft.com/office/drawing/2014/main" id="{5EFE672A-54FF-884A-B28E-7C86858F542E}"/>
                </a:ext>
              </a:extLst>
            </p:cNvPr>
            <p:cNvSpPr/>
            <p:nvPr userDrawn="1"/>
          </p:nvSpPr>
          <p:spPr>
            <a:xfrm>
              <a:off x="11361611"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8" name="object 44">
              <a:extLst>
                <a:ext uri="{FF2B5EF4-FFF2-40B4-BE49-F238E27FC236}">
                  <a16:creationId xmlns:a16="http://schemas.microsoft.com/office/drawing/2014/main" id="{345E6A7F-D066-0E4C-8371-80D8A70FA2EA}"/>
                </a:ext>
              </a:extLst>
            </p:cNvPr>
            <p:cNvSpPr/>
            <p:nvPr userDrawn="1"/>
          </p:nvSpPr>
          <p:spPr>
            <a:xfrm>
              <a:off x="11362127"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9" name="object 45">
              <a:extLst>
                <a:ext uri="{FF2B5EF4-FFF2-40B4-BE49-F238E27FC236}">
                  <a16:creationId xmlns:a16="http://schemas.microsoft.com/office/drawing/2014/main" id="{26318AF6-4491-FA44-9CAE-F91E3B7940D3}"/>
                </a:ext>
              </a:extLst>
            </p:cNvPr>
            <p:cNvSpPr/>
            <p:nvPr userDrawn="1"/>
          </p:nvSpPr>
          <p:spPr>
            <a:xfrm>
              <a:off x="11361757"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0" name="object 46">
              <a:extLst>
                <a:ext uri="{FF2B5EF4-FFF2-40B4-BE49-F238E27FC236}">
                  <a16:creationId xmlns:a16="http://schemas.microsoft.com/office/drawing/2014/main" id="{E44FCCC4-CF61-F84C-8333-B956DB34D620}"/>
                </a:ext>
              </a:extLst>
            </p:cNvPr>
            <p:cNvSpPr/>
            <p:nvPr userDrawn="1"/>
          </p:nvSpPr>
          <p:spPr>
            <a:xfrm>
              <a:off x="12632244" y="252680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1" name="object 47">
              <a:extLst>
                <a:ext uri="{FF2B5EF4-FFF2-40B4-BE49-F238E27FC236}">
                  <a16:creationId xmlns:a16="http://schemas.microsoft.com/office/drawing/2014/main" id="{B0F66CA2-09D9-3A4E-9732-288E538C2D1B}"/>
                </a:ext>
              </a:extLst>
            </p:cNvPr>
            <p:cNvSpPr/>
            <p:nvPr userDrawn="1"/>
          </p:nvSpPr>
          <p:spPr>
            <a:xfrm>
              <a:off x="12632247"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2" name="object 48">
              <a:extLst>
                <a:ext uri="{FF2B5EF4-FFF2-40B4-BE49-F238E27FC236}">
                  <a16:creationId xmlns:a16="http://schemas.microsoft.com/office/drawing/2014/main" id="{F98944BF-8079-C14D-9FC0-F18F13AA2D2E}"/>
                </a:ext>
              </a:extLst>
            </p:cNvPr>
            <p:cNvSpPr/>
            <p:nvPr userDrawn="1"/>
          </p:nvSpPr>
          <p:spPr>
            <a:xfrm>
              <a:off x="15170848" y="10136400"/>
              <a:ext cx="1175478"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3" name="object 49">
              <a:extLst>
                <a:ext uri="{FF2B5EF4-FFF2-40B4-BE49-F238E27FC236}">
                  <a16:creationId xmlns:a16="http://schemas.microsoft.com/office/drawing/2014/main" id="{52336824-05B1-E047-99C3-618A31C00FEE}"/>
                </a:ext>
              </a:extLst>
            </p:cNvPr>
            <p:cNvSpPr/>
            <p:nvPr userDrawn="1"/>
          </p:nvSpPr>
          <p:spPr>
            <a:xfrm>
              <a:off x="15170741" y="8866699"/>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4" name="object 50">
              <a:extLst>
                <a:ext uri="{FF2B5EF4-FFF2-40B4-BE49-F238E27FC236}">
                  <a16:creationId xmlns:a16="http://schemas.microsoft.com/office/drawing/2014/main" id="{33B16ADE-B0B0-294B-B27B-37EA152B7940}"/>
                </a:ext>
              </a:extLst>
            </p:cNvPr>
            <p:cNvSpPr/>
            <p:nvPr userDrawn="1"/>
          </p:nvSpPr>
          <p:spPr>
            <a:xfrm>
              <a:off x="13900728"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5" name="object 51">
              <a:extLst>
                <a:ext uri="{FF2B5EF4-FFF2-40B4-BE49-F238E27FC236}">
                  <a16:creationId xmlns:a16="http://schemas.microsoft.com/office/drawing/2014/main" id="{E8124605-8308-9C42-93C6-064A6D486374}"/>
                </a:ext>
              </a:extLst>
            </p:cNvPr>
            <p:cNvSpPr/>
            <p:nvPr userDrawn="1"/>
          </p:nvSpPr>
          <p:spPr>
            <a:xfrm>
              <a:off x="13900212"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6" name="object 52">
              <a:extLst>
                <a:ext uri="{FF2B5EF4-FFF2-40B4-BE49-F238E27FC236}">
                  <a16:creationId xmlns:a16="http://schemas.microsoft.com/office/drawing/2014/main" id="{7D8DECBB-0E2E-9749-A59E-6EFD6B14505C}"/>
                </a:ext>
              </a:extLst>
            </p:cNvPr>
            <p:cNvSpPr/>
            <p:nvPr userDrawn="1"/>
          </p:nvSpPr>
          <p:spPr>
            <a:xfrm>
              <a:off x="12632244" y="10137372"/>
              <a:ext cx="1175478"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7" name="object 53">
              <a:extLst>
                <a:ext uri="{FF2B5EF4-FFF2-40B4-BE49-F238E27FC236}">
                  <a16:creationId xmlns:a16="http://schemas.microsoft.com/office/drawing/2014/main" id="{E6936A76-0F53-CB47-BB5E-EC7EC3B96368}"/>
                </a:ext>
              </a:extLst>
            </p:cNvPr>
            <p:cNvSpPr/>
            <p:nvPr userDrawn="1"/>
          </p:nvSpPr>
          <p:spPr>
            <a:xfrm>
              <a:off x="12632393"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8" name="object 54">
              <a:extLst>
                <a:ext uri="{FF2B5EF4-FFF2-40B4-BE49-F238E27FC236}">
                  <a16:creationId xmlns:a16="http://schemas.microsoft.com/office/drawing/2014/main" id="{98C9E1B1-57E9-8541-8DAC-2627CE63F43F}"/>
                </a:ext>
              </a:extLst>
            </p:cNvPr>
            <p:cNvSpPr/>
            <p:nvPr userDrawn="1"/>
          </p:nvSpPr>
          <p:spPr>
            <a:xfrm>
              <a:off x="15170848" y="7595830"/>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9" name="object 55">
              <a:extLst>
                <a:ext uri="{FF2B5EF4-FFF2-40B4-BE49-F238E27FC236}">
                  <a16:creationId xmlns:a16="http://schemas.microsoft.com/office/drawing/2014/main" id="{7060402D-43E7-E84D-BD44-65D171474397}"/>
                </a:ext>
              </a:extLst>
            </p:cNvPr>
            <p:cNvSpPr/>
            <p:nvPr userDrawn="1"/>
          </p:nvSpPr>
          <p:spPr>
            <a:xfrm>
              <a:off x="15170598" y="6326286"/>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70" name="object 56">
              <a:extLst>
                <a:ext uri="{FF2B5EF4-FFF2-40B4-BE49-F238E27FC236}">
                  <a16:creationId xmlns:a16="http://schemas.microsoft.com/office/drawing/2014/main" id="{C2E64F9D-C34F-D941-B5BC-DFDB6B985924}"/>
                </a:ext>
              </a:extLst>
            </p:cNvPr>
            <p:cNvSpPr/>
            <p:nvPr userDrawn="1"/>
          </p:nvSpPr>
          <p:spPr>
            <a:xfrm>
              <a:off x="13900728"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1" name="object 57">
              <a:extLst>
                <a:ext uri="{FF2B5EF4-FFF2-40B4-BE49-F238E27FC236}">
                  <a16:creationId xmlns:a16="http://schemas.microsoft.com/office/drawing/2014/main" id="{369D8CAF-8390-F147-AFA4-E5C89C1A765D}"/>
                </a:ext>
              </a:extLst>
            </p:cNvPr>
            <p:cNvSpPr/>
            <p:nvPr userDrawn="1"/>
          </p:nvSpPr>
          <p:spPr>
            <a:xfrm>
              <a:off x="13900355"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72" name="object 58">
              <a:extLst>
                <a:ext uri="{FF2B5EF4-FFF2-40B4-BE49-F238E27FC236}">
                  <a16:creationId xmlns:a16="http://schemas.microsoft.com/office/drawing/2014/main" id="{713E3AC0-1BFF-8043-8245-AD699FDBA2A8}"/>
                </a:ext>
              </a:extLst>
            </p:cNvPr>
            <p:cNvSpPr/>
            <p:nvPr userDrawn="1"/>
          </p:nvSpPr>
          <p:spPr>
            <a:xfrm>
              <a:off x="11362127"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3" name="object 59">
              <a:extLst>
                <a:ext uri="{FF2B5EF4-FFF2-40B4-BE49-F238E27FC236}">
                  <a16:creationId xmlns:a16="http://schemas.microsoft.com/office/drawing/2014/main" id="{D4EBA95C-1605-264B-AFEF-32DAFABE7D7C}"/>
                </a:ext>
              </a:extLst>
            </p:cNvPr>
            <p:cNvSpPr/>
            <p:nvPr userDrawn="1"/>
          </p:nvSpPr>
          <p:spPr>
            <a:xfrm>
              <a:off x="11361611"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4" name="object 60">
              <a:extLst>
                <a:ext uri="{FF2B5EF4-FFF2-40B4-BE49-F238E27FC236}">
                  <a16:creationId xmlns:a16="http://schemas.microsoft.com/office/drawing/2014/main" id="{F80D3A2C-95DA-F241-B771-595BAFBF17B1}"/>
                </a:ext>
              </a:extLst>
            </p:cNvPr>
            <p:cNvSpPr/>
            <p:nvPr userDrawn="1"/>
          </p:nvSpPr>
          <p:spPr>
            <a:xfrm>
              <a:off x="11362127"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5" name="object 61">
              <a:extLst>
                <a:ext uri="{FF2B5EF4-FFF2-40B4-BE49-F238E27FC236}">
                  <a16:creationId xmlns:a16="http://schemas.microsoft.com/office/drawing/2014/main" id="{57D67C09-C52B-C347-9E02-FBA805F815AA}"/>
                </a:ext>
              </a:extLst>
            </p:cNvPr>
            <p:cNvSpPr/>
            <p:nvPr userDrawn="1"/>
          </p:nvSpPr>
          <p:spPr>
            <a:xfrm>
              <a:off x="11361757"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76" name="object 62">
              <a:extLst>
                <a:ext uri="{FF2B5EF4-FFF2-40B4-BE49-F238E27FC236}">
                  <a16:creationId xmlns:a16="http://schemas.microsoft.com/office/drawing/2014/main" id="{0966A6C0-E86A-8D48-8788-B4082DE7C447}"/>
                </a:ext>
              </a:extLst>
            </p:cNvPr>
            <p:cNvSpPr/>
            <p:nvPr userDrawn="1"/>
          </p:nvSpPr>
          <p:spPr>
            <a:xfrm>
              <a:off x="12632244" y="7596807"/>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77" name="object 63">
              <a:extLst>
                <a:ext uri="{FF2B5EF4-FFF2-40B4-BE49-F238E27FC236}">
                  <a16:creationId xmlns:a16="http://schemas.microsoft.com/office/drawing/2014/main" id="{15BBD1A0-6E08-7343-B224-0EB0FBEC5281}"/>
                </a:ext>
              </a:extLst>
            </p:cNvPr>
            <p:cNvSpPr/>
            <p:nvPr userDrawn="1"/>
          </p:nvSpPr>
          <p:spPr>
            <a:xfrm>
              <a:off x="12632247"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8" name="object 64">
              <a:extLst>
                <a:ext uri="{FF2B5EF4-FFF2-40B4-BE49-F238E27FC236}">
                  <a16:creationId xmlns:a16="http://schemas.microsoft.com/office/drawing/2014/main" id="{59B1AC05-243E-DE4A-8336-E9DC537CCC03}"/>
                </a:ext>
              </a:extLst>
            </p:cNvPr>
            <p:cNvSpPr/>
            <p:nvPr userDrawn="1"/>
          </p:nvSpPr>
          <p:spPr>
            <a:xfrm>
              <a:off x="10100444"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79" name="object 65">
              <a:extLst>
                <a:ext uri="{FF2B5EF4-FFF2-40B4-BE49-F238E27FC236}">
                  <a16:creationId xmlns:a16="http://schemas.microsoft.com/office/drawing/2014/main" id="{5154D560-3A6C-1243-9FE1-F793C1338C7F}"/>
                </a:ext>
              </a:extLst>
            </p:cNvPr>
            <p:cNvSpPr/>
            <p:nvPr userDrawn="1"/>
          </p:nvSpPr>
          <p:spPr>
            <a:xfrm>
              <a:off x="8830325"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80" name="object 66">
              <a:extLst>
                <a:ext uri="{FF2B5EF4-FFF2-40B4-BE49-F238E27FC236}">
                  <a16:creationId xmlns:a16="http://schemas.microsoft.com/office/drawing/2014/main" id="{F1E8AD88-33DA-DD4A-82AA-03DD5CF43BE4}"/>
                </a:ext>
              </a:extLst>
            </p:cNvPr>
            <p:cNvSpPr/>
            <p:nvPr userDrawn="1"/>
          </p:nvSpPr>
          <p:spPr>
            <a:xfrm>
              <a:off x="7561844" y="5245"/>
              <a:ext cx="1175478"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81" name="object 67">
              <a:extLst>
                <a:ext uri="{FF2B5EF4-FFF2-40B4-BE49-F238E27FC236}">
                  <a16:creationId xmlns:a16="http://schemas.microsoft.com/office/drawing/2014/main" id="{287838B6-8EB9-9B4F-88D5-4F27DBCD9F8A}"/>
                </a:ext>
              </a:extLst>
            </p:cNvPr>
            <p:cNvSpPr/>
            <p:nvPr userDrawn="1"/>
          </p:nvSpPr>
          <p:spPr>
            <a:xfrm>
              <a:off x="6291727" y="5247"/>
              <a:ext cx="1175478"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82" name="object 68">
              <a:extLst>
                <a:ext uri="{FF2B5EF4-FFF2-40B4-BE49-F238E27FC236}">
                  <a16:creationId xmlns:a16="http://schemas.microsoft.com/office/drawing/2014/main" id="{4AFA609D-4B3B-6844-9915-A595C3E2EAFF}"/>
                </a:ext>
              </a:extLst>
            </p:cNvPr>
            <p:cNvSpPr/>
            <p:nvPr userDrawn="1"/>
          </p:nvSpPr>
          <p:spPr>
            <a:xfrm>
              <a:off x="10100441" y="506639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3" name="object 69">
              <a:extLst>
                <a:ext uri="{FF2B5EF4-FFF2-40B4-BE49-F238E27FC236}">
                  <a16:creationId xmlns:a16="http://schemas.microsoft.com/office/drawing/2014/main" id="{27FEAFE3-54CF-2440-BFD9-574677521B9B}"/>
                </a:ext>
              </a:extLst>
            </p:cNvPr>
            <p:cNvSpPr/>
            <p:nvPr userDrawn="1"/>
          </p:nvSpPr>
          <p:spPr>
            <a:xfrm>
              <a:off x="10100337" y="3796705"/>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84" name="object 70">
              <a:extLst>
                <a:ext uri="{FF2B5EF4-FFF2-40B4-BE49-F238E27FC236}">
                  <a16:creationId xmlns:a16="http://schemas.microsoft.com/office/drawing/2014/main" id="{DA39A494-CF4D-6343-8FE9-D4729022CBFA}"/>
                </a:ext>
              </a:extLst>
            </p:cNvPr>
            <p:cNvSpPr/>
            <p:nvPr userDrawn="1"/>
          </p:nvSpPr>
          <p:spPr>
            <a:xfrm>
              <a:off x="8830323"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5" name="object 71">
              <a:extLst>
                <a:ext uri="{FF2B5EF4-FFF2-40B4-BE49-F238E27FC236}">
                  <a16:creationId xmlns:a16="http://schemas.microsoft.com/office/drawing/2014/main" id="{98A425FA-9875-9043-8D63-74400439E034}"/>
                </a:ext>
              </a:extLst>
            </p:cNvPr>
            <p:cNvSpPr/>
            <p:nvPr userDrawn="1"/>
          </p:nvSpPr>
          <p:spPr>
            <a:xfrm>
              <a:off x="8829807"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6" name="object 72">
              <a:extLst>
                <a:ext uri="{FF2B5EF4-FFF2-40B4-BE49-F238E27FC236}">
                  <a16:creationId xmlns:a16="http://schemas.microsoft.com/office/drawing/2014/main" id="{EC862E03-4D58-6F4A-8DF8-9CDBBF07EEEE}"/>
                </a:ext>
              </a:extLst>
            </p:cNvPr>
            <p:cNvSpPr/>
            <p:nvPr userDrawn="1"/>
          </p:nvSpPr>
          <p:spPr>
            <a:xfrm>
              <a:off x="7561841" y="506737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7" name="object 73">
              <a:extLst>
                <a:ext uri="{FF2B5EF4-FFF2-40B4-BE49-F238E27FC236}">
                  <a16:creationId xmlns:a16="http://schemas.microsoft.com/office/drawing/2014/main" id="{7A56C912-A1F8-5B41-8F83-DB1B204E3231}"/>
                </a:ext>
              </a:extLst>
            </p:cNvPr>
            <p:cNvSpPr/>
            <p:nvPr userDrawn="1"/>
          </p:nvSpPr>
          <p:spPr>
            <a:xfrm>
              <a:off x="7561990"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88" name="object 74">
              <a:extLst>
                <a:ext uri="{FF2B5EF4-FFF2-40B4-BE49-F238E27FC236}">
                  <a16:creationId xmlns:a16="http://schemas.microsoft.com/office/drawing/2014/main" id="{C81AC542-9E63-6A41-9821-E8CBDD6BC271}"/>
                </a:ext>
              </a:extLst>
            </p:cNvPr>
            <p:cNvSpPr/>
            <p:nvPr userDrawn="1"/>
          </p:nvSpPr>
          <p:spPr>
            <a:xfrm>
              <a:off x="10100441"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9" name="object 75">
              <a:extLst>
                <a:ext uri="{FF2B5EF4-FFF2-40B4-BE49-F238E27FC236}">
                  <a16:creationId xmlns:a16="http://schemas.microsoft.com/office/drawing/2014/main" id="{DE0B0514-632B-9A48-BE7F-C12E19B6F031}"/>
                </a:ext>
              </a:extLst>
            </p:cNvPr>
            <p:cNvSpPr/>
            <p:nvPr userDrawn="1"/>
          </p:nvSpPr>
          <p:spPr>
            <a:xfrm>
              <a:off x="10100192" y="125628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0" name="object 76">
              <a:extLst>
                <a:ext uri="{FF2B5EF4-FFF2-40B4-BE49-F238E27FC236}">
                  <a16:creationId xmlns:a16="http://schemas.microsoft.com/office/drawing/2014/main" id="{ADCFDECE-B2B1-4D41-99CF-6D8BFAC365DA}"/>
                </a:ext>
              </a:extLst>
            </p:cNvPr>
            <p:cNvSpPr/>
            <p:nvPr userDrawn="1"/>
          </p:nvSpPr>
          <p:spPr>
            <a:xfrm>
              <a:off x="8830323"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1" name="object 77">
              <a:extLst>
                <a:ext uri="{FF2B5EF4-FFF2-40B4-BE49-F238E27FC236}">
                  <a16:creationId xmlns:a16="http://schemas.microsoft.com/office/drawing/2014/main" id="{97DC9980-0896-2246-8E41-7B717194196C}"/>
                </a:ext>
              </a:extLst>
            </p:cNvPr>
            <p:cNvSpPr/>
            <p:nvPr userDrawn="1"/>
          </p:nvSpPr>
          <p:spPr>
            <a:xfrm>
              <a:off x="8829952"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92" name="object 78">
              <a:extLst>
                <a:ext uri="{FF2B5EF4-FFF2-40B4-BE49-F238E27FC236}">
                  <a16:creationId xmlns:a16="http://schemas.microsoft.com/office/drawing/2014/main" id="{5C3F5B3A-B1A1-8A4F-B948-928CB739CCCE}"/>
                </a:ext>
              </a:extLst>
            </p:cNvPr>
            <p:cNvSpPr/>
            <p:nvPr userDrawn="1"/>
          </p:nvSpPr>
          <p:spPr>
            <a:xfrm>
              <a:off x="6291725" y="5066396"/>
              <a:ext cx="1175478" cy="1175385"/>
            </a:xfrm>
            <a:custGeom>
              <a:avLst/>
              <a:gdLst/>
              <a:ahLst/>
              <a:cxnLst/>
              <a:rect l="l" t="t" r="r" b="b"/>
              <a:pathLst>
                <a:path w="1175384" h="1175385">
                  <a:moveTo>
                    <a:pt x="1175074"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40931"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3" name="object 79">
              <a:extLst>
                <a:ext uri="{FF2B5EF4-FFF2-40B4-BE49-F238E27FC236}">
                  <a16:creationId xmlns:a16="http://schemas.microsoft.com/office/drawing/2014/main" id="{E38E34E6-834A-EB44-9444-BACBB9532EC1}"/>
                </a:ext>
              </a:extLst>
            </p:cNvPr>
            <p:cNvSpPr/>
            <p:nvPr userDrawn="1"/>
          </p:nvSpPr>
          <p:spPr>
            <a:xfrm>
              <a:off x="6291206"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4" name="object 80">
              <a:extLst>
                <a:ext uri="{FF2B5EF4-FFF2-40B4-BE49-F238E27FC236}">
                  <a16:creationId xmlns:a16="http://schemas.microsoft.com/office/drawing/2014/main" id="{EF8AB335-6F2E-2A46-A8BD-424A7287058C}"/>
                </a:ext>
              </a:extLst>
            </p:cNvPr>
            <p:cNvSpPr/>
            <p:nvPr userDrawn="1"/>
          </p:nvSpPr>
          <p:spPr>
            <a:xfrm>
              <a:off x="6291725" y="2525830"/>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5" name="object 81">
              <a:extLst>
                <a:ext uri="{FF2B5EF4-FFF2-40B4-BE49-F238E27FC236}">
                  <a16:creationId xmlns:a16="http://schemas.microsoft.com/office/drawing/2014/main" id="{040152EE-82EA-9E4C-AE42-3C27615C5248}"/>
                </a:ext>
              </a:extLst>
            </p:cNvPr>
            <p:cNvSpPr/>
            <p:nvPr userDrawn="1"/>
          </p:nvSpPr>
          <p:spPr>
            <a:xfrm>
              <a:off x="6291354"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96" name="object 82">
              <a:extLst>
                <a:ext uri="{FF2B5EF4-FFF2-40B4-BE49-F238E27FC236}">
                  <a16:creationId xmlns:a16="http://schemas.microsoft.com/office/drawing/2014/main" id="{0C29A906-1B49-5645-A29E-8170EB20607C}"/>
                </a:ext>
              </a:extLst>
            </p:cNvPr>
            <p:cNvSpPr/>
            <p:nvPr userDrawn="1"/>
          </p:nvSpPr>
          <p:spPr>
            <a:xfrm>
              <a:off x="7561841" y="252680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7" name="object 83">
              <a:extLst>
                <a:ext uri="{FF2B5EF4-FFF2-40B4-BE49-F238E27FC236}">
                  <a16:creationId xmlns:a16="http://schemas.microsoft.com/office/drawing/2014/main" id="{7EC3B8C4-B529-814B-853E-7453FC037F86}"/>
                </a:ext>
              </a:extLst>
            </p:cNvPr>
            <p:cNvSpPr/>
            <p:nvPr userDrawn="1"/>
          </p:nvSpPr>
          <p:spPr>
            <a:xfrm>
              <a:off x="7561844"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8" name="object 84">
              <a:extLst>
                <a:ext uri="{FF2B5EF4-FFF2-40B4-BE49-F238E27FC236}">
                  <a16:creationId xmlns:a16="http://schemas.microsoft.com/office/drawing/2014/main" id="{46C42430-2A79-D04D-9A83-39D792628137}"/>
                </a:ext>
              </a:extLst>
            </p:cNvPr>
            <p:cNvSpPr/>
            <p:nvPr userDrawn="1"/>
          </p:nvSpPr>
          <p:spPr>
            <a:xfrm>
              <a:off x="10100441"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9" name="object 85">
              <a:extLst>
                <a:ext uri="{FF2B5EF4-FFF2-40B4-BE49-F238E27FC236}">
                  <a16:creationId xmlns:a16="http://schemas.microsoft.com/office/drawing/2014/main" id="{9793EE85-498C-1847-8A09-C3683EC49FDF}"/>
                </a:ext>
              </a:extLst>
            </p:cNvPr>
            <p:cNvSpPr/>
            <p:nvPr userDrawn="1"/>
          </p:nvSpPr>
          <p:spPr>
            <a:xfrm>
              <a:off x="10100337" y="8866699"/>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0" name="object 86">
              <a:extLst>
                <a:ext uri="{FF2B5EF4-FFF2-40B4-BE49-F238E27FC236}">
                  <a16:creationId xmlns:a16="http://schemas.microsoft.com/office/drawing/2014/main" id="{A7DE5770-8DE3-8141-BCF3-68C35221D4DD}"/>
                </a:ext>
              </a:extLst>
            </p:cNvPr>
            <p:cNvSpPr/>
            <p:nvPr userDrawn="1"/>
          </p:nvSpPr>
          <p:spPr>
            <a:xfrm>
              <a:off x="8830323"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1" name="object 87">
              <a:extLst>
                <a:ext uri="{FF2B5EF4-FFF2-40B4-BE49-F238E27FC236}">
                  <a16:creationId xmlns:a16="http://schemas.microsoft.com/office/drawing/2014/main" id="{FC86CE9B-F325-F84B-9489-0139784103F9}"/>
                </a:ext>
              </a:extLst>
            </p:cNvPr>
            <p:cNvSpPr/>
            <p:nvPr userDrawn="1"/>
          </p:nvSpPr>
          <p:spPr>
            <a:xfrm>
              <a:off x="8829807"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2" name="object 88">
              <a:extLst>
                <a:ext uri="{FF2B5EF4-FFF2-40B4-BE49-F238E27FC236}">
                  <a16:creationId xmlns:a16="http://schemas.microsoft.com/office/drawing/2014/main" id="{B3A61C2B-7E1A-F448-9371-7DD0D1724CA5}"/>
                </a:ext>
              </a:extLst>
            </p:cNvPr>
            <p:cNvSpPr/>
            <p:nvPr userDrawn="1"/>
          </p:nvSpPr>
          <p:spPr>
            <a:xfrm>
              <a:off x="7561841" y="10137372"/>
              <a:ext cx="1175478"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3" name="object 89">
              <a:extLst>
                <a:ext uri="{FF2B5EF4-FFF2-40B4-BE49-F238E27FC236}">
                  <a16:creationId xmlns:a16="http://schemas.microsoft.com/office/drawing/2014/main" id="{EF49E7E2-A732-EB49-A31B-659AB6A85F3B}"/>
                </a:ext>
              </a:extLst>
            </p:cNvPr>
            <p:cNvSpPr/>
            <p:nvPr userDrawn="1"/>
          </p:nvSpPr>
          <p:spPr>
            <a:xfrm>
              <a:off x="7561990"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4" name="object 90">
              <a:extLst>
                <a:ext uri="{FF2B5EF4-FFF2-40B4-BE49-F238E27FC236}">
                  <a16:creationId xmlns:a16="http://schemas.microsoft.com/office/drawing/2014/main" id="{BECE7CD4-A9A5-C142-965B-50A667807E7B}"/>
                </a:ext>
              </a:extLst>
            </p:cNvPr>
            <p:cNvSpPr/>
            <p:nvPr userDrawn="1"/>
          </p:nvSpPr>
          <p:spPr>
            <a:xfrm>
              <a:off x="10100441"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5" name="object 91">
              <a:extLst>
                <a:ext uri="{FF2B5EF4-FFF2-40B4-BE49-F238E27FC236}">
                  <a16:creationId xmlns:a16="http://schemas.microsoft.com/office/drawing/2014/main" id="{DD52276F-3531-E240-A762-3BC14CD37913}"/>
                </a:ext>
              </a:extLst>
            </p:cNvPr>
            <p:cNvSpPr/>
            <p:nvPr userDrawn="1"/>
          </p:nvSpPr>
          <p:spPr>
            <a:xfrm>
              <a:off x="10100192" y="6326286"/>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06" name="object 92">
              <a:extLst>
                <a:ext uri="{FF2B5EF4-FFF2-40B4-BE49-F238E27FC236}">
                  <a16:creationId xmlns:a16="http://schemas.microsoft.com/office/drawing/2014/main" id="{66158BDC-161C-CA49-8ECC-A15974327497}"/>
                </a:ext>
              </a:extLst>
            </p:cNvPr>
            <p:cNvSpPr/>
            <p:nvPr userDrawn="1"/>
          </p:nvSpPr>
          <p:spPr>
            <a:xfrm>
              <a:off x="8830323"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7" name="object 93">
              <a:extLst>
                <a:ext uri="{FF2B5EF4-FFF2-40B4-BE49-F238E27FC236}">
                  <a16:creationId xmlns:a16="http://schemas.microsoft.com/office/drawing/2014/main" id="{DFBB56B4-6897-0E46-A8C4-F4638BD7F07A}"/>
                </a:ext>
              </a:extLst>
            </p:cNvPr>
            <p:cNvSpPr/>
            <p:nvPr userDrawn="1"/>
          </p:nvSpPr>
          <p:spPr>
            <a:xfrm>
              <a:off x="8829952"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8" name="object 94">
              <a:extLst>
                <a:ext uri="{FF2B5EF4-FFF2-40B4-BE49-F238E27FC236}">
                  <a16:creationId xmlns:a16="http://schemas.microsoft.com/office/drawing/2014/main" id="{934680E0-6700-9740-A0AB-DEF427D04DA7}"/>
                </a:ext>
              </a:extLst>
            </p:cNvPr>
            <p:cNvSpPr/>
            <p:nvPr userDrawn="1"/>
          </p:nvSpPr>
          <p:spPr>
            <a:xfrm>
              <a:off x="6291725" y="10136400"/>
              <a:ext cx="1175478"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9" name="object 95">
              <a:extLst>
                <a:ext uri="{FF2B5EF4-FFF2-40B4-BE49-F238E27FC236}">
                  <a16:creationId xmlns:a16="http://schemas.microsoft.com/office/drawing/2014/main" id="{46DC31FB-56A7-884F-A332-3F7E06A2E67F}"/>
                </a:ext>
              </a:extLst>
            </p:cNvPr>
            <p:cNvSpPr/>
            <p:nvPr userDrawn="1"/>
          </p:nvSpPr>
          <p:spPr>
            <a:xfrm>
              <a:off x="6291206"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0" name="object 96">
              <a:extLst>
                <a:ext uri="{FF2B5EF4-FFF2-40B4-BE49-F238E27FC236}">
                  <a16:creationId xmlns:a16="http://schemas.microsoft.com/office/drawing/2014/main" id="{BE0FAEE4-C736-6747-8D80-29462B2377E9}"/>
                </a:ext>
              </a:extLst>
            </p:cNvPr>
            <p:cNvSpPr/>
            <p:nvPr userDrawn="1"/>
          </p:nvSpPr>
          <p:spPr>
            <a:xfrm>
              <a:off x="6291725" y="7595830"/>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1" name="object 97">
              <a:extLst>
                <a:ext uri="{FF2B5EF4-FFF2-40B4-BE49-F238E27FC236}">
                  <a16:creationId xmlns:a16="http://schemas.microsoft.com/office/drawing/2014/main" id="{A50C9A30-70B6-224A-8909-1C7C7E565652}"/>
                </a:ext>
              </a:extLst>
            </p:cNvPr>
            <p:cNvSpPr/>
            <p:nvPr userDrawn="1"/>
          </p:nvSpPr>
          <p:spPr>
            <a:xfrm>
              <a:off x="6291354"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12" name="object 98">
              <a:extLst>
                <a:ext uri="{FF2B5EF4-FFF2-40B4-BE49-F238E27FC236}">
                  <a16:creationId xmlns:a16="http://schemas.microsoft.com/office/drawing/2014/main" id="{3A9B5C35-0A6B-9C4B-BA2E-8FCAE2930D80}"/>
                </a:ext>
              </a:extLst>
            </p:cNvPr>
            <p:cNvSpPr/>
            <p:nvPr userDrawn="1"/>
          </p:nvSpPr>
          <p:spPr>
            <a:xfrm>
              <a:off x="7561841" y="7596807"/>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13" name="object 99">
              <a:extLst>
                <a:ext uri="{FF2B5EF4-FFF2-40B4-BE49-F238E27FC236}">
                  <a16:creationId xmlns:a16="http://schemas.microsoft.com/office/drawing/2014/main" id="{17FD897E-F0C9-2C4D-9360-7CE0CF9348EE}"/>
                </a:ext>
              </a:extLst>
            </p:cNvPr>
            <p:cNvSpPr/>
            <p:nvPr userDrawn="1"/>
          </p:nvSpPr>
          <p:spPr>
            <a:xfrm>
              <a:off x="7561844"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4" name="object 100">
              <a:extLst>
                <a:ext uri="{FF2B5EF4-FFF2-40B4-BE49-F238E27FC236}">
                  <a16:creationId xmlns:a16="http://schemas.microsoft.com/office/drawing/2014/main" id="{78E919F7-DD98-FD4E-9882-738E156825AB}"/>
                </a:ext>
              </a:extLst>
            </p:cNvPr>
            <p:cNvSpPr/>
            <p:nvPr userDrawn="1"/>
          </p:nvSpPr>
          <p:spPr>
            <a:xfrm>
              <a:off x="5030042"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5" name="object 101">
              <a:extLst>
                <a:ext uri="{FF2B5EF4-FFF2-40B4-BE49-F238E27FC236}">
                  <a16:creationId xmlns:a16="http://schemas.microsoft.com/office/drawing/2014/main" id="{8E687205-F0F4-D54A-8A01-EF05E71F32B4}"/>
                </a:ext>
              </a:extLst>
            </p:cNvPr>
            <p:cNvSpPr/>
            <p:nvPr userDrawn="1"/>
          </p:nvSpPr>
          <p:spPr>
            <a:xfrm>
              <a:off x="3759921"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6" name="object 102">
              <a:extLst>
                <a:ext uri="{FF2B5EF4-FFF2-40B4-BE49-F238E27FC236}">
                  <a16:creationId xmlns:a16="http://schemas.microsoft.com/office/drawing/2014/main" id="{B6A06E90-D207-1A4D-B13F-F205DD598DDC}"/>
                </a:ext>
              </a:extLst>
            </p:cNvPr>
            <p:cNvSpPr/>
            <p:nvPr userDrawn="1"/>
          </p:nvSpPr>
          <p:spPr>
            <a:xfrm>
              <a:off x="2491441" y="5245"/>
              <a:ext cx="1175478" cy="1167130"/>
            </a:xfrm>
            <a:custGeom>
              <a:avLst/>
              <a:gdLst/>
              <a:ahLst/>
              <a:cxnLst/>
              <a:rect l="l" t="t" r="r" b="b"/>
              <a:pathLst>
                <a:path w="1175385"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117" name="object 103">
              <a:extLst>
                <a:ext uri="{FF2B5EF4-FFF2-40B4-BE49-F238E27FC236}">
                  <a16:creationId xmlns:a16="http://schemas.microsoft.com/office/drawing/2014/main" id="{5CE80512-749B-6E49-B703-FB21FD2F80C9}"/>
                </a:ext>
              </a:extLst>
            </p:cNvPr>
            <p:cNvSpPr/>
            <p:nvPr userDrawn="1"/>
          </p:nvSpPr>
          <p:spPr>
            <a:xfrm>
              <a:off x="1221322"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8" name="object 104">
              <a:extLst>
                <a:ext uri="{FF2B5EF4-FFF2-40B4-BE49-F238E27FC236}">
                  <a16:creationId xmlns:a16="http://schemas.microsoft.com/office/drawing/2014/main" id="{1F2B470D-BA65-9C4C-8BA1-446BCA7D8D7E}"/>
                </a:ext>
              </a:extLst>
            </p:cNvPr>
            <p:cNvSpPr/>
            <p:nvPr userDrawn="1"/>
          </p:nvSpPr>
          <p:spPr>
            <a:xfrm>
              <a:off x="5030040" y="5066396"/>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9" name="object 105">
              <a:extLst>
                <a:ext uri="{FF2B5EF4-FFF2-40B4-BE49-F238E27FC236}">
                  <a16:creationId xmlns:a16="http://schemas.microsoft.com/office/drawing/2014/main" id="{731FCDC5-8E29-4E48-9D04-69589142F586}"/>
                </a:ext>
              </a:extLst>
            </p:cNvPr>
            <p:cNvSpPr/>
            <p:nvPr userDrawn="1"/>
          </p:nvSpPr>
          <p:spPr>
            <a:xfrm>
              <a:off x="5029932" y="3796705"/>
              <a:ext cx="1175478" cy="1175385"/>
            </a:xfrm>
            <a:custGeom>
              <a:avLst/>
              <a:gdLst/>
              <a:ahLst/>
              <a:cxnLst/>
              <a:rect l="l" t="t" r="r" b="b"/>
              <a:pathLst>
                <a:path w="1175385" h="1175385">
                  <a:moveTo>
                    <a:pt x="0" y="0"/>
                  </a:moveTo>
                  <a:lnTo>
                    <a:pt x="0" y="1175074"/>
                  </a:lnTo>
                  <a:lnTo>
                    <a:pt x="1174791" y="1174780"/>
                  </a:lnTo>
                  <a:lnTo>
                    <a:pt x="1173811" y="1126356"/>
                  </a:lnTo>
                  <a:lnTo>
                    <a:pt x="1170897" y="1078430"/>
                  </a:lnTo>
                  <a:lnTo>
                    <a:pt x="1166085" y="1031040"/>
                  </a:lnTo>
                  <a:lnTo>
                    <a:pt x="1159415" y="984224"/>
                  </a:lnTo>
                  <a:lnTo>
                    <a:pt x="1150923" y="938020"/>
                  </a:lnTo>
                  <a:lnTo>
                    <a:pt x="1140648" y="892466"/>
                  </a:lnTo>
                  <a:lnTo>
                    <a:pt x="1128628" y="847599"/>
                  </a:lnTo>
                  <a:lnTo>
                    <a:pt x="1114899" y="803457"/>
                  </a:lnTo>
                  <a:lnTo>
                    <a:pt x="1099501" y="760079"/>
                  </a:lnTo>
                  <a:lnTo>
                    <a:pt x="1082470" y="717501"/>
                  </a:lnTo>
                  <a:lnTo>
                    <a:pt x="1063845" y="675762"/>
                  </a:lnTo>
                  <a:lnTo>
                    <a:pt x="1043663" y="634899"/>
                  </a:lnTo>
                  <a:lnTo>
                    <a:pt x="1021962" y="594951"/>
                  </a:lnTo>
                  <a:lnTo>
                    <a:pt x="998780" y="555954"/>
                  </a:lnTo>
                  <a:lnTo>
                    <a:pt x="974155" y="517947"/>
                  </a:lnTo>
                  <a:lnTo>
                    <a:pt x="948124" y="480968"/>
                  </a:lnTo>
                  <a:lnTo>
                    <a:pt x="920726" y="445054"/>
                  </a:lnTo>
                  <a:lnTo>
                    <a:pt x="891997" y="410244"/>
                  </a:lnTo>
                  <a:lnTo>
                    <a:pt x="861977" y="376574"/>
                  </a:lnTo>
                  <a:lnTo>
                    <a:pt x="830702" y="344083"/>
                  </a:lnTo>
                  <a:lnTo>
                    <a:pt x="798211" y="312809"/>
                  </a:lnTo>
                  <a:lnTo>
                    <a:pt x="764541" y="282789"/>
                  </a:lnTo>
                  <a:lnTo>
                    <a:pt x="729730" y="254061"/>
                  </a:lnTo>
                  <a:lnTo>
                    <a:pt x="693815" y="226663"/>
                  </a:lnTo>
                  <a:lnTo>
                    <a:pt x="656836" y="200633"/>
                  </a:lnTo>
                  <a:lnTo>
                    <a:pt x="618829" y="176008"/>
                  </a:lnTo>
                  <a:lnTo>
                    <a:pt x="579832" y="152826"/>
                  </a:lnTo>
                  <a:lnTo>
                    <a:pt x="539883" y="131126"/>
                  </a:lnTo>
                  <a:lnTo>
                    <a:pt x="499020" y="110944"/>
                  </a:lnTo>
                  <a:lnTo>
                    <a:pt x="457281" y="92319"/>
                  </a:lnTo>
                  <a:lnTo>
                    <a:pt x="414703" y="75288"/>
                  </a:lnTo>
                  <a:lnTo>
                    <a:pt x="371324" y="59890"/>
                  </a:lnTo>
                  <a:lnTo>
                    <a:pt x="327182" y="46162"/>
                  </a:lnTo>
                  <a:lnTo>
                    <a:pt x="282315" y="34142"/>
                  </a:lnTo>
                  <a:lnTo>
                    <a:pt x="236761"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0" name="object 106">
              <a:extLst>
                <a:ext uri="{FF2B5EF4-FFF2-40B4-BE49-F238E27FC236}">
                  <a16:creationId xmlns:a16="http://schemas.microsoft.com/office/drawing/2014/main" id="{D8183A03-9762-AE4C-99EF-34E7D1267019}"/>
                </a:ext>
              </a:extLst>
            </p:cNvPr>
            <p:cNvSpPr/>
            <p:nvPr userDrawn="1"/>
          </p:nvSpPr>
          <p:spPr>
            <a:xfrm>
              <a:off x="3759919" y="5066396"/>
              <a:ext cx="1175478"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1" name="object 107">
              <a:extLst>
                <a:ext uri="{FF2B5EF4-FFF2-40B4-BE49-F238E27FC236}">
                  <a16:creationId xmlns:a16="http://schemas.microsoft.com/office/drawing/2014/main" id="{F0498180-4F48-8848-8867-68EEDF30E53F}"/>
                </a:ext>
              </a:extLst>
            </p:cNvPr>
            <p:cNvSpPr/>
            <p:nvPr userDrawn="1"/>
          </p:nvSpPr>
          <p:spPr>
            <a:xfrm>
              <a:off x="3759403" y="379685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2" name="object 108">
              <a:extLst>
                <a:ext uri="{FF2B5EF4-FFF2-40B4-BE49-F238E27FC236}">
                  <a16:creationId xmlns:a16="http://schemas.microsoft.com/office/drawing/2014/main" id="{E4577D86-6F5D-FE44-9E70-43335562642B}"/>
                </a:ext>
              </a:extLst>
            </p:cNvPr>
            <p:cNvSpPr/>
            <p:nvPr userDrawn="1"/>
          </p:nvSpPr>
          <p:spPr>
            <a:xfrm>
              <a:off x="2491439" y="506737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3" name="object 109">
              <a:extLst>
                <a:ext uri="{FF2B5EF4-FFF2-40B4-BE49-F238E27FC236}">
                  <a16:creationId xmlns:a16="http://schemas.microsoft.com/office/drawing/2014/main" id="{583B230D-4050-5E4D-BD2B-110EE2012970}"/>
                </a:ext>
              </a:extLst>
            </p:cNvPr>
            <p:cNvSpPr/>
            <p:nvPr userDrawn="1"/>
          </p:nvSpPr>
          <p:spPr>
            <a:xfrm>
              <a:off x="2491585" y="3795969"/>
              <a:ext cx="1175478" cy="1175385"/>
            </a:xfrm>
            <a:custGeom>
              <a:avLst/>
              <a:gdLst/>
              <a:ahLst/>
              <a:cxnLst/>
              <a:rect l="l" t="t" r="r" b="b"/>
              <a:pathLst>
                <a:path w="1175385"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4" name="object 110">
              <a:extLst>
                <a:ext uri="{FF2B5EF4-FFF2-40B4-BE49-F238E27FC236}">
                  <a16:creationId xmlns:a16="http://schemas.microsoft.com/office/drawing/2014/main" id="{DC08E5B6-C572-334F-9307-8F150FF169E1}"/>
                </a:ext>
              </a:extLst>
            </p:cNvPr>
            <p:cNvSpPr/>
            <p:nvPr userDrawn="1"/>
          </p:nvSpPr>
          <p:spPr>
            <a:xfrm>
              <a:off x="5030040"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6" name="object 112">
              <a:extLst>
                <a:ext uri="{FF2B5EF4-FFF2-40B4-BE49-F238E27FC236}">
                  <a16:creationId xmlns:a16="http://schemas.microsoft.com/office/drawing/2014/main" id="{B0394B37-A306-C746-90FC-769AEC02867C}"/>
                </a:ext>
              </a:extLst>
            </p:cNvPr>
            <p:cNvSpPr/>
            <p:nvPr userDrawn="1"/>
          </p:nvSpPr>
          <p:spPr>
            <a:xfrm>
              <a:off x="3759919"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7" name="object 113">
              <a:extLst>
                <a:ext uri="{FF2B5EF4-FFF2-40B4-BE49-F238E27FC236}">
                  <a16:creationId xmlns:a16="http://schemas.microsoft.com/office/drawing/2014/main" id="{6CB3910A-BFDF-374D-9D6A-A866A78C0F02}"/>
                </a:ext>
              </a:extLst>
            </p:cNvPr>
            <p:cNvSpPr/>
            <p:nvPr userDrawn="1"/>
          </p:nvSpPr>
          <p:spPr>
            <a:xfrm>
              <a:off x="3759548"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8" name="object 114">
              <a:extLst>
                <a:ext uri="{FF2B5EF4-FFF2-40B4-BE49-F238E27FC236}">
                  <a16:creationId xmlns:a16="http://schemas.microsoft.com/office/drawing/2014/main" id="{BBF85AF5-2A4A-DD4D-BA01-DE5B6E433174}"/>
                </a:ext>
              </a:extLst>
            </p:cNvPr>
            <p:cNvSpPr/>
            <p:nvPr userDrawn="1"/>
          </p:nvSpPr>
          <p:spPr>
            <a:xfrm>
              <a:off x="1221320" y="5066396"/>
              <a:ext cx="1175478"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9" name="object 115">
              <a:extLst>
                <a:ext uri="{FF2B5EF4-FFF2-40B4-BE49-F238E27FC236}">
                  <a16:creationId xmlns:a16="http://schemas.microsoft.com/office/drawing/2014/main" id="{C9E55753-ED84-6742-89E9-D681D21DD489}"/>
                </a:ext>
              </a:extLst>
            </p:cNvPr>
            <p:cNvSpPr/>
            <p:nvPr userDrawn="1"/>
          </p:nvSpPr>
          <p:spPr>
            <a:xfrm>
              <a:off x="1220804" y="379685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0" name="object 116">
              <a:extLst>
                <a:ext uri="{FF2B5EF4-FFF2-40B4-BE49-F238E27FC236}">
                  <a16:creationId xmlns:a16="http://schemas.microsoft.com/office/drawing/2014/main" id="{2610BE83-A2FB-F14F-AF27-E3F1DAC1B606}"/>
                </a:ext>
              </a:extLst>
            </p:cNvPr>
            <p:cNvSpPr/>
            <p:nvPr userDrawn="1"/>
          </p:nvSpPr>
          <p:spPr>
            <a:xfrm>
              <a:off x="1221320"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1" name="object 117">
              <a:extLst>
                <a:ext uri="{FF2B5EF4-FFF2-40B4-BE49-F238E27FC236}">
                  <a16:creationId xmlns:a16="http://schemas.microsoft.com/office/drawing/2014/main" id="{2D685307-8B30-6440-A670-7D3A2A4ACBEE}"/>
                </a:ext>
              </a:extLst>
            </p:cNvPr>
            <p:cNvSpPr/>
            <p:nvPr userDrawn="1"/>
          </p:nvSpPr>
          <p:spPr>
            <a:xfrm>
              <a:off x="1220951"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32" name="object 118">
              <a:extLst>
                <a:ext uri="{FF2B5EF4-FFF2-40B4-BE49-F238E27FC236}">
                  <a16:creationId xmlns:a16="http://schemas.microsoft.com/office/drawing/2014/main" id="{5B10EA1A-EA04-8E4F-B371-1387B7B0ABF1}"/>
                </a:ext>
              </a:extLst>
            </p:cNvPr>
            <p:cNvSpPr/>
            <p:nvPr userDrawn="1"/>
          </p:nvSpPr>
          <p:spPr>
            <a:xfrm>
              <a:off x="2491439" y="252680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3" name="object 119">
              <a:extLst>
                <a:ext uri="{FF2B5EF4-FFF2-40B4-BE49-F238E27FC236}">
                  <a16:creationId xmlns:a16="http://schemas.microsoft.com/office/drawing/2014/main" id="{61227C15-0CEB-144B-9E49-7E16D31F6A50}"/>
                </a:ext>
              </a:extLst>
            </p:cNvPr>
            <p:cNvSpPr/>
            <p:nvPr userDrawn="1"/>
          </p:nvSpPr>
          <p:spPr>
            <a:xfrm>
              <a:off x="2491439" y="1255546"/>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4" name="object 120">
              <a:extLst>
                <a:ext uri="{FF2B5EF4-FFF2-40B4-BE49-F238E27FC236}">
                  <a16:creationId xmlns:a16="http://schemas.microsoft.com/office/drawing/2014/main" id="{66A96F77-2CEF-DC4B-8E5B-FE3E9C951B71}"/>
                </a:ext>
              </a:extLst>
            </p:cNvPr>
            <p:cNvSpPr/>
            <p:nvPr userDrawn="1"/>
          </p:nvSpPr>
          <p:spPr>
            <a:xfrm>
              <a:off x="5030040"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5" name="object 121">
              <a:extLst>
                <a:ext uri="{FF2B5EF4-FFF2-40B4-BE49-F238E27FC236}">
                  <a16:creationId xmlns:a16="http://schemas.microsoft.com/office/drawing/2014/main" id="{90E2C67F-224E-B549-BB65-DE73215FB401}"/>
                </a:ext>
              </a:extLst>
            </p:cNvPr>
            <p:cNvSpPr/>
            <p:nvPr userDrawn="1"/>
          </p:nvSpPr>
          <p:spPr>
            <a:xfrm>
              <a:off x="5029932" y="8866699"/>
              <a:ext cx="1175478" cy="1175385"/>
            </a:xfrm>
            <a:custGeom>
              <a:avLst/>
              <a:gdLst/>
              <a:ahLst/>
              <a:cxnLst/>
              <a:rect l="l" t="t" r="r" b="b"/>
              <a:pathLst>
                <a:path w="1175385" h="1175384">
                  <a:moveTo>
                    <a:pt x="0" y="0"/>
                  </a:moveTo>
                  <a:lnTo>
                    <a:pt x="0" y="1175084"/>
                  </a:lnTo>
                  <a:lnTo>
                    <a:pt x="1174791" y="1174791"/>
                  </a:lnTo>
                  <a:lnTo>
                    <a:pt x="1173811" y="1126366"/>
                  </a:lnTo>
                  <a:lnTo>
                    <a:pt x="1170897" y="1078440"/>
                  </a:lnTo>
                  <a:lnTo>
                    <a:pt x="1166085" y="1031050"/>
                  </a:lnTo>
                  <a:lnTo>
                    <a:pt x="1159415" y="984234"/>
                  </a:lnTo>
                  <a:lnTo>
                    <a:pt x="1150923" y="938030"/>
                  </a:lnTo>
                  <a:lnTo>
                    <a:pt x="1140648" y="892475"/>
                  </a:lnTo>
                  <a:lnTo>
                    <a:pt x="1128628" y="847608"/>
                  </a:lnTo>
                  <a:lnTo>
                    <a:pt x="1114899" y="803467"/>
                  </a:lnTo>
                  <a:lnTo>
                    <a:pt x="1099501" y="760088"/>
                  </a:lnTo>
                  <a:lnTo>
                    <a:pt x="1082470" y="717510"/>
                  </a:lnTo>
                  <a:lnTo>
                    <a:pt x="1063845" y="675770"/>
                  </a:lnTo>
                  <a:lnTo>
                    <a:pt x="1043663" y="634907"/>
                  </a:lnTo>
                  <a:lnTo>
                    <a:pt x="1021962" y="594958"/>
                  </a:lnTo>
                  <a:lnTo>
                    <a:pt x="998780" y="555962"/>
                  </a:lnTo>
                  <a:lnTo>
                    <a:pt x="974155" y="517955"/>
                  </a:lnTo>
                  <a:lnTo>
                    <a:pt x="948124" y="480975"/>
                  </a:lnTo>
                  <a:lnTo>
                    <a:pt x="920726" y="445061"/>
                  </a:lnTo>
                  <a:lnTo>
                    <a:pt x="891997" y="410250"/>
                  </a:lnTo>
                  <a:lnTo>
                    <a:pt x="861977" y="376580"/>
                  </a:lnTo>
                  <a:lnTo>
                    <a:pt x="830702" y="344088"/>
                  </a:lnTo>
                  <a:lnTo>
                    <a:pt x="798211" y="312814"/>
                  </a:lnTo>
                  <a:lnTo>
                    <a:pt x="764541" y="282793"/>
                  </a:lnTo>
                  <a:lnTo>
                    <a:pt x="729730" y="254065"/>
                  </a:lnTo>
                  <a:lnTo>
                    <a:pt x="693815" y="226667"/>
                  </a:lnTo>
                  <a:lnTo>
                    <a:pt x="656836" y="200636"/>
                  </a:lnTo>
                  <a:lnTo>
                    <a:pt x="618829" y="176011"/>
                  </a:lnTo>
                  <a:lnTo>
                    <a:pt x="579832" y="152829"/>
                  </a:lnTo>
                  <a:lnTo>
                    <a:pt x="539883" y="131128"/>
                  </a:lnTo>
                  <a:lnTo>
                    <a:pt x="499020" y="110946"/>
                  </a:lnTo>
                  <a:lnTo>
                    <a:pt x="457281" y="92321"/>
                  </a:lnTo>
                  <a:lnTo>
                    <a:pt x="414703" y="75290"/>
                  </a:lnTo>
                  <a:lnTo>
                    <a:pt x="371324" y="59891"/>
                  </a:lnTo>
                  <a:lnTo>
                    <a:pt x="327182" y="46163"/>
                  </a:lnTo>
                  <a:lnTo>
                    <a:pt x="282315" y="34142"/>
                  </a:lnTo>
                  <a:lnTo>
                    <a:pt x="236761"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36" name="object 122">
              <a:extLst>
                <a:ext uri="{FF2B5EF4-FFF2-40B4-BE49-F238E27FC236}">
                  <a16:creationId xmlns:a16="http://schemas.microsoft.com/office/drawing/2014/main" id="{18721E0E-3406-BB44-9903-5F9497592BDC}"/>
                </a:ext>
              </a:extLst>
            </p:cNvPr>
            <p:cNvSpPr/>
            <p:nvPr userDrawn="1"/>
          </p:nvSpPr>
          <p:spPr>
            <a:xfrm>
              <a:off x="3759919"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7" name="object 123">
              <a:extLst>
                <a:ext uri="{FF2B5EF4-FFF2-40B4-BE49-F238E27FC236}">
                  <a16:creationId xmlns:a16="http://schemas.microsoft.com/office/drawing/2014/main" id="{4A20C842-0383-804A-A026-391FFC8BF4D8}"/>
                </a:ext>
              </a:extLst>
            </p:cNvPr>
            <p:cNvSpPr/>
            <p:nvPr userDrawn="1"/>
          </p:nvSpPr>
          <p:spPr>
            <a:xfrm>
              <a:off x="3759403" y="8866852"/>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8" name="object 124">
              <a:extLst>
                <a:ext uri="{FF2B5EF4-FFF2-40B4-BE49-F238E27FC236}">
                  <a16:creationId xmlns:a16="http://schemas.microsoft.com/office/drawing/2014/main" id="{35C523F0-C605-274B-A782-8D9A5677B9E7}"/>
                </a:ext>
              </a:extLst>
            </p:cNvPr>
            <p:cNvSpPr/>
            <p:nvPr userDrawn="1"/>
          </p:nvSpPr>
          <p:spPr>
            <a:xfrm>
              <a:off x="2491439" y="10137372"/>
              <a:ext cx="1175478" cy="1166495"/>
            </a:xfrm>
            <a:custGeom>
              <a:avLst/>
              <a:gdLst/>
              <a:ahLst/>
              <a:cxnLst/>
              <a:rect l="l" t="t" r="r" b="b"/>
              <a:pathLst>
                <a:path w="1175385"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9" name="object 125">
              <a:extLst>
                <a:ext uri="{FF2B5EF4-FFF2-40B4-BE49-F238E27FC236}">
                  <a16:creationId xmlns:a16="http://schemas.microsoft.com/office/drawing/2014/main" id="{F02B2EF6-3131-AE41-8981-51116F8A84FA}"/>
                </a:ext>
              </a:extLst>
            </p:cNvPr>
            <p:cNvSpPr/>
            <p:nvPr userDrawn="1"/>
          </p:nvSpPr>
          <p:spPr>
            <a:xfrm>
              <a:off x="2491585" y="8865963"/>
              <a:ext cx="1175478" cy="1175385"/>
            </a:xfrm>
            <a:custGeom>
              <a:avLst/>
              <a:gdLst/>
              <a:ahLst/>
              <a:cxnLst/>
              <a:rect l="l" t="t" r="r" b="b"/>
              <a:pathLst>
                <a:path w="1175385"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0" name="object 126">
              <a:extLst>
                <a:ext uri="{FF2B5EF4-FFF2-40B4-BE49-F238E27FC236}">
                  <a16:creationId xmlns:a16="http://schemas.microsoft.com/office/drawing/2014/main" id="{F59B8859-31A0-EA4C-A2C4-6210E352390B}"/>
                </a:ext>
              </a:extLst>
            </p:cNvPr>
            <p:cNvSpPr/>
            <p:nvPr userDrawn="1"/>
          </p:nvSpPr>
          <p:spPr>
            <a:xfrm>
              <a:off x="5030040"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1" name="object 127">
              <a:extLst>
                <a:ext uri="{FF2B5EF4-FFF2-40B4-BE49-F238E27FC236}">
                  <a16:creationId xmlns:a16="http://schemas.microsoft.com/office/drawing/2014/main" id="{6B2FFE53-5A27-1B44-96BE-0B3D0BD255D0}"/>
                </a:ext>
              </a:extLst>
            </p:cNvPr>
            <p:cNvSpPr/>
            <p:nvPr userDrawn="1"/>
          </p:nvSpPr>
          <p:spPr>
            <a:xfrm>
              <a:off x="5029789" y="6326286"/>
              <a:ext cx="1175478" cy="1175385"/>
            </a:xfrm>
            <a:custGeom>
              <a:avLst/>
              <a:gdLst/>
              <a:ahLst/>
              <a:cxnLst/>
              <a:rect l="l" t="t" r="r" b="b"/>
              <a:pathLst>
                <a:path w="1175385"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42" name="object 128">
              <a:extLst>
                <a:ext uri="{FF2B5EF4-FFF2-40B4-BE49-F238E27FC236}">
                  <a16:creationId xmlns:a16="http://schemas.microsoft.com/office/drawing/2014/main" id="{C28A704E-2DAC-5241-9C49-44A85A0F84AF}"/>
                </a:ext>
              </a:extLst>
            </p:cNvPr>
            <p:cNvSpPr/>
            <p:nvPr userDrawn="1"/>
          </p:nvSpPr>
          <p:spPr>
            <a:xfrm>
              <a:off x="3759919"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3" name="object 129">
              <a:extLst>
                <a:ext uri="{FF2B5EF4-FFF2-40B4-BE49-F238E27FC236}">
                  <a16:creationId xmlns:a16="http://schemas.microsoft.com/office/drawing/2014/main" id="{E5A82B14-9508-0E44-83DF-B7CAA0BC7DC7}"/>
                </a:ext>
              </a:extLst>
            </p:cNvPr>
            <p:cNvSpPr/>
            <p:nvPr userDrawn="1"/>
          </p:nvSpPr>
          <p:spPr>
            <a:xfrm>
              <a:off x="3759548" y="6326139"/>
              <a:ext cx="1175478"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4" name="object 130">
              <a:extLst>
                <a:ext uri="{FF2B5EF4-FFF2-40B4-BE49-F238E27FC236}">
                  <a16:creationId xmlns:a16="http://schemas.microsoft.com/office/drawing/2014/main" id="{4C3E2FA1-C313-C34B-83DA-32AC6ECE6233}"/>
                </a:ext>
              </a:extLst>
            </p:cNvPr>
            <p:cNvSpPr/>
            <p:nvPr userDrawn="1"/>
          </p:nvSpPr>
          <p:spPr>
            <a:xfrm>
              <a:off x="1221320"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5" name="object 131">
              <a:extLst>
                <a:ext uri="{FF2B5EF4-FFF2-40B4-BE49-F238E27FC236}">
                  <a16:creationId xmlns:a16="http://schemas.microsoft.com/office/drawing/2014/main" id="{8742E935-CFE2-2D40-A456-CAA8C6784950}"/>
                </a:ext>
              </a:extLst>
            </p:cNvPr>
            <p:cNvSpPr/>
            <p:nvPr userDrawn="1"/>
          </p:nvSpPr>
          <p:spPr>
            <a:xfrm>
              <a:off x="1220804" y="8866852"/>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6" name="object 132">
              <a:extLst>
                <a:ext uri="{FF2B5EF4-FFF2-40B4-BE49-F238E27FC236}">
                  <a16:creationId xmlns:a16="http://schemas.microsoft.com/office/drawing/2014/main" id="{B396FB4B-E488-6D4E-96D8-5EB9F01FEAF0}"/>
                </a:ext>
              </a:extLst>
            </p:cNvPr>
            <p:cNvSpPr/>
            <p:nvPr userDrawn="1"/>
          </p:nvSpPr>
          <p:spPr>
            <a:xfrm>
              <a:off x="1221320"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7" name="object 133">
              <a:extLst>
                <a:ext uri="{FF2B5EF4-FFF2-40B4-BE49-F238E27FC236}">
                  <a16:creationId xmlns:a16="http://schemas.microsoft.com/office/drawing/2014/main" id="{C6D0FE12-AADC-1A4C-A1B5-CFE1920C7EA9}"/>
                </a:ext>
              </a:extLst>
            </p:cNvPr>
            <p:cNvSpPr/>
            <p:nvPr userDrawn="1"/>
          </p:nvSpPr>
          <p:spPr>
            <a:xfrm>
              <a:off x="1220951" y="6326139"/>
              <a:ext cx="1175478"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8" name="object 134">
              <a:extLst>
                <a:ext uri="{FF2B5EF4-FFF2-40B4-BE49-F238E27FC236}">
                  <a16:creationId xmlns:a16="http://schemas.microsoft.com/office/drawing/2014/main" id="{5E435292-9C44-1B40-B1D1-0FDD5853C362}"/>
                </a:ext>
              </a:extLst>
            </p:cNvPr>
            <p:cNvSpPr/>
            <p:nvPr userDrawn="1"/>
          </p:nvSpPr>
          <p:spPr>
            <a:xfrm>
              <a:off x="2491439" y="7596807"/>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49" name="object 135">
              <a:extLst>
                <a:ext uri="{FF2B5EF4-FFF2-40B4-BE49-F238E27FC236}">
                  <a16:creationId xmlns:a16="http://schemas.microsoft.com/office/drawing/2014/main" id="{D4D22E49-08F5-F645-B41F-0E9C89F07A8F}"/>
                </a:ext>
              </a:extLst>
            </p:cNvPr>
            <p:cNvSpPr/>
            <p:nvPr userDrawn="1"/>
          </p:nvSpPr>
          <p:spPr>
            <a:xfrm>
              <a:off x="2491439" y="6325545"/>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50" name="object 136">
              <a:extLst>
                <a:ext uri="{FF2B5EF4-FFF2-40B4-BE49-F238E27FC236}">
                  <a16:creationId xmlns:a16="http://schemas.microsoft.com/office/drawing/2014/main" id="{76EED804-C183-5E4B-BE26-D7CA7BB5D5E2}"/>
                </a:ext>
              </a:extLst>
            </p:cNvPr>
            <p:cNvSpPr/>
            <p:nvPr userDrawn="1"/>
          </p:nvSpPr>
          <p:spPr>
            <a:xfrm>
              <a:off x="5236" y="5247"/>
              <a:ext cx="1129754" cy="1165225"/>
            </a:xfrm>
            <a:custGeom>
              <a:avLst/>
              <a:gdLst/>
              <a:ahLst/>
              <a:cxnLst/>
              <a:rect l="l" t="t" r="r" b="b"/>
              <a:pathLst>
                <a:path w="1129665" h="1165225">
                  <a:moveTo>
                    <a:pt x="1129299" y="0"/>
                  </a:moveTo>
                  <a:lnTo>
                    <a:pt x="0" y="0"/>
                  </a:lnTo>
                  <a:lnTo>
                    <a:pt x="0" y="1165013"/>
                  </a:lnTo>
                  <a:lnTo>
                    <a:pt x="51048" y="1162036"/>
                  </a:lnTo>
                  <a:lnTo>
                    <a:pt x="98438" y="1157224"/>
                  </a:lnTo>
                  <a:lnTo>
                    <a:pt x="145254" y="1150554"/>
                  </a:lnTo>
                  <a:lnTo>
                    <a:pt x="191458" y="1142063"/>
                  </a:lnTo>
                  <a:lnTo>
                    <a:pt x="237012" y="1131788"/>
                  </a:lnTo>
                  <a:lnTo>
                    <a:pt x="281879" y="1119767"/>
                  </a:lnTo>
                  <a:lnTo>
                    <a:pt x="326021" y="1106039"/>
                  </a:lnTo>
                  <a:lnTo>
                    <a:pt x="369399" y="1090641"/>
                  </a:lnTo>
                  <a:lnTo>
                    <a:pt x="411977" y="1073610"/>
                  </a:lnTo>
                  <a:lnTo>
                    <a:pt x="453716" y="1054985"/>
                  </a:lnTo>
                  <a:lnTo>
                    <a:pt x="494579" y="1034804"/>
                  </a:lnTo>
                  <a:lnTo>
                    <a:pt x="534527" y="1013103"/>
                  </a:lnTo>
                  <a:lnTo>
                    <a:pt x="573524" y="989922"/>
                  </a:lnTo>
                  <a:lnTo>
                    <a:pt x="611530" y="965297"/>
                  </a:lnTo>
                  <a:lnTo>
                    <a:pt x="648509" y="939267"/>
                  </a:lnTo>
                  <a:lnTo>
                    <a:pt x="684423" y="911869"/>
                  </a:lnTo>
                  <a:lnTo>
                    <a:pt x="719234" y="883141"/>
                  </a:lnTo>
                  <a:lnTo>
                    <a:pt x="752904" y="853121"/>
                  </a:lnTo>
                  <a:lnTo>
                    <a:pt x="785394" y="821846"/>
                  </a:lnTo>
                  <a:lnTo>
                    <a:pt x="816669" y="789355"/>
                  </a:lnTo>
                  <a:lnTo>
                    <a:pt x="846689" y="755686"/>
                  </a:lnTo>
                  <a:lnTo>
                    <a:pt x="875417" y="720875"/>
                  </a:lnTo>
                  <a:lnTo>
                    <a:pt x="902815" y="684961"/>
                  </a:lnTo>
                  <a:lnTo>
                    <a:pt x="928845" y="647982"/>
                  </a:lnTo>
                  <a:lnTo>
                    <a:pt x="953470" y="609975"/>
                  </a:lnTo>
                  <a:lnTo>
                    <a:pt x="976652" y="570979"/>
                  </a:lnTo>
                  <a:lnTo>
                    <a:pt x="998352" y="531030"/>
                  </a:lnTo>
                  <a:lnTo>
                    <a:pt x="1018534" y="490168"/>
                  </a:lnTo>
                  <a:lnTo>
                    <a:pt x="1037159" y="448429"/>
                  </a:lnTo>
                  <a:lnTo>
                    <a:pt x="1054189" y="405851"/>
                  </a:lnTo>
                  <a:lnTo>
                    <a:pt x="1069587" y="362472"/>
                  </a:lnTo>
                  <a:lnTo>
                    <a:pt x="1083316" y="318331"/>
                  </a:lnTo>
                  <a:lnTo>
                    <a:pt x="1095336" y="273464"/>
                  </a:lnTo>
                  <a:lnTo>
                    <a:pt x="1105611" y="227909"/>
                  </a:lnTo>
                  <a:lnTo>
                    <a:pt x="1114102" y="181706"/>
                  </a:lnTo>
                  <a:lnTo>
                    <a:pt x="1120773" y="134890"/>
                  </a:lnTo>
                  <a:lnTo>
                    <a:pt x="1125584" y="87500"/>
                  </a:lnTo>
                  <a:lnTo>
                    <a:pt x="1128498" y="39574"/>
                  </a:lnTo>
                  <a:lnTo>
                    <a:pt x="1129299" y="0"/>
                  </a:lnTo>
                  <a:close/>
                </a:path>
              </a:pathLst>
            </a:custGeom>
            <a:solidFill>
              <a:srgbClr val="90B8AF"/>
            </a:solidFill>
          </p:spPr>
          <p:txBody>
            <a:bodyPr wrap="square" lIns="0" tIns="0" rIns="0" bIns="0" rtlCol="0"/>
            <a:lstStyle/>
            <a:p>
              <a:endParaRPr sz="1092"/>
            </a:p>
          </p:txBody>
        </p:sp>
        <p:sp>
          <p:nvSpPr>
            <p:cNvPr id="151" name="object 137">
              <a:extLst>
                <a:ext uri="{FF2B5EF4-FFF2-40B4-BE49-F238E27FC236}">
                  <a16:creationId xmlns:a16="http://schemas.microsoft.com/office/drawing/2014/main" id="{6A627F83-5E08-4647-94BF-63B85AF46C1A}"/>
                </a:ext>
              </a:extLst>
            </p:cNvPr>
            <p:cNvSpPr/>
            <p:nvPr userDrawn="1"/>
          </p:nvSpPr>
          <p:spPr>
            <a:xfrm>
              <a:off x="5236" y="5066396"/>
              <a:ext cx="1129754"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2" name="object 138">
              <a:extLst>
                <a:ext uri="{FF2B5EF4-FFF2-40B4-BE49-F238E27FC236}">
                  <a16:creationId xmlns:a16="http://schemas.microsoft.com/office/drawing/2014/main" id="{74C99575-8C9D-A841-BF23-2FFBA471146C}"/>
                </a:ext>
              </a:extLst>
            </p:cNvPr>
            <p:cNvSpPr/>
            <p:nvPr userDrawn="1"/>
          </p:nvSpPr>
          <p:spPr>
            <a:xfrm>
              <a:off x="5236" y="3797629"/>
              <a:ext cx="1129754" cy="1174750"/>
            </a:xfrm>
            <a:custGeom>
              <a:avLst/>
              <a:gdLst/>
              <a:ahLst/>
              <a:cxnLst/>
              <a:rect l="l" t="t" r="r" b="b"/>
              <a:pathLst>
                <a:path w="1129665" h="1174750">
                  <a:moveTo>
                    <a:pt x="0" y="0"/>
                  </a:moveTo>
                  <a:lnTo>
                    <a:pt x="0" y="1174137"/>
                  </a:lnTo>
                  <a:lnTo>
                    <a:pt x="1129078" y="1173856"/>
                  </a:lnTo>
                  <a:lnTo>
                    <a:pt x="1128098" y="1125431"/>
                  </a:lnTo>
                  <a:lnTo>
                    <a:pt x="1125184" y="1077505"/>
                  </a:lnTo>
                  <a:lnTo>
                    <a:pt x="1120373" y="1030115"/>
                  </a:lnTo>
                  <a:lnTo>
                    <a:pt x="1113702" y="983299"/>
                  </a:lnTo>
                  <a:lnTo>
                    <a:pt x="1105211" y="937095"/>
                  </a:lnTo>
                  <a:lnTo>
                    <a:pt x="1094936" y="891541"/>
                  </a:lnTo>
                  <a:lnTo>
                    <a:pt x="1082916" y="846674"/>
                  </a:lnTo>
                  <a:lnTo>
                    <a:pt x="1069188" y="802532"/>
                  </a:lnTo>
                  <a:lnTo>
                    <a:pt x="1053789" y="759154"/>
                  </a:lnTo>
                  <a:lnTo>
                    <a:pt x="1036759" y="716576"/>
                  </a:lnTo>
                  <a:lnTo>
                    <a:pt x="1018134" y="674837"/>
                  </a:lnTo>
                  <a:lnTo>
                    <a:pt x="997952" y="633974"/>
                  </a:lnTo>
                  <a:lnTo>
                    <a:pt x="976252" y="594026"/>
                  </a:lnTo>
                  <a:lnTo>
                    <a:pt x="953070" y="555029"/>
                  </a:lnTo>
                  <a:lnTo>
                    <a:pt x="928445" y="517023"/>
                  </a:lnTo>
                  <a:lnTo>
                    <a:pt x="902415" y="480043"/>
                  </a:lnTo>
                  <a:lnTo>
                    <a:pt x="875017" y="444130"/>
                  </a:lnTo>
                  <a:lnTo>
                    <a:pt x="846289" y="409319"/>
                  </a:lnTo>
                  <a:lnTo>
                    <a:pt x="816269" y="375649"/>
                  </a:lnTo>
                  <a:lnTo>
                    <a:pt x="784994" y="343158"/>
                  </a:lnTo>
                  <a:lnTo>
                    <a:pt x="752504" y="311884"/>
                  </a:lnTo>
                  <a:lnTo>
                    <a:pt x="718834" y="281864"/>
                  </a:lnTo>
                  <a:lnTo>
                    <a:pt x="684023" y="253136"/>
                  </a:lnTo>
                  <a:lnTo>
                    <a:pt x="648109" y="225738"/>
                  </a:lnTo>
                  <a:lnTo>
                    <a:pt x="611130" y="199708"/>
                  </a:lnTo>
                  <a:lnTo>
                    <a:pt x="573124" y="175083"/>
                  </a:lnTo>
                  <a:lnTo>
                    <a:pt x="534127" y="151901"/>
                  </a:lnTo>
                  <a:lnTo>
                    <a:pt x="494179" y="130201"/>
                  </a:lnTo>
                  <a:lnTo>
                    <a:pt x="453316" y="110019"/>
                  </a:lnTo>
                  <a:lnTo>
                    <a:pt x="411577" y="91394"/>
                  </a:lnTo>
                  <a:lnTo>
                    <a:pt x="368999" y="74364"/>
                  </a:lnTo>
                  <a:lnTo>
                    <a:pt x="325621" y="58965"/>
                  </a:lnTo>
                  <a:lnTo>
                    <a:pt x="281479" y="45237"/>
                  </a:lnTo>
                  <a:lnTo>
                    <a:pt x="236612" y="33217"/>
                  </a:lnTo>
                  <a:lnTo>
                    <a:pt x="191058" y="22942"/>
                  </a:lnTo>
                  <a:lnTo>
                    <a:pt x="144854" y="14450"/>
                  </a:lnTo>
                  <a:lnTo>
                    <a:pt x="98038" y="7780"/>
                  </a:lnTo>
                  <a:lnTo>
                    <a:pt x="50648" y="2969"/>
                  </a:lnTo>
                  <a:lnTo>
                    <a:pt x="2722" y="55"/>
                  </a:lnTo>
                  <a:lnTo>
                    <a:pt x="0" y="0"/>
                  </a:lnTo>
                  <a:close/>
                </a:path>
              </a:pathLst>
            </a:custGeom>
            <a:solidFill>
              <a:srgbClr val="90B8AF"/>
            </a:solidFill>
          </p:spPr>
          <p:txBody>
            <a:bodyPr wrap="square" lIns="0" tIns="0" rIns="0" bIns="0" rtlCol="0"/>
            <a:lstStyle/>
            <a:p>
              <a:endParaRPr sz="1092"/>
            </a:p>
          </p:txBody>
        </p:sp>
        <p:sp>
          <p:nvSpPr>
            <p:cNvPr id="153" name="object 139">
              <a:extLst>
                <a:ext uri="{FF2B5EF4-FFF2-40B4-BE49-F238E27FC236}">
                  <a16:creationId xmlns:a16="http://schemas.microsoft.com/office/drawing/2014/main" id="{8E4903DD-9CA1-F247-884F-0033E68A57E8}"/>
                </a:ext>
              </a:extLst>
            </p:cNvPr>
            <p:cNvSpPr/>
            <p:nvPr userDrawn="1"/>
          </p:nvSpPr>
          <p:spPr>
            <a:xfrm>
              <a:off x="5236" y="2525830"/>
              <a:ext cx="1129754"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4" name="object 140">
              <a:extLst>
                <a:ext uri="{FF2B5EF4-FFF2-40B4-BE49-F238E27FC236}">
                  <a16:creationId xmlns:a16="http://schemas.microsoft.com/office/drawing/2014/main" id="{40A84082-8309-3146-8DC2-54866BC8FE47}"/>
                </a:ext>
              </a:extLst>
            </p:cNvPr>
            <p:cNvSpPr/>
            <p:nvPr userDrawn="1"/>
          </p:nvSpPr>
          <p:spPr>
            <a:xfrm>
              <a:off x="5236" y="1256282"/>
              <a:ext cx="1129754" cy="1174115"/>
            </a:xfrm>
            <a:custGeom>
              <a:avLst/>
              <a:gdLst/>
              <a:ahLst/>
              <a:cxnLst/>
              <a:rect l="l" t="t" r="r" b="b"/>
              <a:pathLst>
                <a:path w="1129665" h="1174114">
                  <a:moveTo>
                    <a:pt x="1129228" y="0"/>
                  </a:moveTo>
                  <a:lnTo>
                    <a:pt x="0" y="0"/>
                  </a:lnTo>
                  <a:lnTo>
                    <a:pt x="0" y="1173859"/>
                  </a:lnTo>
                  <a:lnTo>
                    <a:pt x="50796" y="1170886"/>
                  </a:lnTo>
                  <a:lnTo>
                    <a:pt x="98186" y="1166075"/>
                  </a:lnTo>
                  <a:lnTo>
                    <a:pt x="145001" y="1159405"/>
                  </a:lnTo>
                  <a:lnTo>
                    <a:pt x="191205" y="1150913"/>
                  </a:lnTo>
                  <a:lnTo>
                    <a:pt x="236758" y="1140638"/>
                  </a:lnTo>
                  <a:lnTo>
                    <a:pt x="281625" y="1128618"/>
                  </a:lnTo>
                  <a:lnTo>
                    <a:pt x="325766" y="1114890"/>
                  </a:lnTo>
                  <a:lnTo>
                    <a:pt x="369145" y="1099492"/>
                  </a:lnTo>
                  <a:lnTo>
                    <a:pt x="411722" y="1082461"/>
                  </a:lnTo>
                  <a:lnTo>
                    <a:pt x="453461" y="1063836"/>
                  </a:lnTo>
                  <a:lnTo>
                    <a:pt x="494324" y="1043654"/>
                  </a:lnTo>
                  <a:lnTo>
                    <a:pt x="534272" y="1021954"/>
                  </a:lnTo>
                  <a:lnTo>
                    <a:pt x="573269" y="998772"/>
                  </a:lnTo>
                  <a:lnTo>
                    <a:pt x="611275" y="974147"/>
                  </a:lnTo>
                  <a:lnTo>
                    <a:pt x="648255" y="948117"/>
                  </a:lnTo>
                  <a:lnTo>
                    <a:pt x="684169" y="920719"/>
                  </a:lnTo>
                  <a:lnTo>
                    <a:pt x="718979" y="891991"/>
                  </a:lnTo>
                  <a:lnTo>
                    <a:pt x="752649" y="861971"/>
                  </a:lnTo>
                  <a:lnTo>
                    <a:pt x="785140" y="830697"/>
                  </a:lnTo>
                  <a:lnTo>
                    <a:pt x="816415" y="798206"/>
                  </a:lnTo>
                  <a:lnTo>
                    <a:pt x="846435" y="764536"/>
                  </a:lnTo>
                  <a:lnTo>
                    <a:pt x="875163" y="729726"/>
                  </a:lnTo>
                  <a:lnTo>
                    <a:pt x="902562" y="693812"/>
                  </a:lnTo>
                  <a:lnTo>
                    <a:pt x="928592" y="656833"/>
                  </a:lnTo>
                  <a:lnTo>
                    <a:pt x="953217" y="618826"/>
                  </a:lnTo>
                  <a:lnTo>
                    <a:pt x="976399" y="579829"/>
                  </a:lnTo>
                  <a:lnTo>
                    <a:pt x="998100" y="539881"/>
                  </a:lnTo>
                  <a:lnTo>
                    <a:pt x="1018282" y="499018"/>
                  </a:lnTo>
                  <a:lnTo>
                    <a:pt x="1036907" y="457279"/>
                  </a:lnTo>
                  <a:lnTo>
                    <a:pt x="1053938" y="414701"/>
                  </a:lnTo>
                  <a:lnTo>
                    <a:pt x="1069336" y="371323"/>
                  </a:lnTo>
                  <a:lnTo>
                    <a:pt x="1083065" y="327181"/>
                  </a:lnTo>
                  <a:lnTo>
                    <a:pt x="1095085" y="282314"/>
                  </a:lnTo>
                  <a:lnTo>
                    <a:pt x="1105360" y="236760"/>
                  </a:lnTo>
                  <a:lnTo>
                    <a:pt x="1113852" y="190556"/>
                  </a:lnTo>
                  <a:lnTo>
                    <a:pt x="1120522" y="143740"/>
                  </a:lnTo>
                  <a:lnTo>
                    <a:pt x="1125334" y="96350"/>
                  </a:lnTo>
                  <a:lnTo>
                    <a:pt x="1128248" y="48424"/>
                  </a:lnTo>
                  <a:lnTo>
                    <a:pt x="1129228" y="0"/>
                  </a:lnTo>
                  <a:close/>
                </a:path>
              </a:pathLst>
            </a:custGeom>
            <a:solidFill>
              <a:srgbClr val="90B8AF"/>
            </a:solidFill>
          </p:spPr>
          <p:txBody>
            <a:bodyPr wrap="square" lIns="0" tIns="0" rIns="0" bIns="0" rtlCol="0"/>
            <a:lstStyle/>
            <a:p>
              <a:endParaRPr sz="1092"/>
            </a:p>
          </p:txBody>
        </p:sp>
        <p:sp>
          <p:nvSpPr>
            <p:cNvPr id="155" name="object 141">
              <a:extLst>
                <a:ext uri="{FF2B5EF4-FFF2-40B4-BE49-F238E27FC236}">
                  <a16:creationId xmlns:a16="http://schemas.microsoft.com/office/drawing/2014/main" id="{4E1C44FE-9F88-9741-A998-0B384EB6DD34}"/>
                </a:ext>
              </a:extLst>
            </p:cNvPr>
            <p:cNvSpPr/>
            <p:nvPr userDrawn="1"/>
          </p:nvSpPr>
          <p:spPr>
            <a:xfrm>
              <a:off x="5236" y="10136400"/>
              <a:ext cx="1129754" cy="1167130"/>
            </a:xfrm>
            <a:custGeom>
              <a:avLst/>
              <a:gdLst/>
              <a:ahLst/>
              <a:cxnLst/>
              <a:rect l="l" t="t" r="r" b="b"/>
              <a:pathLst>
                <a:path w="1129665" h="1167129">
                  <a:moveTo>
                    <a:pt x="1129478" y="0"/>
                  </a:moveTo>
                  <a:lnTo>
                    <a:pt x="0" y="0"/>
                  </a:lnTo>
                  <a:lnTo>
                    <a:pt x="0" y="1166920"/>
                  </a:lnTo>
                  <a:lnTo>
                    <a:pt x="90114" y="1166920"/>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6" name="object 142">
              <a:extLst>
                <a:ext uri="{FF2B5EF4-FFF2-40B4-BE49-F238E27FC236}">
                  <a16:creationId xmlns:a16="http://schemas.microsoft.com/office/drawing/2014/main" id="{CD83FCC3-EC45-8F49-AC32-48E0B808289D}"/>
                </a:ext>
              </a:extLst>
            </p:cNvPr>
            <p:cNvSpPr/>
            <p:nvPr userDrawn="1"/>
          </p:nvSpPr>
          <p:spPr>
            <a:xfrm>
              <a:off x="5236" y="8867623"/>
              <a:ext cx="1129754" cy="1174750"/>
            </a:xfrm>
            <a:custGeom>
              <a:avLst/>
              <a:gdLst/>
              <a:ahLst/>
              <a:cxnLst/>
              <a:rect l="l" t="t" r="r" b="b"/>
              <a:pathLst>
                <a:path w="1129665" h="1174750">
                  <a:moveTo>
                    <a:pt x="0" y="0"/>
                  </a:moveTo>
                  <a:lnTo>
                    <a:pt x="0" y="1174148"/>
                  </a:lnTo>
                  <a:lnTo>
                    <a:pt x="1129078" y="1173866"/>
                  </a:lnTo>
                  <a:lnTo>
                    <a:pt x="1128098" y="1125441"/>
                  </a:lnTo>
                  <a:lnTo>
                    <a:pt x="1125184" y="1077515"/>
                  </a:lnTo>
                  <a:lnTo>
                    <a:pt x="1120373" y="1030125"/>
                  </a:lnTo>
                  <a:lnTo>
                    <a:pt x="1113702" y="983309"/>
                  </a:lnTo>
                  <a:lnTo>
                    <a:pt x="1105211" y="937105"/>
                  </a:lnTo>
                  <a:lnTo>
                    <a:pt x="1094936" y="891551"/>
                  </a:lnTo>
                  <a:lnTo>
                    <a:pt x="1082916" y="846684"/>
                  </a:lnTo>
                  <a:lnTo>
                    <a:pt x="1069188" y="802542"/>
                  </a:lnTo>
                  <a:lnTo>
                    <a:pt x="1053789" y="759163"/>
                  </a:lnTo>
                  <a:lnTo>
                    <a:pt x="1036759" y="716585"/>
                  </a:lnTo>
                  <a:lnTo>
                    <a:pt x="1018134" y="674845"/>
                  </a:lnTo>
                  <a:lnTo>
                    <a:pt x="997952" y="633982"/>
                  </a:lnTo>
                  <a:lnTo>
                    <a:pt x="976252" y="594034"/>
                  </a:lnTo>
                  <a:lnTo>
                    <a:pt x="953070" y="555037"/>
                  </a:lnTo>
                  <a:lnTo>
                    <a:pt x="928445" y="517030"/>
                  </a:lnTo>
                  <a:lnTo>
                    <a:pt x="902415" y="480050"/>
                  </a:lnTo>
                  <a:lnTo>
                    <a:pt x="875017" y="444136"/>
                  </a:lnTo>
                  <a:lnTo>
                    <a:pt x="846289" y="409325"/>
                  </a:lnTo>
                  <a:lnTo>
                    <a:pt x="816269" y="375655"/>
                  </a:lnTo>
                  <a:lnTo>
                    <a:pt x="784994" y="343164"/>
                  </a:lnTo>
                  <a:lnTo>
                    <a:pt x="752504" y="311889"/>
                  </a:lnTo>
                  <a:lnTo>
                    <a:pt x="718834" y="281868"/>
                  </a:lnTo>
                  <a:lnTo>
                    <a:pt x="684023" y="253140"/>
                  </a:lnTo>
                  <a:lnTo>
                    <a:pt x="648109" y="225742"/>
                  </a:lnTo>
                  <a:lnTo>
                    <a:pt x="611130" y="199711"/>
                  </a:lnTo>
                  <a:lnTo>
                    <a:pt x="573124" y="175086"/>
                  </a:lnTo>
                  <a:lnTo>
                    <a:pt x="534127" y="151904"/>
                  </a:lnTo>
                  <a:lnTo>
                    <a:pt x="494179" y="130203"/>
                  </a:lnTo>
                  <a:lnTo>
                    <a:pt x="453316" y="110021"/>
                  </a:lnTo>
                  <a:lnTo>
                    <a:pt x="411577" y="91396"/>
                  </a:lnTo>
                  <a:lnTo>
                    <a:pt x="368999" y="74365"/>
                  </a:lnTo>
                  <a:lnTo>
                    <a:pt x="325621" y="58966"/>
                  </a:lnTo>
                  <a:lnTo>
                    <a:pt x="281479" y="45238"/>
                  </a:lnTo>
                  <a:lnTo>
                    <a:pt x="236612" y="33217"/>
                  </a:lnTo>
                  <a:lnTo>
                    <a:pt x="191058" y="22942"/>
                  </a:lnTo>
                  <a:lnTo>
                    <a:pt x="144854" y="14451"/>
                  </a:lnTo>
                  <a:lnTo>
                    <a:pt x="98038" y="7780"/>
                  </a:lnTo>
                  <a:lnTo>
                    <a:pt x="50648" y="2969"/>
                  </a:lnTo>
                  <a:lnTo>
                    <a:pt x="2722" y="55"/>
                  </a:lnTo>
                  <a:lnTo>
                    <a:pt x="0" y="0"/>
                  </a:lnTo>
                  <a:close/>
                </a:path>
              </a:pathLst>
            </a:custGeom>
            <a:solidFill>
              <a:srgbClr val="90B8AF"/>
            </a:solidFill>
          </p:spPr>
          <p:txBody>
            <a:bodyPr wrap="square" lIns="0" tIns="0" rIns="0" bIns="0" rtlCol="0"/>
            <a:lstStyle/>
            <a:p>
              <a:endParaRPr sz="1092"/>
            </a:p>
          </p:txBody>
        </p:sp>
        <p:sp>
          <p:nvSpPr>
            <p:cNvPr id="157" name="object 143">
              <a:extLst>
                <a:ext uri="{FF2B5EF4-FFF2-40B4-BE49-F238E27FC236}">
                  <a16:creationId xmlns:a16="http://schemas.microsoft.com/office/drawing/2014/main" id="{301A7A94-250D-A04B-A290-2E680205B26A}"/>
                </a:ext>
              </a:extLst>
            </p:cNvPr>
            <p:cNvSpPr/>
            <p:nvPr userDrawn="1"/>
          </p:nvSpPr>
          <p:spPr>
            <a:xfrm>
              <a:off x="5236" y="7595830"/>
              <a:ext cx="1129754" cy="1174115"/>
            </a:xfrm>
            <a:custGeom>
              <a:avLst/>
              <a:gdLst/>
              <a:ahLst/>
              <a:cxnLst/>
              <a:rect l="l" t="t" r="r" b="b"/>
              <a:pathLst>
                <a:path w="1129665" h="1174115">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8" name="object 144">
              <a:extLst>
                <a:ext uri="{FF2B5EF4-FFF2-40B4-BE49-F238E27FC236}">
                  <a16:creationId xmlns:a16="http://schemas.microsoft.com/office/drawing/2014/main" id="{C62A2BE6-EA9C-434B-83A0-64BA3C8ACB4E}"/>
                </a:ext>
              </a:extLst>
            </p:cNvPr>
            <p:cNvSpPr/>
            <p:nvPr userDrawn="1"/>
          </p:nvSpPr>
          <p:spPr>
            <a:xfrm>
              <a:off x="5236" y="6326286"/>
              <a:ext cx="1129754" cy="1174115"/>
            </a:xfrm>
            <a:custGeom>
              <a:avLst/>
              <a:gdLst/>
              <a:ahLst/>
              <a:cxnLst/>
              <a:rect l="l" t="t" r="r" b="b"/>
              <a:pathLst>
                <a:path w="1129665" h="1174115">
                  <a:moveTo>
                    <a:pt x="1129228" y="0"/>
                  </a:moveTo>
                  <a:lnTo>
                    <a:pt x="0" y="0"/>
                  </a:lnTo>
                  <a:lnTo>
                    <a:pt x="0" y="1173859"/>
                  </a:lnTo>
                  <a:lnTo>
                    <a:pt x="50796" y="1170886"/>
                  </a:lnTo>
                  <a:lnTo>
                    <a:pt x="98186" y="1166075"/>
                  </a:lnTo>
                  <a:lnTo>
                    <a:pt x="145001" y="1159404"/>
                  </a:lnTo>
                  <a:lnTo>
                    <a:pt x="191205" y="1150913"/>
                  </a:lnTo>
                  <a:lnTo>
                    <a:pt x="236758" y="1140638"/>
                  </a:lnTo>
                  <a:lnTo>
                    <a:pt x="281625" y="1128617"/>
                  </a:lnTo>
                  <a:lnTo>
                    <a:pt x="325766" y="1114889"/>
                  </a:lnTo>
                  <a:lnTo>
                    <a:pt x="369145" y="1099490"/>
                  </a:lnTo>
                  <a:lnTo>
                    <a:pt x="411722" y="1082460"/>
                  </a:lnTo>
                  <a:lnTo>
                    <a:pt x="453461" y="1063834"/>
                  </a:lnTo>
                  <a:lnTo>
                    <a:pt x="494324" y="1043652"/>
                  </a:lnTo>
                  <a:lnTo>
                    <a:pt x="534272" y="1021952"/>
                  </a:lnTo>
                  <a:lnTo>
                    <a:pt x="573269" y="998770"/>
                  </a:lnTo>
                  <a:lnTo>
                    <a:pt x="611275" y="974145"/>
                  </a:lnTo>
                  <a:lnTo>
                    <a:pt x="648255" y="948114"/>
                  </a:lnTo>
                  <a:lnTo>
                    <a:pt x="684169" y="920716"/>
                  </a:lnTo>
                  <a:lnTo>
                    <a:pt x="718979" y="891988"/>
                  </a:lnTo>
                  <a:lnTo>
                    <a:pt x="752649" y="861967"/>
                  </a:lnTo>
                  <a:lnTo>
                    <a:pt x="785140" y="830693"/>
                  </a:lnTo>
                  <a:lnTo>
                    <a:pt x="816415" y="798202"/>
                  </a:lnTo>
                  <a:lnTo>
                    <a:pt x="846435" y="764532"/>
                  </a:lnTo>
                  <a:lnTo>
                    <a:pt x="875163" y="729721"/>
                  </a:lnTo>
                  <a:lnTo>
                    <a:pt x="902562" y="693807"/>
                  </a:lnTo>
                  <a:lnTo>
                    <a:pt x="928592" y="656828"/>
                  </a:lnTo>
                  <a:lnTo>
                    <a:pt x="953217" y="618821"/>
                  </a:lnTo>
                  <a:lnTo>
                    <a:pt x="976399" y="579825"/>
                  </a:lnTo>
                  <a:lnTo>
                    <a:pt x="998100" y="539876"/>
                  </a:lnTo>
                  <a:lnTo>
                    <a:pt x="1018282" y="499014"/>
                  </a:lnTo>
                  <a:lnTo>
                    <a:pt x="1036907" y="457275"/>
                  </a:lnTo>
                  <a:lnTo>
                    <a:pt x="1053938" y="414697"/>
                  </a:lnTo>
                  <a:lnTo>
                    <a:pt x="1069336" y="371319"/>
                  </a:lnTo>
                  <a:lnTo>
                    <a:pt x="1083065" y="327177"/>
                  </a:lnTo>
                  <a:lnTo>
                    <a:pt x="1095085" y="282311"/>
                  </a:lnTo>
                  <a:lnTo>
                    <a:pt x="1105360" y="236757"/>
                  </a:lnTo>
                  <a:lnTo>
                    <a:pt x="1113852" y="190554"/>
                  </a:lnTo>
                  <a:lnTo>
                    <a:pt x="1120522" y="143738"/>
                  </a:lnTo>
                  <a:lnTo>
                    <a:pt x="1125334" y="96349"/>
                  </a:lnTo>
                  <a:lnTo>
                    <a:pt x="1128248" y="48423"/>
                  </a:lnTo>
                  <a:lnTo>
                    <a:pt x="1129228" y="0"/>
                  </a:lnTo>
                  <a:close/>
                </a:path>
              </a:pathLst>
            </a:custGeom>
            <a:solidFill>
              <a:srgbClr val="90B8AF"/>
            </a:solidFill>
          </p:spPr>
          <p:txBody>
            <a:bodyPr wrap="square" lIns="0" tIns="0" rIns="0" bIns="0" rtlCol="0"/>
            <a:lstStyle/>
            <a:p>
              <a:endParaRPr sz="1092"/>
            </a:p>
          </p:txBody>
        </p:sp>
        <p:sp>
          <p:nvSpPr>
            <p:cNvPr id="159" name="object 145">
              <a:extLst>
                <a:ext uri="{FF2B5EF4-FFF2-40B4-BE49-F238E27FC236}">
                  <a16:creationId xmlns:a16="http://schemas.microsoft.com/office/drawing/2014/main" id="{66F97D51-2248-DF48-86D3-DC0C184B3341}"/>
                </a:ext>
              </a:extLst>
            </p:cNvPr>
            <p:cNvSpPr/>
            <p:nvPr userDrawn="1"/>
          </p:nvSpPr>
          <p:spPr>
            <a:xfrm>
              <a:off x="18970611" y="8866852"/>
              <a:ext cx="1130389" cy="1175385"/>
            </a:xfrm>
            <a:custGeom>
              <a:avLst/>
              <a:gdLst/>
              <a:ahLst/>
              <a:cxnLst/>
              <a:rect l="l" t="t" r="r" b="b"/>
              <a:pathLst>
                <a:path w="1130300" h="1175384">
                  <a:moveTo>
                    <a:pt x="1129750"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29750" y="324052"/>
                  </a:lnTo>
                  <a:lnTo>
                    <a:pt x="1129750" y="0"/>
                  </a:lnTo>
                  <a:close/>
                </a:path>
              </a:pathLst>
            </a:custGeom>
            <a:solidFill>
              <a:srgbClr val="90B8AF"/>
            </a:solidFill>
          </p:spPr>
          <p:txBody>
            <a:bodyPr wrap="square" lIns="0" tIns="0" rIns="0" bIns="0" rtlCol="0"/>
            <a:lstStyle/>
            <a:p>
              <a:endParaRPr sz="1092"/>
            </a:p>
          </p:txBody>
        </p:sp>
        <p:sp>
          <p:nvSpPr>
            <p:cNvPr id="160" name="object 146">
              <a:extLst>
                <a:ext uri="{FF2B5EF4-FFF2-40B4-BE49-F238E27FC236}">
                  <a16:creationId xmlns:a16="http://schemas.microsoft.com/office/drawing/2014/main" id="{CC605515-3562-8646-ADA8-4F19A9075A17}"/>
                </a:ext>
              </a:extLst>
            </p:cNvPr>
            <p:cNvSpPr/>
            <p:nvPr userDrawn="1"/>
          </p:nvSpPr>
          <p:spPr>
            <a:xfrm>
              <a:off x="18971130" y="7595830"/>
              <a:ext cx="1129754" cy="1175385"/>
            </a:xfrm>
            <a:custGeom>
              <a:avLst/>
              <a:gdLst/>
              <a:ahLst/>
              <a:cxnLst/>
              <a:rect l="l" t="t" r="r" b="b"/>
              <a:pathLst>
                <a:path w="1129665" h="1175384">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161" name="object 113">
              <a:extLst>
                <a:ext uri="{FF2B5EF4-FFF2-40B4-BE49-F238E27FC236}">
                  <a16:creationId xmlns:a16="http://schemas.microsoft.com/office/drawing/2014/main" id="{E13AEB3F-7C3F-4EFD-95C5-12D44F6FD2A0}"/>
                </a:ext>
              </a:extLst>
            </p:cNvPr>
            <p:cNvSpPr/>
            <p:nvPr userDrawn="1"/>
          </p:nvSpPr>
          <p:spPr>
            <a:xfrm rot="5400000">
              <a:off x="5030042"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grpSp>
      <p:sp>
        <p:nvSpPr>
          <p:cNvPr id="162" name="Text Placeholder 34">
            <a:extLst>
              <a:ext uri="{FF2B5EF4-FFF2-40B4-BE49-F238E27FC236}">
                <a16:creationId xmlns:a16="http://schemas.microsoft.com/office/drawing/2014/main" id="{891571BC-FBD6-4E9B-9EB5-5A5234DF40EB}"/>
              </a:ext>
            </a:extLst>
          </p:cNvPr>
          <p:cNvSpPr>
            <a:spLocks noGrp="1"/>
          </p:cNvSpPr>
          <p:nvPr>
            <p:ph type="body" sz="quarter" idx="13" hasCustomPrompt="1"/>
          </p:nvPr>
        </p:nvSpPr>
        <p:spPr>
          <a:xfrm>
            <a:off x="960918" y="2998031"/>
            <a:ext cx="3225077" cy="338554"/>
          </a:xfrm>
          <a:prstGeom prst="rect">
            <a:avLst/>
          </a:prstGeom>
        </p:spPr>
        <p:txBody>
          <a:bodyPr anchor="b">
            <a:spAutoFit/>
          </a:bodyPr>
          <a:lstStyle>
            <a:lvl1pPr marL="0" indent="0">
              <a:buNone/>
              <a:defRPr sz="1600" spc="182">
                <a:solidFill>
                  <a:schemeClr val="bg1"/>
                </a:solidFill>
                <a:latin typeface="+mj-lt"/>
              </a:defRPr>
            </a:lvl1pPr>
            <a:lvl2pPr>
              <a:defRPr sz="546" spc="182">
                <a:solidFill>
                  <a:srgbClr val="3A7D7A"/>
                </a:solidFill>
                <a:latin typeface="Greycliff CF" pitchFamily="2" charset="77"/>
              </a:defRPr>
            </a:lvl2pPr>
            <a:lvl3pPr>
              <a:defRPr sz="546" spc="182">
                <a:solidFill>
                  <a:srgbClr val="3A7D7A"/>
                </a:solidFill>
                <a:latin typeface="Greycliff CF" pitchFamily="2" charset="77"/>
              </a:defRPr>
            </a:lvl3pPr>
            <a:lvl4pPr>
              <a:defRPr sz="546" spc="182">
                <a:solidFill>
                  <a:srgbClr val="3A7D7A"/>
                </a:solidFill>
                <a:latin typeface="Greycliff CF" pitchFamily="2" charset="77"/>
              </a:defRPr>
            </a:lvl4pPr>
            <a:lvl5pPr>
              <a:defRPr sz="546" spc="182">
                <a:solidFill>
                  <a:srgbClr val="3A7D7A"/>
                </a:solidFill>
                <a:latin typeface="Greycliff CF" pitchFamily="2" charset="77"/>
              </a:defRPr>
            </a:lvl5pPr>
          </a:lstStyle>
          <a:p>
            <a:pPr lvl="0"/>
            <a:r>
              <a:rPr lang="en-US" dirty="0"/>
              <a:t>SECTION TOPIC</a:t>
            </a:r>
          </a:p>
        </p:txBody>
      </p:sp>
      <p:sp>
        <p:nvSpPr>
          <p:cNvPr id="165" name="Title 1">
            <a:extLst>
              <a:ext uri="{FF2B5EF4-FFF2-40B4-BE49-F238E27FC236}">
                <a16:creationId xmlns:a16="http://schemas.microsoft.com/office/drawing/2014/main" id="{0C7F951D-24F7-411F-AA5E-35724C67C508}"/>
              </a:ext>
            </a:extLst>
          </p:cNvPr>
          <p:cNvSpPr>
            <a:spLocks noGrp="1"/>
          </p:cNvSpPr>
          <p:nvPr>
            <p:ph type="title" hasCustomPrompt="1"/>
          </p:nvPr>
        </p:nvSpPr>
        <p:spPr>
          <a:xfrm>
            <a:off x="960918" y="3336584"/>
            <a:ext cx="3225077" cy="447927"/>
          </a:xfrm>
        </p:spPr>
        <p:txBody>
          <a:bodyPr>
            <a:noAutofit/>
          </a:bodyPr>
          <a:lstStyle>
            <a:lvl1pPr>
              <a:defRPr sz="2400">
                <a:solidFill>
                  <a:schemeClr val="accent1"/>
                </a:solidFill>
              </a:defRPr>
            </a:lvl1pPr>
          </a:lstStyle>
          <a:p>
            <a:r>
              <a:rPr lang="en-US" dirty="0"/>
              <a:t>Subtopic Title</a:t>
            </a:r>
            <a:endParaRPr lang="en-GB" dirty="0"/>
          </a:p>
        </p:txBody>
      </p:sp>
    </p:spTree>
    <p:extLst>
      <p:ext uri="{BB962C8B-B14F-4D97-AF65-F5344CB8AC3E}">
        <p14:creationId xmlns:p14="http://schemas.microsoft.com/office/powerpoint/2010/main" val="20229102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Subtopic_Print">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A9A1007-89E7-084E-A9CC-55A6A561A892}"/>
              </a:ext>
            </a:extLst>
          </p:cNvPr>
          <p:cNvGrpSpPr/>
          <p:nvPr userDrawn="1"/>
        </p:nvGrpSpPr>
        <p:grpSpPr>
          <a:xfrm>
            <a:off x="3175" y="3181"/>
            <a:ext cx="12185983" cy="6851494"/>
            <a:chOff x="5235" y="5245"/>
            <a:chExt cx="20094178" cy="11298621"/>
          </a:xfrm>
          <a:solidFill>
            <a:schemeClr val="bg2"/>
          </a:solidFill>
        </p:grpSpPr>
        <p:sp>
          <p:nvSpPr>
            <p:cNvPr id="11" name="object 3">
              <a:extLst>
                <a:ext uri="{FF2B5EF4-FFF2-40B4-BE49-F238E27FC236}">
                  <a16:creationId xmlns:a16="http://schemas.microsoft.com/office/drawing/2014/main" id="{5C7F10EF-E8F4-7F49-BB49-2A5A83D1B6B9}"/>
                </a:ext>
              </a:extLst>
            </p:cNvPr>
            <p:cNvSpPr/>
            <p:nvPr userDrawn="1"/>
          </p:nvSpPr>
          <p:spPr>
            <a:xfrm>
              <a:off x="18969634" y="5246"/>
              <a:ext cx="1129665" cy="1166495"/>
            </a:xfrm>
            <a:custGeom>
              <a:avLst/>
              <a:gdLst/>
              <a:ahLst/>
              <a:cxnLst/>
              <a:rect l="l" t="t" r="r" b="b"/>
              <a:pathLst>
                <a:path w="1129665" h="1166495">
                  <a:moveTo>
                    <a:pt x="1129230"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29230" y="317128"/>
                  </a:lnTo>
                  <a:lnTo>
                    <a:pt x="1129230" y="0"/>
                  </a:lnTo>
                  <a:close/>
                </a:path>
              </a:pathLst>
            </a:custGeom>
            <a:grpFill/>
          </p:spPr>
          <p:txBody>
            <a:bodyPr wrap="square" lIns="0" tIns="0" rIns="0" bIns="0" rtlCol="0"/>
            <a:lstStyle/>
            <a:p>
              <a:endParaRPr sz="1092"/>
            </a:p>
          </p:txBody>
        </p:sp>
        <p:sp>
          <p:nvSpPr>
            <p:cNvPr id="12" name="object 4">
              <a:extLst>
                <a:ext uri="{FF2B5EF4-FFF2-40B4-BE49-F238E27FC236}">
                  <a16:creationId xmlns:a16="http://schemas.microsoft.com/office/drawing/2014/main" id="{66314C93-A99C-4A4C-A584-E245B9CB57C9}"/>
                </a:ext>
              </a:extLst>
            </p:cNvPr>
            <p:cNvSpPr/>
            <p:nvPr userDrawn="1"/>
          </p:nvSpPr>
          <p:spPr>
            <a:xfrm>
              <a:off x="17701254" y="5245"/>
              <a:ext cx="1175385" cy="1167130"/>
            </a:xfrm>
            <a:custGeom>
              <a:avLst/>
              <a:gdLst/>
              <a:ahLst/>
              <a:cxnLst/>
              <a:rect l="l" t="t" r="r" b="b"/>
              <a:pathLst>
                <a:path w="1175384" h="1167130">
                  <a:moveTo>
                    <a:pt x="1174912" y="0"/>
                  </a:moveTo>
                  <a:lnTo>
                    <a:pt x="0" y="0"/>
                  </a:lnTo>
                  <a:lnTo>
                    <a:pt x="291" y="1166901"/>
                  </a:lnTo>
                  <a:lnTo>
                    <a:pt x="48715" y="1165921"/>
                  </a:lnTo>
                  <a:lnTo>
                    <a:pt x="96640" y="1163007"/>
                  </a:lnTo>
                  <a:lnTo>
                    <a:pt x="144030" y="1158196"/>
                  </a:lnTo>
                  <a:lnTo>
                    <a:pt x="190845" y="1151525"/>
                  </a:lnTo>
                  <a:lnTo>
                    <a:pt x="237048" y="1143034"/>
                  </a:lnTo>
                  <a:lnTo>
                    <a:pt x="282602" y="1132759"/>
                  </a:lnTo>
                  <a:lnTo>
                    <a:pt x="327469" y="1120739"/>
                  </a:lnTo>
                  <a:lnTo>
                    <a:pt x="371610" y="1107010"/>
                  </a:lnTo>
                  <a:lnTo>
                    <a:pt x="414988" y="1091612"/>
                  </a:lnTo>
                  <a:lnTo>
                    <a:pt x="457566" y="1074582"/>
                  </a:lnTo>
                  <a:lnTo>
                    <a:pt x="499305" y="1055957"/>
                  </a:lnTo>
                  <a:lnTo>
                    <a:pt x="540168" y="1035775"/>
                  </a:lnTo>
                  <a:lnTo>
                    <a:pt x="580116" y="1014074"/>
                  </a:lnTo>
                  <a:lnTo>
                    <a:pt x="619112" y="990893"/>
                  </a:lnTo>
                  <a:lnTo>
                    <a:pt x="657119" y="966268"/>
                  </a:lnTo>
                  <a:lnTo>
                    <a:pt x="694098" y="940238"/>
                  </a:lnTo>
                  <a:lnTo>
                    <a:pt x="730012" y="912840"/>
                  </a:lnTo>
                  <a:lnTo>
                    <a:pt x="764823" y="884112"/>
                  </a:lnTo>
                  <a:lnTo>
                    <a:pt x="798493" y="854092"/>
                  </a:lnTo>
                  <a:lnTo>
                    <a:pt x="830984" y="822817"/>
                  </a:lnTo>
                  <a:lnTo>
                    <a:pt x="862259" y="790326"/>
                  </a:lnTo>
                  <a:lnTo>
                    <a:pt x="892279" y="756657"/>
                  </a:lnTo>
                  <a:lnTo>
                    <a:pt x="921007" y="721846"/>
                  </a:lnTo>
                  <a:lnTo>
                    <a:pt x="948405" y="685932"/>
                  </a:lnTo>
                  <a:lnTo>
                    <a:pt x="974436" y="648953"/>
                  </a:lnTo>
                  <a:lnTo>
                    <a:pt x="999061" y="610947"/>
                  </a:lnTo>
                  <a:lnTo>
                    <a:pt x="1022243" y="571950"/>
                  </a:lnTo>
                  <a:lnTo>
                    <a:pt x="1043944" y="532002"/>
                  </a:lnTo>
                  <a:lnTo>
                    <a:pt x="1064126" y="491139"/>
                  </a:lnTo>
                  <a:lnTo>
                    <a:pt x="1082751" y="449400"/>
                  </a:lnTo>
                  <a:lnTo>
                    <a:pt x="1099781" y="406822"/>
                  </a:lnTo>
                  <a:lnTo>
                    <a:pt x="1115180" y="363443"/>
                  </a:lnTo>
                  <a:lnTo>
                    <a:pt x="1128908" y="319302"/>
                  </a:lnTo>
                  <a:lnTo>
                    <a:pt x="1140929" y="274435"/>
                  </a:lnTo>
                  <a:lnTo>
                    <a:pt x="1151204"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13" name="object 5">
              <a:extLst>
                <a:ext uri="{FF2B5EF4-FFF2-40B4-BE49-F238E27FC236}">
                  <a16:creationId xmlns:a16="http://schemas.microsoft.com/office/drawing/2014/main" id="{8F81D31C-C004-1E46-BC58-9571A20E93F9}"/>
                </a:ext>
              </a:extLst>
            </p:cNvPr>
            <p:cNvSpPr/>
            <p:nvPr userDrawn="1"/>
          </p:nvSpPr>
          <p:spPr>
            <a:xfrm>
              <a:off x="16431234"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4" name="object 6">
              <a:extLst>
                <a:ext uri="{FF2B5EF4-FFF2-40B4-BE49-F238E27FC236}">
                  <a16:creationId xmlns:a16="http://schemas.microsoft.com/office/drawing/2014/main" id="{B9E3921D-509C-1D47-9809-43D6D523BE4C}"/>
                </a:ext>
              </a:extLst>
            </p:cNvPr>
            <p:cNvSpPr/>
            <p:nvPr userDrawn="1"/>
          </p:nvSpPr>
          <p:spPr>
            <a:xfrm>
              <a:off x="18969631" y="5066395"/>
              <a:ext cx="1129665" cy="1175385"/>
            </a:xfrm>
            <a:custGeom>
              <a:avLst/>
              <a:gdLst/>
              <a:ahLst/>
              <a:cxnLst/>
              <a:rect l="l" t="t" r="r" b="b"/>
              <a:pathLst>
                <a:path w="1129665" h="1175385">
                  <a:moveTo>
                    <a:pt x="1129233"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29233" y="325979"/>
                  </a:lnTo>
                  <a:lnTo>
                    <a:pt x="1129233" y="0"/>
                  </a:lnTo>
                  <a:close/>
                </a:path>
              </a:pathLst>
            </a:custGeom>
            <a:grpFill/>
          </p:spPr>
          <p:txBody>
            <a:bodyPr wrap="square" lIns="0" tIns="0" rIns="0" bIns="0" rtlCol="0"/>
            <a:lstStyle/>
            <a:p>
              <a:endParaRPr sz="1092"/>
            </a:p>
          </p:txBody>
        </p:sp>
        <p:sp>
          <p:nvSpPr>
            <p:cNvPr id="15" name="object 7">
              <a:extLst>
                <a:ext uri="{FF2B5EF4-FFF2-40B4-BE49-F238E27FC236}">
                  <a16:creationId xmlns:a16="http://schemas.microsoft.com/office/drawing/2014/main" id="{416A1D80-5C8C-2343-A7AA-C457D4F07FBA}"/>
                </a:ext>
              </a:extLst>
            </p:cNvPr>
            <p:cNvSpPr/>
            <p:nvPr userDrawn="1"/>
          </p:nvSpPr>
          <p:spPr>
            <a:xfrm>
              <a:off x="18969113" y="3796851"/>
              <a:ext cx="1130300" cy="1175385"/>
            </a:xfrm>
            <a:custGeom>
              <a:avLst/>
              <a:gdLst/>
              <a:ahLst/>
              <a:cxnLst/>
              <a:rect l="l" t="t" r="r" b="b"/>
              <a:pathLst>
                <a:path w="1130300" h="1175385">
                  <a:moveTo>
                    <a:pt x="1129750"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29750" y="324051"/>
                  </a:lnTo>
                  <a:lnTo>
                    <a:pt x="1129750" y="0"/>
                  </a:lnTo>
                  <a:close/>
                </a:path>
              </a:pathLst>
            </a:custGeom>
            <a:grpFill/>
          </p:spPr>
          <p:txBody>
            <a:bodyPr wrap="square" lIns="0" tIns="0" rIns="0" bIns="0" rtlCol="0"/>
            <a:lstStyle/>
            <a:p>
              <a:endParaRPr sz="1092"/>
            </a:p>
          </p:txBody>
        </p:sp>
        <p:sp>
          <p:nvSpPr>
            <p:cNvPr id="16" name="object 8">
              <a:extLst>
                <a:ext uri="{FF2B5EF4-FFF2-40B4-BE49-F238E27FC236}">
                  <a16:creationId xmlns:a16="http://schemas.microsoft.com/office/drawing/2014/main" id="{499A657B-7B26-F344-9F0B-46A28ED540C6}"/>
                </a:ext>
              </a:extLst>
            </p:cNvPr>
            <p:cNvSpPr/>
            <p:nvPr userDrawn="1"/>
          </p:nvSpPr>
          <p:spPr>
            <a:xfrm>
              <a:off x="17701251" y="506737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3" name="object 9">
              <a:extLst>
                <a:ext uri="{FF2B5EF4-FFF2-40B4-BE49-F238E27FC236}">
                  <a16:creationId xmlns:a16="http://schemas.microsoft.com/office/drawing/2014/main" id="{B55B0BC4-FF5D-CD49-AD51-39AD0DC78C5D}"/>
                </a:ext>
              </a:extLst>
            </p:cNvPr>
            <p:cNvSpPr/>
            <p:nvPr userDrawn="1"/>
          </p:nvSpPr>
          <p:spPr>
            <a:xfrm>
              <a:off x="17701397"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24" name="object 10">
              <a:extLst>
                <a:ext uri="{FF2B5EF4-FFF2-40B4-BE49-F238E27FC236}">
                  <a16:creationId xmlns:a16="http://schemas.microsoft.com/office/drawing/2014/main" id="{D368495D-54BB-6C4E-8CB9-D0D4B0CE24B5}"/>
                </a:ext>
              </a:extLst>
            </p:cNvPr>
            <p:cNvSpPr/>
            <p:nvPr userDrawn="1"/>
          </p:nvSpPr>
          <p:spPr>
            <a:xfrm>
              <a:off x="18969631" y="2525829"/>
              <a:ext cx="1129665" cy="1175385"/>
            </a:xfrm>
            <a:custGeom>
              <a:avLst/>
              <a:gdLst/>
              <a:ahLst/>
              <a:cxnLst/>
              <a:rect l="l" t="t" r="r" b="b"/>
              <a:pathLst>
                <a:path w="1129665" h="1175385">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sp>
          <p:nvSpPr>
            <p:cNvPr id="25" name="object 11">
              <a:extLst>
                <a:ext uri="{FF2B5EF4-FFF2-40B4-BE49-F238E27FC236}">
                  <a16:creationId xmlns:a16="http://schemas.microsoft.com/office/drawing/2014/main" id="{7EE1CDD7-7E52-FF4E-B90B-476714E353B8}"/>
                </a:ext>
              </a:extLst>
            </p:cNvPr>
            <p:cNvSpPr/>
            <p:nvPr userDrawn="1"/>
          </p:nvSpPr>
          <p:spPr>
            <a:xfrm>
              <a:off x="18969260" y="1256129"/>
              <a:ext cx="1129665" cy="1175385"/>
            </a:xfrm>
            <a:custGeom>
              <a:avLst/>
              <a:gdLst/>
              <a:ahLst/>
              <a:cxnLst/>
              <a:rect l="l" t="t" r="r" b="b"/>
              <a:pathLst>
                <a:path w="1129665" h="1175385">
                  <a:moveTo>
                    <a:pt x="0" y="0"/>
                  </a:moveTo>
                  <a:lnTo>
                    <a:pt x="0" y="1175084"/>
                  </a:lnTo>
                  <a:lnTo>
                    <a:pt x="1129603" y="1174802"/>
                  </a:lnTo>
                  <a:lnTo>
                    <a:pt x="1129603" y="85128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26" name="object 12">
              <a:extLst>
                <a:ext uri="{FF2B5EF4-FFF2-40B4-BE49-F238E27FC236}">
                  <a16:creationId xmlns:a16="http://schemas.microsoft.com/office/drawing/2014/main" id="{0120DF52-1C9D-B248-AC8A-12E97CCD3613}"/>
                </a:ext>
              </a:extLst>
            </p:cNvPr>
            <p:cNvSpPr/>
            <p:nvPr userDrawn="1"/>
          </p:nvSpPr>
          <p:spPr>
            <a:xfrm>
              <a:off x="16431232"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7" name="object 13">
              <a:extLst>
                <a:ext uri="{FF2B5EF4-FFF2-40B4-BE49-F238E27FC236}">
                  <a16:creationId xmlns:a16="http://schemas.microsoft.com/office/drawing/2014/main" id="{41C1D1D0-40A4-534E-A8E4-0FDB825E5869}"/>
                </a:ext>
              </a:extLst>
            </p:cNvPr>
            <p:cNvSpPr/>
            <p:nvPr userDrawn="1"/>
          </p:nvSpPr>
          <p:spPr>
            <a:xfrm>
              <a:off x="16430716"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8" name="object 14">
              <a:extLst>
                <a:ext uri="{FF2B5EF4-FFF2-40B4-BE49-F238E27FC236}">
                  <a16:creationId xmlns:a16="http://schemas.microsoft.com/office/drawing/2014/main" id="{F9D52B74-5A49-234A-9D12-5A8AD5814E01}"/>
                </a:ext>
              </a:extLst>
            </p:cNvPr>
            <p:cNvSpPr/>
            <p:nvPr userDrawn="1"/>
          </p:nvSpPr>
          <p:spPr>
            <a:xfrm>
              <a:off x="16431232"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9" name="object 15">
              <a:extLst>
                <a:ext uri="{FF2B5EF4-FFF2-40B4-BE49-F238E27FC236}">
                  <a16:creationId xmlns:a16="http://schemas.microsoft.com/office/drawing/2014/main" id="{C8D4A729-8AF5-9344-86A8-D6AF657986FF}"/>
                </a:ext>
              </a:extLst>
            </p:cNvPr>
            <p:cNvSpPr/>
            <p:nvPr userDrawn="1"/>
          </p:nvSpPr>
          <p:spPr>
            <a:xfrm>
              <a:off x="16430862"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0" name="object 16">
              <a:extLst>
                <a:ext uri="{FF2B5EF4-FFF2-40B4-BE49-F238E27FC236}">
                  <a16:creationId xmlns:a16="http://schemas.microsoft.com/office/drawing/2014/main" id="{CC02D0C6-7FB7-A04A-9D6C-254D1CFEBD51}"/>
                </a:ext>
              </a:extLst>
            </p:cNvPr>
            <p:cNvSpPr/>
            <p:nvPr userDrawn="1"/>
          </p:nvSpPr>
          <p:spPr>
            <a:xfrm>
              <a:off x="17701251" y="252680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1" name="object 17">
              <a:extLst>
                <a:ext uri="{FF2B5EF4-FFF2-40B4-BE49-F238E27FC236}">
                  <a16:creationId xmlns:a16="http://schemas.microsoft.com/office/drawing/2014/main" id="{C900E260-7304-0B43-832D-30ACD592BD03}"/>
                </a:ext>
              </a:extLst>
            </p:cNvPr>
            <p:cNvSpPr/>
            <p:nvPr userDrawn="1"/>
          </p:nvSpPr>
          <p:spPr>
            <a:xfrm>
              <a:off x="17701251"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2" name="object 18">
              <a:extLst>
                <a:ext uri="{FF2B5EF4-FFF2-40B4-BE49-F238E27FC236}">
                  <a16:creationId xmlns:a16="http://schemas.microsoft.com/office/drawing/2014/main" id="{775C432D-FB15-974E-8E8C-F39B9FF9F121}"/>
                </a:ext>
              </a:extLst>
            </p:cNvPr>
            <p:cNvSpPr/>
            <p:nvPr userDrawn="1"/>
          </p:nvSpPr>
          <p:spPr>
            <a:xfrm>
              <a:off x="18969631" y="10136400"/>
              <a:ext cx="1129665" cy="1167130"/>
            </a:xfrm>
            <a:custGeom>
              <a:avLst/>
              <a:gdLst/>
              <a:ahLst/>
              <a:cxnLst/>
              <a:rect l="l" t="t" r="r" b="b"/>
              <a:pathLst>
                <a:path w="1129665" h="1167129">
                  <a:moveTo>
                    <a:pt x="1129233"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sp>
          <p:nvSpPr>
            <p:cNvPr id="33" name="object 19">
              <a:extLst>
                <a:ext uri="{FF2B5EF4-FFF2-40B4-BE49-F238E27FC236}">
                  <a16:creationId xmlns:a16="http://schemas.microsoft.com/office/drawing/2014/main" id="{2AF2E03C-33A8-0F42-9D7A-945D960DDC87}"/>
                </a:ext>
              </a:extLst>
            </p:cNvPr>
            <p:cNvSpPr/>
            <p:nvPr userDrawn="1"/>
          </p:nvSpPr>
          <p:spPr>
            <a:xfrm>
              <a:off x="17701251" y="10137371"/>
              <a:ext cx="1175385" cy="1166495"/>
            </a:xfrm>
            <a:custGeom>
              <a:avLst/>
              <a:gdLst/>
              <a:ahLst/>
              <a:cxnLst/>
              <a:rect l="l" t="t" r="r" b="b"/>
              <a:pathLst>
                <a:path w="1175384" h="1166495">
                  <a:moveTo>
                    <a:pt x="1175074" y="0"/>
                  </a:moveTo>
                  <a:lnTo>
                    <a:pt x="0" y="0"/>
                  </a:lnTo>
                  <a:lnTo>
                    <a:pt x="290" y="1165949"/>
                  </a:lnTo>
                  <a:lnTo>
                    <a:pt x="144912" y="1165949"/>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4" name="object 20">
              <a:extLst>
                <a:ext uri="{FF2B5EF4-FFF2-40B4-BE49-F238E27FC236}">
                  <a16:creationId xmlns:a16="http://schemas.microsoft.com/office/drawing/2014/main" id="{9A1DC4F6-4753-174F-9947-6191B1F3A3E0}"/>
                </a:ext>
              </a:extLst>
            </p:cNvPr>
            <p:cNvSpPr/>
            <p:nvPr userDrawn="1"/>
          </p:nvSpPr>
          <p:spPr>
            <a:xfrm>
              <a:off x="17701397"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5" name="object 21">
              <a:extLst>
                <a:ext uri="{FF2B5EF4-FFF2-40B4-BE49-F238E27FC236}">
                  <a16:creationId xmlns:a16="http://schemas.microsoft.com/office/drawing/2014/main" id="{BC5E1062-58A9-CE45-9608-54B6FDA7E745}"/>
                </a:ext>
              </a:extLst>
            </p:cNvPr>
            <p:cNvSpPr/>
            <p:nvPr userDrawn="1"/>
          </p:nvSpPr>
          <p:spPr>
            <a:xfrm>
              <a:off x="18969260" y="6326139"/>
              <a:ext cx="1129665" cy="1175385"/>
            </a:xfrm>
            <a:custGeom>
              <a:avLst/>
              <a:gdLst/>
              <a:ahLst/>
              <a:cxnLst/>
              <a:rect l="l" t="t" r="r" b="b"/>
              <a:pathLst>
                <a:path w="1129665" h="1175384">
                  <a:moveTo>
                    <a:pt x="0" y="0"/>
                  </a:moveTo>
                  <a:lnTo>
                    <a:pt x="0" y="1175074"/>
                  </a:lnTo>
                  <a:lnTo>
                    <a:pt x="1129603" y="1174792"/>
                  </a:lnTo>
                  <a:lnTo>
                    <a:pt x="1129603" y="85127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6" name="object 22">
              <a:extLst>
                <a:ext uri="{FF2B5EF4-FFF2-40B4-BE49-F238E27FC236}">
                  <a16:creationId xmlns:a16="http://schemas.microsoft.com/office/drawing/2014/main" id="{B49C2ADA-82EA-7249-A1F7-B955DC792925}"/>
                </a:ext>
              </a:extLst>
            </p:cNvPr>
            <p:cNvSpPr/>
            <p:nvPr userDrawn="1"/>
          </p:nvSpPr>
          <p:spPr>
            <a:xfrm>
              <a:off x="16431232"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7" name="object 23">
              <a:extLst>
                <a:ext uri="{FF2B5EF4-FFF2-40B4-BE49-F238E27FC236}">
                  <a16:creationId xmlns:a16="http://schemas.microsoft.com/office/drawing/2014/main" id="{DAEF12C2-8A76-2D41-AF9F-81220A72B244}"/>
                </a:ext>
              </a:extLst>
            </p:cNvPr>
            <p:cNvSpPr/>
            <p:nvPr userDrawn="1"/>
          </p:nvSpPr>
          <p:spPr>
            <a:xfrm>
              <a:off x="16430716"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8" name="object 24">
              <a:extLst>
                <a:ext uri="{FF2B5EF4-FFF2-40B4-BE49-F238E27FC236}">
                  <a16:creationId xmlns:a16="http://schemas.microsoft.com/office/drawing/2014/main" id="{72CEE359-8240-7044-A566-F45D0BCA6037}"/>
                </a:ext>
              </a:extLst>
            </p:cNvPr>
            <p:cNvSpPr/>
            <p:nvPr userDrawn="1"/>
          </p:nvSpPr>
          <p:spPr>
            <a:xfrm>
              <a:off x="16431232"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9" name="object 25">
              <a:extLst>
                <a:ext uri="{FF2B5EF4-FFF2-40B4-BE49-F238E27FC236}">
                  <a16:creationId xmlns:a16="http://schemas.microsoft.com/office/drawing/2014/main" id="{9345EF65-3836-D841-850C-844940DCC2D1}"/>
                </a:ext>
              </a:extLst>
            </p:cNvPr>
            <p:cNvSpPr/>
            <p:nvPr userDrawn="1"/>
          </p:nvSpPr>
          <p:spPr>
            <a:xfrm>
              <a:off x="16430862"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40" name="object 26">
              <a:extLst>
                <a:ext uri="{FF2B5EF4-FFF2-40B4-BE49-F238E27FC236}">
                  <a16:creationId xmlns:a16="http://schemas.microsoft.com/office/drawing/2014/main" id="{285EC67B-9913-2B4D-9F38-10D96D1E8C9E}"/>
                </a:ext>
              </a:extLst>
            </p:cNvPr>
            <p:cNvSpPr/>
            <p:nvPr userDrawn="1"/>
          </p:nvSpPr>
          <p:spPr>
            <a:xfrm>
              <a:off x="17701251" y="7596806"/>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41" name="object 27">
              <a:extLst>
                <a:ext uri="{FF2B5EF4-FFF2-40B4-BE49-F238E27FC236}">
                  <a16:creationId xmlns:a16="http://schemas.microsoft.com/office/drawing/2014/main" id="{9122797C-AC4F-3C40-BDCC-9FBBA76DC7F0}"/>
                </a:ext>
              </a:extLst>
            </p:cNvPr>
            <p:cNvSpPr/>
            <p:nvPr userDrawn="1"/>
          </p:nvSpPr>
          <p:spPr>
            <a:xfrm>
              <a:off x="17701251"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2" name="object 28">
              <a:extLst>
                <a:ext uri="{FF2B5EF4-FFF2-40B4-BE49-F238E27FC236}">
                  <a16:creationId xmlns:a16="http://schemas.microsoft.com/office/drawing/2014/main" id="{104A752B-8458-0645-A929-929B8FFB3827}"/>
                </a:ext>
              </a:extLst>
            </p:cNvPr>
            <p:cNvSpPr/>
            <p:nvPr userDrawn="1"/>
          </p:nvSpPr>
          <p:spPr>
            <a:xfrm>
              <a:off x="15169650" y="5246"/>
              <a:ext cx="1175385"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grpFill/>
          </p:spPr>
          <p:txBody>
            <a:bodyPr wrap="square" lIns="0" tIns="0" rIns="0" bIns="0" rtlCol="0"/>
            <a:lstStyle/>
            <a:p>
              <a:endParaRPr sz="1092" dirty="0"/>
            </a:p>
          </p:txBody>
        </p:sp>
        <p:sp>
          <p:nvSpPr>
            <p:cNvPr id="43" name="object 29">
              <a:extLst>
                <a:ext uri="{FF2B5EF4-FFF2-40B4-BE49-F238E27FC236}">
                  <a16:creationId xmlns:a16="http://schemas.microsoft.com/office/drawing/2014/main" id="{CF34E4A9-D3D6-AC49-A93C-2CC5CED47495}"/>
                </a:ext>
              </a:extLst>
            </p:cNvPr>
            <p:cNvSpPr/>
            <p:nvPr userDrawn="1"/>
          </p:nvSpPr>
          <p:spPr>
            <a:xfrm>
              <a:off x="13899632"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44" name="object 30">
              <a:extLst>
                <a:ext uri="{FF2B5EF4-FFF2-40B4-BE49-F238E27FC236}">
                  <a16:creationId xmlns:a16="http://schemas.microsoft.com/office/drawing/2014/main" id="{D494D3D8-528B-D24B-A55A-A15B9B95FC5D}"/>
                </a:ext>
              </a:extLst>
            </p:cNvPr>
            <p:cNvSpPr/>
            <p:nvPr userDrawn="1"/>
          </p:nvSpPr>
          <p:spPr>
            <a:xfrm>
              <a:off x="12631249" y="5245"/>
              <a:ext cx="1175385"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45" name="object 31">
              <a:extLst>
                <a:ext uri="{FF2B5EF4-FFF2-40B4-BE49-F238E27FC236}">
                  <a16:creationId xmlns:a16="http://schemas.microsoft.com/office/drawing/2014/main" id="{2777D594-8854-2348-B738-3DA894AC1E9A}"/>
                </a:ext>
              </a:extLst>
            </p:cNvPr>
            <p:cNvSpPr/>
            <p:nvPr userDrawn="1"/>
          </p:nvSpPr>
          <p:spPr>
            <a:xfrm>
              <a:off x="11361232"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46" name="object 32">
              <a:extLst>
                <a:ext uri="{FF2B5EF4-FFF2-40B4-BE49-F238E27FC236}">
                  <a16:creationId xmlns:a16="http://schemas.microsoft.com/office/drawing/2014/main" id="{A24440F3-02F5-4B47-B6F7-56A92300BFB3}"/>
                </a:ext>
              </a:extLst>
            </p:cNvPr>
            <p:cNvSpPr/>
            <p:nvPr userDrawn="1"/>
          </p:nvSpPr>
          <p:spPr>
            <a:xfrm>
              <a:off x="15169649" y="5066395"/>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7" name="object 33">
              <a:extLst>
                <a:ext uri="{FF2B5EF4-FFF2-40B4-BE49-F238E27FC236}">
                  <a16:creationId xmlns:a16="http://schemas.microsoft.com/office/drawing/2014/main" id="{484D179E-1500-7E42-A0B0-4C69CD4D73FF}"/>
                </a:ext>
              </a:extLst>
            </p:cNvPr>
            <p:cNvSpPr/>
            <p:nvPr userDrawn="1"/>
          </p:nvSpPr>
          <p:spPr>
            <a:xfrm>
              <a:off x="15169542" y="3796704"/>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48" name="object 34">
              <a:extLst>
                <a:ext uri="{FF2B5EF4-FFF2-40B4-BE49-F238E27FC236}">
                  <a16:creationId xmlns:a16="http://schemas.microsoft.com/office/drawing/2014/main" id="{1B5A88BC-4A63-A844-9F74-ED2F8C6CE02E}"/>
                </a:ext>
              </a:extLst>
            </p:cNvPr>
            <p:cNvSpPr/>
            <p:nvPr userDrawn="1"/>
          </p:nvSpPr>
          <p:spPr>
            <a:xfrm>
              <a:off x="13899630"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9" name="object 35">
              <a:extLst>
                <a:ext uri="{FF2B5EF4-FFF2-40B4-BE49-F238E27FC236}">
                  <a16:creationId xmlns:a16="http://schemas.microsoft.com/office/drawing/2014/main" id="{F2CDA1FB-2C02-FA45-B8FA-1EC52330BE36}"/>
                </a:ext>
              </a:extLst>
            </p:cNvPr>
            <p:cNvSpPr/>
            <p:nvPr userDrawn="1"/>
          </p:nvSpPr>
          <p:spPr>
            <a:xfrm>
              <a:off x="13899114"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0" name="object 36">
              <a:extLst>
                <a:ext uri="{FF2B5EF4-FFF2-40B4-BE49-F238E27FC236}">
                  <a16:creationId xmlns:a16="http://schemas.microsoft.com/office/drawing/2014/main" id="{7DBAA1AE-5E79-D84E-8E6F-9AB396EF7686}"/>
                </a:ext>
              </a:extLst>
            </p:cNvPr>
            <p:cNvSpPr/>
            <p:nvPr userDrawn="1"/>
          </p:nvSpPr>
          <p:spPr>
            <a:xfrm>
              <a:off x="12631246" y="506737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1" name="object 37">
              <a:extLst>
                <a:ext uri="{FF2B5EF4-FFF2-40B4-BE49-F238E27FC236}">
                  <a16:creationId xmlns:a16="http://schemas.microsoft.com/office/drawing/2014/main" id="{2A6F6451-7674-4E4E-AA1C-6A541043EF82}"/>
                </a:ext>
              </a:extLst>
            </p:cNvPr>
            <p:cNvSpPr/>
            <p:nvPr userDrawn="1"/>
          </p:nvSpPr>
          <p:spPr>
            <a:xfrm>
              <a:off x="12631395"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52" name="object 38">
              <a:extLst>
                <a:ext uri="{FF2B5EF4-FFF2-40B4-BE49-F238E27FC236}">
                  <a16:creationId xmlns:a16="http://schemas.microsoft.com/office/drawing/2014/main" id="{7FDE0B59-0A28-9C4D-A39E-53FDA12870B2}"/>
                </a:ext>
              </a:extLst>
            </p:cNvPr>
            <p:cNvSpPr/>
            <p:nvPr userDrawn="1"/>
          </p:nvSpPr>
          <p:spPr>
            <a:xfrm>
              <a:off x="15169649" y="2525829"/>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3" name="object 39">
              <a:extLst>
                <a:ext uri="{FF2B5EF4-FFF2-40B4-BE49-F238E27FC236}">
                  <a16:creationId xmlns:a16="http://schemas.microsoft.com/office/drawing/2014/main" id="{F542426C-9514-A048-BC52-E54FAA5D72A6}"/>
                </a:ext>
              </a:extLst>
            </p:cNvPr>
            <p:cNvSpPr/>
            <p:nvPr userDrawn="1"/>
          </p:nvSpPr>
          <p:spPr>
            <a:xfrm>
              <a:off x="15169399" y="125628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4" name="object 40">
              <a:extLst>
                <a:ext uri="{FF2B5EF4-FFF2-40B4-BE49-F238E27FC236}">
                  <a16:creationId xmlns:a16="http://schemas.microsoft.com/office/drawing/2014/main" id="{14500C40-2061-AD46-A372-AD9FD8F92F78}"/>
                </a:ext>
              </a:extLst>
            </p:cNvPr>
            <p:cNvSpPr/>
            <p:nvPr userDrawn="1"/>
          </p:nvSpPr>
          <p:spPr>
            <a:xfrm>
              <a:off x="13899630"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5" name="object 41">
              <a:extLst>
                <a:ext uri="{FF2B5EF4-FFF2-40B4-BE49-F238E27FC236}">
                  <a16:creationId xmlns:a16="http://schemas.microsoft.com/office/drawing/2014/main" id="{449E9D97-E1B0-F44F-8A6B-E3384B1CB904}"/>
                </a:ext>
              </a:extLst>
            </p:cNvPr>
            <p:cNvSpPr/>
            <p:nvPr userDrawn="1"/>
          </p:nvSpPr>
          <p:spPr>
            <a:xfrm>
              <a:off x="13899257"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56" name="object 42">
              <a:extLst>
                <a:ext uri="{FF2B5EF4-FFF2-40B4-BE49-F238E27FC236}">
                  <a16:creationId xmlns:a16="http://schemas.microsoft.com/office/drawing/2014/main" id="{CF182225-90F8-4E4F-8EBA-45C0EE13AA9B}"/>
                </a:ext>
              </a:extLst>
            </p:cNvPr>
            <p:cNvSpPr/>
            <p:nvPr userDrawn="1"/>
          </p:nvSpPr>
          <p:spPr>
            <a:xfrm>
              <a:off x="11361229"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7" name="object 43">
              <a:extLst>
                <a:ext uri="{FF2B5EF4-FFF2-40B4-BE49-F238E27FC236}">
                  <a16:creationId xmlns:a16="http://schemas.microsoft.com/office/drawing/2014/main" id="{5EFE672A-54FF-884A-B28E-7C86858F542E}"/>
                </a:ext>
              </a:extLst>
            </p:cNvPr>
            <p:cNvSpPr/>
            <p:nvPr userDrawn="1"/>
          </p:nvSpPr>
          <p:spPr>
            <a:xfrm>
              <a:off x="11360713"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8" name="object 44">
              <a:extLst>
                <a:ext uri="{FF2B5EF4-FFF2-40B4-BE49-F238E27FC236}">
                  <a16:creationId xmlns:a16="http://schemas.microsoft.com/office/drawing/2014/main" id="{345E6A7F-D066-0E4C-8371-80D8A70FA2EA}"/>
                </a:ext>
              </a:extLst>
            </p:cNvPr>
            <p:cNvSpPr/>
            <p:nvPr userDrawn="1"/>
          </p:nvSpPr>
          <p:spPr>
            <a:xfrm>
              <a:off x="11361229"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9" name="object 45">
              <a:extLst>
                <a:ext uri="{FF2B5EF4-FFF2-40B4-BE49-F238E27FC236}">
                  <a16:creationId xmlns:a16="http://schemas.microsoft.com/office/drawing/2014/main" id="{26318AF6-4491-FA44-9CAE-F91E3B7940D3}"/>
                </a:ext>
              </a:extLst>
            </p:cNvPr>
            <p:cNvSpPr/>
            <p:nvPr userDrawn="1"/>
          </p:nvSpPr>
          <p:spPr>
            <a:xfrm>
              <a:off x="11360859"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0" name="object 46">
              <a:extLst>
                <a:ext uri="{FF2B5EF4-FFF2-40B4-BE49-F238E27FC236}">
                  <a16:creationId xmlns:a16="http://schemas.microsoft.com/office/drawing/2014/main" id="{E44FCCC4-CF61-F84C-8333-B956DB34D620}"/>
                </a:ext>
              </a:extLst>
            </p:cNvPr>
            <p:cNvSpPr/>
            <p:nvPr userDrawn="1"/>
          </p:nvSpPr>
          <p:spPr>
            <a:xfrm>
              <a:off x="12631246" y="252680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1" name="object 47">
              <a:extLst>
                <a:ext uri="{FF2B5EF4-FFF2-40B4-BE49-F238E27FC236}">
                  <a16:creationId xmlns:a16="http://schemas.microsoft.com/office/drawing/2014/main" id="{B0F66CA2-09D9-3A4E-9732-288E538C2D1B}"/>
                </a:ext>
              </a:extLst>
            </p:cNvPr>
            <p:cNvSpPr/>
            <p:nvPr userDrawn="1"/>
          </p:nvSpPr>
          <p:spPr>
            <a:xfrm>
              <a:off x="12631249"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2" name="object 48">
              <a:extLst>
                <a:ext uri="{FF2B5EF4-FFF2-40B4-BE49-F238E27FC236}">
                  <a16:creationId xmlns:a16="http://schemas.microsoft.com/office/drawing/2014/main" id="{F98944BF-8079-C14D-9FC0-F18F13AA2D2E}"/>
                </a:ext>
              </a:extLst>
            </p:cNvPr>
            <p:cNvSpPr/>
            <p:nvPr userDrawn="1"/>
          </p:nvSpPr>
          <p:spPr>
            <a:xfrm>
              <a:off x="15169649" y="10136400"/>
              <a:ext cx="1175385"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3" name="object 49">
              <a:extLst>
                <a:ext uri="{FF2B5EF4-FFF2-40B4-BE49-F238E27FC236}">
                  <a16:creationId xmlns:a16="http://schemas.microsoft.com/office/drawing/2014/main" id="{52336824-05B1-E047-99C3-618A31C00FEE}"/>
                </a:ext>
              </a:extLst>
            </p:cNvPr>
            <p:cNvSpPr/>
            <p:nvPr userDrawn="1"/>
          </p:nvSpPr>
          <p:spPr>
            <a:xfrm>
              <a:off x="15169542" y="8866698"/>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4" name="object 50">
              <a:extLst>
                <a:ext uri="{FF2B5EF4-FFF2-40B4-BE49-F238E27FC236}">
                  <a16:creationId xmlns:a16="http://schemas.microsoft.com/office/drawing/2014/main" id="{33B16ADE-B0B0-294B-B27B-37EA152B7940}"/>
                </a:ext>
              </a:extLst>
            </p:cNvPr>
            <p:cNvSpPr/>
            <p:nvPr userDrawn="1"/>
          </p:nvSpPr>
          <p:spPr>
            <a:xfrm>
              <a:off x="13899630"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5" name="object 51">
              <a:extLst>
                <a:ext uri="{FF2B5EF4-FFF2-40B4-BE49-F238E27FC236}">
                  <a16:creationId xmlns:a16="http://schemas.microsoft.com/office/drawing/2014/main" id="{E8124605-8308-9C42-93C6-064A6D486374}"/>
                </a:ext>
              </a:extLst>
            </p:cNvPr>
            <p:cNvSpPr/>
            <p:nvPr userDrawn="1"/>
          </p:nvSpPr>
          <p:spPr>
            <a:xfrm>
              <a:off x="13899114"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6" name="object 52">
              <a:extLst>
                <a:ext uri="{FF2B5EF4-FFF2-40B4-BE49-F238E27FC236}">
                  <a16:creationId xmlns:a16="http://schemas.microsoft.com/office/drawing/2014/main" id="{7D8DECBB-0E2E-9749-A59E-6EFD6B14505C}"/>
                </a:ext>
              </a:extLst>
            </p:cNvPr>
            <p:cNvSpPr/>
            <p:nvPr userDrawn="1"/>
          </p:nvSpPr>
          <p:spPr>
            <a:xfrm>
              <a:off x="12631246" y="10137371"/>
              <a:ext cx="1175385"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7" name="object 53">
              <a:extLst>
                <a:ext uri="{FF2B5EF4-FFF2-40B4-BE49-F238E27FC236}">
                  <a16:creationId xmlns:a16="http://schemas.microsoft.com/office/drawing/2014/main" id="{E6936A76-0F53-CB47-BB5E-EC7EC3B96368}"/>
                </a:ext>
              </a:extLst>
            </p:cNvPr>
            <p:cNvSpPr/>
            <p:nvPr userDrawn="1"/>
          </p:nvSpPr>
          <p:spPr>
            <a:xfrm>
              <a:off x="12631395"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8" name="object 54">
              <a:extLst>
                <a:ext uri="{FF2B5EF4-FFF2-40B4-BE49-F238E27FC236}">
                  <a16:creationId xmlns:a16="http://schemas.microsoft.com/office/drawing/2014/main" id="{98C9E1B1-57E9-8541-8DAC-2627CE63F43F}"/>
                </a:ext>
              </a:extLst>
            </p:cNvPr>
            <p:cNvSpPr/>
            <p:nvPr userDrawn="1"/>
          </p:nvSpPr>
          <p:spPr>
            <a:xfrm>
              <a:off x="15169649" y="7595829"/>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9" name="object 55">
              <a:extLst>
                <a:ext uri="{FF2B5EF4-FFF2-40B4-BE49-F238E27FC236}">
                  <a16:creationId xmlns:a16="http://schemas.microsoft.com/office/drawing/2014/main" id="{7060402D-43E7-E84D-BD44-65D171474397}"/>
                </a:ext>
              </a:extLst>
            </p:cNvPr>
            <p:cNvSpPr/>
            <p:nvPr userDrawn="1"/>
          </p:nvSpPr>
          <p:spPr>
            <a:xfrm>
              <a:off x="15169399" y="6326285"/>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70" name="object 56">
              <a:extLst>
                <a:ext uri="{FF2B5EF4-FFF2-40B4-BE49-F238E27FC236}">
                  <a16:creationId xmlns:a16="http://schemas.microsoft.com/office/drawing/2014/main" id="{C2E64F9D-C34F-D941-B5BC-DFDB6B985924}"/>
                </a:ext>
              </a:extLst>
            </p:cNvPr>
            <p:cNvSpPr/>
            <p:nvPr userDrawn="1"/>
          </p:nvSpPr>
          <p:spPr>
            <a:xfrm>
              <a:off x="13899630"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1" name="object 57">
              <a:extLst>
                <a:ext uri="{FF2B5EF4-FFF2-40B4-BE49-F238E27FC236}">
                  <a16:creationId xmlns:a16="http://schemas.microsoft.com/office/drawing/2014/main" id="{369D8CAF-8390-F147-AFA4-E5C89C1A765D}"/>
                </a:ext>
              </a:extLst>
            </p:cNvPr>
            <p:cNvSpPr/>
            <p:nvPr userDrawn="1"/>
          </p:nvSpPr>
          <p:spPr>
            <a:xfrm>
              <a:off x="13899257"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72" name="object 58">
              <a:extLst>
                <a:ext uri="{FF2B5EF4-FFF2-40B4-BE49-F238E27FC236}">
                  <a16:creationId xmlns:a16="http://schemas.microsoft.com/office/drawing/2014/main" id="{713E3AC0-1BFF-8043-8245-AD699FDBA2A8}"/>
                </a:ext>
              </a:extLst>
            </p:cNvPr>
            <p:cNvSpPr/>
            <p:nvPr userDrawn="1"/>
          </p:nvSpPr>
          <p:spPr>
            <a:xfrm>
              <a:off x="11361229"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3" name="object 59">
              <a:extLst>
                <a:ext uri="{FF2B5EF4-FFF2-40B4-BE49-F238E27FC236}">
                  <a16:creationId xmlns:a16="http://schemas.microsoft.com/office/drawing/2014/main" id="{D4EBA95C-1605-264B-AFEF-32DAFABE7D7C}"/>
                </a:ext>
              </a:extLst>
            </p:cNvPr>
            <p:cNvSpPr/>
            <p:nvPr userDrawn="1"/>
          </p:nvSpPr>
          <p:spPr>
            <a:xfrm>
              <a:off x="11360713"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4" name="object 60">
              <a:extLst>
                <a:ext uri="{FF2B5EF4-FFF2-40B4-BE49-F238E27FC236}">
                  <a16:creationId xmlns:a16="http://schemas.microsoft.com/office/drawing/2014/main" id="{F80D3A2C-95DA-F241-B771-595BAFBF17B1}"/>
                </a:ext>
              </a:extLst>
            </p:cNvPr>
            <p:cNvSpPr/>
            <p:nvPr userDrawn="1"/>
          </p:nvSpPr>
          <p:spPr>
            <a:xfrm>
              <a:off x="11361229"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5" name="object 61">
              <a:extLst>
                <a:ext uri="{FF2B5EF4-FFF2-40B4-BE49-F238E27FC236}">
                  <a16:creationId xmlns:a16="http://schemas.microsoft.com/office/drawing/2014/main" id="{57D67C09-C52B-C347-9E02-FBA805F815AA}"/>
                </a:ext>
              </a:extLst>
            </p:cNvPr>
            <p:cNvSpPr/>
            <p:nvPr userDrawn="1"/>
          </p:nvSpPr>
          <p:spPr>
            <a:xfrm>
              <a:off x="11360859"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76" name="object 62">
              <a:extLst>
                <a:ext uri="{FF2B5EF4-FFF2-40B4-BE49-F238E27FC236}">
                  <a16:creationId xmlns:a16="http://schemas.microsoft.com/office/drawing/2014/main" id="{0966A6C0-E86A-8D48-8788-B4082DE7C447}"/>
                </a:ext>
              </a:extLst>
            </p:cNvPr>
            <p:cNvSpPr/>
            <p:nvPr userDrawn="1"/>
          </p:nvSpPr>
          <p:spPr>
            <a:xfrm>
              <a:off x="12631246" y="7596806"/>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77" name="object 63">
              <a:extLst>
                <a:ext uri="{FF2B5EF4-FFF2-40B4-BE49-F238E27FC236}">
                  <a16:creationId xmlns:a16="http://schemas.microsoft.com/office/drawing/2014/main" id="{15BBD1A0-6E08-7343-B224-0EB0FBEC5281}"/>
                </a:ext>
              </a:extLst>
            </p:cNvPr>
            <p:cNvSpPr/>
            <p:nvPr userDrawn="1"/>
          </p:nvSpPr>
          <p:spPr>
            <a:xfrm>
              <a:off x="12631249"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8" name="object 64">
              <a:extLst>
                <a:ext uri="{FF2B5EF4-FFF2-40B4-BE49-F238E27FC236}">
                  <a16:creationId xmlns:a16="http://schemas.microsoft.com/office/drawing/2014/main" id="{59B1AC05-243E-DE4A-8336-E9DC537CCC03}"/>
                </a:ext>
              </a:extLst>
            </p:cNvPr>
            <p:cNvSpPr/>
            <p:nvPr userDrawn="1"/>
          </p:nvSpPr>
          <p:spPr>
            <a:xfrm>
              <a:off x="10099646"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79" name="object 65">
              <a:extLst>
                <a:ext uri="{FF2B5EF4-FFF2-40B4-BE49-F238E27FC236}">
                  <a16:creationId xmlns:a16="http://schemas.microsoft.com/office/drawing/2014/main" id="{5154D560-3A6C-1243-9FE1-F793C1338C7F}"/>
                </a:ext>
              </a:extLst>
            </p:cNvPr>
            <p:cNvSpPr/>
            <p:nvPr userDrawn="1"/>
          </p:nvSpPr>
          <p:spPr>
            <a:xfrm>
              <a:off x="8829627"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80" name="object 66">
              <a:extLst>
                <a:ext uri="{FF2B5EF4-FFF2-40B4-BE49-F238E27FC236}">
                  <a16:creationId xmlns:a16="http://schemas.microsoft.com/office/drawing/2014/main" id="{F1E8AD88-33DA-DD4A-82AA-03DD5CF43BE4}"/>
                </a:ext>
              </a:extLst>
            </p:cNvPr>
            <p:cNvSpPr/>
            <p:nvPr userDrawn="1"/>
          </p:nvSpPr>
          <p:spPr>
            <a:xfrm>
              <a:off x="7561246" y="5245"/>
              <a:ext cx="1175385"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81" name="object 67">
              <a:extLst>
                <a:ext uri="{FF2B5EF4-FFF2-40B4-BE49-F238E27FC236}">
                  <a16:creationId xmlns:a16="http://schemas.microsoft.com/office/drawing/2014/main" id="{287838B6-8EB9-9B4F-88D5-4F27DBCD9F8A}"/>
                </a:ext>
              </a:extLst>
            </p:cNvPr>
            <p:cNvSpPr/>
            <p:nvPr userDrawn="1"/>
          </p:nvSpPr>
          <p:spPr>
            <a:xfrm>
              <a:off x="6291230" y="5246"/>
              <a:ext cx="1175385"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82" name="object 68">
              <a:extLst>
                <a:ext uri="{FF2B5EF4-FFF2-40B4-BE49-F238E27FC236}">
                  <a16:creationId xmlns:a16="http://schemas.microsoft.com/office/drawing/2014/main" id="{4AFA609D-4B3B-6844-9915-A595C3E2EAFF}"/>
                </a:ext>
              </a:extLst>
            </p:cNvPr>
            <p:cNvSpPr/>
            <p:nvPr userDrawn="1"/>
          </p:nvSpPr>
          <p:spPr>
            <a:xfrm>
              <a:off x="10099643" y="506639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3" name="object 69">
              <a:extLst>
                <a:ext uri="{FF2B5EF4-FFF2-40B4-BE49-F238E27FC236}">
                  <a16:creationId xmlns:a16="http://schemas.microsoft.com/office/drawing/2014/main" id="{27FEAFE3-54CF-2440-BFD9-574677521B9B}"/>
                </a:ext>
              </a:extLst>
            </p:cNvPr>
            <p:cNvSpPr/>
            <p:nvPr userDrawn="1"/>
          </p:nvSpPr>
          <p:spPr>
            <a:xfrm>
              <a:off x="10099539" y="3796704"/>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84" name="object 70">
              <a:extLst>
                <a:ext uri="{FF2B5EF4-FFF2-40B4-BE49-F238E27FC236}">
                  <a16:creationId xmlns:a16="http://schemas.microsoft.com/office/drawing/2014/main" id="{DA39A494-CF4D-6343-8FE9-D4729022CBFA}"/>
                </a:ext>
              </a:extLst>
            </p:cNvPr>
            <p:cNvSpPr/>
            <p:nvPr userDrawn="1"/>
          </p:nvSpPr>
          <p:spPr>
            <a:xfrm>
              <a:off x="8829625"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5" name="object 71">
              <a:extLst>
                <a:ext uri="{FF2B5EF4-FFF2-40B4-BE49-F238E27FC236}">
                  <a16:creationId xmlns:a16="http://schemas.microsoft.com/office/drawing/2014/main" id="{98A425FA-9875-9043-8D63-74400439E034}"/>
                </a:ext>
              </a:extLst>
            </p:cNvPr>
            <p:cNvSpPr/>
            <p:nvPr userDrawn="1"/>
          </p:nvSpPr>
          <p:spPr>
            <a:xfrm>
              <a:off x="8829109"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6" name="object 72">
              <a:extLst>
                <a:ext uri="{FF2B5EF4-FFF2-40B4-BE49-F238E27FC236}">
                  <a16:creationId xmlns:a16="http://schemas.microsoft.com/office/drawing/2014/main" id="{EC862E03-4D58-6F4A-8DF8-9CDBBF07EEEE}"/>
                </a:ext>
              </a:extLst>
            </p:cNvPr>
            <p:cNvSpPr/>
            <p:nvPr userDrawn="1"/>
          </p:nvSpPr>
          <p:spPr>
            <a:xfrm>
              <a:off x="7561243" y="506737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7" name="object 73">
              <a:extLst>
                <a:ext uri="{FF2B5EF4-FFF2-40B4-BE49-F238E27FC236}">
                  <a16:creationId xmlns:a16="http://schemas.microsoft.com/office/drawing/2014/main" id="{7A56C912-A1F8-5B41-8F83-DB1B204E3231}"/>
                </a:ext>
              </a:extLst>
            </p:cNvPr>
            <p:cNvSpPr/>
            <p:nvPr userDrawn="1"/>
          </p:nvSpPr>
          <p:spPr>
            <a:xfrm>
              <a:off x="7561392"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88" name="object 74">
              <a:extLst>
                <a:ext uri="{FF2B5EF4-FFF2-40B4-BE49-F238E27FC236}">
                  <a16:creationId xmlns:a16="http://schemas.microsoft.com/office/drawing/2014/main" id="{C81AC542-9E63-6A41-9821-E8CBDD6BC271}"/>
                </a:ext>
              </a:extLst>
            </p:cNvPr>
            <p:cNvSpPr/>
            <p:nvPr userDrawn="1"/>
          </p:nvSpPr>
          <p:spPr>
            <a:xfrm>
              <a:off x="10099643"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9" name="object 75">
              <a:extLst>
                <a:ext uri="{FF2B5EF4-FFF2-40B4-BE49-F238E27FC236}">
                  <a16:creationId xmlns:a16="http://schemas.microsoft.com/office/drawing/2014/main" id="{DE0B0514-632B-9A48-BE7F-C12E19B6F031}"/>
                </a:ext>
              </a:extLst>
            </p:cNvPr>
            <p:cNvSpPr/>
            <p:nvPr userDrawn="1"/>
          </p:nvSpPr>
          <p:spPr>
            <a:xfrm>
              <a:off x="10099394" y="125628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0" name="object 76">
              <a:extLst>
                <a:ext uri="{FF2B5EF4-FFF2-40B4-BE49-F238E27FC236}">
                  <a16:creationId xmlns:a16="http://schemas.microsoft.com/office/drawing/2014/main" id="{ADCFDECE-B2B1-4D41-99CF-6D8BFAC365DA}"/>
                </a:ext>
              </a:extLst>
            </p:cNvPr>
            <p:cNvSpPr/>
            <p:nvPr userDrawn="1"/>
          </p:nvSpPr>
          <p:spPr>
            <a:xfrm>
              <a:off x="8829625"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1" name="object 77">
              <a:extLst>
                <a:ext uri="{FF2B5EF4-FFF2-40B4-BE49-F238E27FC236}">
                  <a16:creationId xmlns:a16="http://schemas.microsoft.com/office/drawing/2014/main" id="{97DC9980-0896-2246-8E41-7B717194196C}"/>
                </a:ext>
              </a:extLst>
            </p:cNvPr>
            <p:cNvSpPr/>
            <p:nvPr userDrawn="1"/>
          </p:nvSpPr>
          <p:spPr>
            <a:xfrm>
              <a:off x="8829254"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92" name="object 78">
              <a:extLst>
                <a:ext uri="{FF2B5EF4-FFF2-40B4-BE49-F238E27FC236}">
                  <a16:creationId xmlns:a16="http://schemas.microsoft.com/office/drawing/2014/main" id="{5C3F5B3A-B1A1-8A4F-B948-928CB739CCCE}"/>
                </a:ext>
              </a:extLst>
            </p:cNvPr>
            <p:cNvSpPr/>
            <p:nvPr userDrawn="1"/>
          </p:nvSpPr>
          <p:spPr>
            <a:xfrm>
              <a:off x="6291228" y="5066395"/>
              <a:ext cx="1175385" cy="1175385"/>
            </a:xfrm>
            <a:custGeom>
              <a:avLst/>
              <a:gdLst/>
              <a:ahLst/>
              <a:cxnLst/>
              <a:rect l="l" t="t" r="r" b="b"/>
              <a:pathLst>
                <a:path w="1175384" h="1175385">
                  <a:moveTo>
                    <a:pt x="1175074"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40931"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3" name="object 79">
              <a:extLst>
                <a:ext uri="{FF2B5EF4-FFF2-40B4-BE49-F238E27FC236}">
                  <a16:creationId xmlns:a16="http://schemas.microsoft.com/office/drawing/2014/main" id="{E38E34E6-834A-EB44-9444-BACBB9532EC1}"/>
                </a:ext>
              </a:extLst>
            </p:cNvPr>
            <p:cNvSpPr/>
            <p:nvPr userDrawn="1"/>
          </p:nvSpPr>
          <p:spPr>
            <a:xfrm>
              <a:off x="6290709"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4" name="object 80">
              <a:extLst>
                <a:ext uri="{FF2B5EF4-FFF2-40B4-BE49-F238E27FC236}">
                  <a16:creationId xmlns:a16="http://schemas.microsoft.com/office/drawing/2014/main" id="{EF8AB335-6F2E-2A46-A8BD-424A7287058C}"/>
                </a:ext>
              </a:extLst>
            </p:cNvPr>
            <p:cNvSpPr/>
            <p:nvPr userDrawn="1"/>
          </p:nvSpPr>
          <p:spPr>
            <a:xfrm>
              <a:off x="6291228" y="2525829"/>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5" name="object 81">
              <a:extLst>
                <a:ext uri="{FF2B5EF4-FFF2-40B4-BE49-F238E27FC236}">
                  <a16:creationId xmlns:a16="http://schemas.microsoft.com/office/drawing/2014/main" id="{040152EE-82EA-9E4C-AE42-3C27615C5248}"/>
                </a:ext>
              </a:extLst>
            </p:cNvPr>
            <p:cNvSpPr/>
            <p:nvPr userDrawn="1"/>
          </p:nvSpPr>
          <p:spPr>
            <a:xfrm>
              <a:off x="6290857"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96" name="object 82">
              <a:extLst>
                <a:ext uri="{FF2B5EF4-FFF2-40B4-BE49-F238E27FC236}">
                  <a16:creationId xmlns:a16="http://schemas.microsoft.com/office/drawing/2014/main" id="{0C29A906-1B49-5645-A29E-8170EB20607C}"/>
                </a:ext>
              </a:extLst>
            </p:cNvPr>
            <p:cNvSpPr/>
            <p:nvPr userDrawn="1"/>
          </p:nvSpPr>
          <p:spPr>
            <a:xfrm>
              <a:off x="7561243" y="252680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7" name="object 83">
              <a:extLst>
                <a:ext uri="{FF2B5EF4-FFF2-40B4-BE49-F238E27FC236}">
                  <a16:creationId xmlns:a16="http://schemas.microsoft.com/office/drawing/2014/main" id="{7EC3B8C4-B529-814B-853E-7453FC037F86}"/>
                </a:ext>
              </a:extLst>
            </p:cNvPr>
            <p:cNvSpPr/>
            <p:nvPr userDrawn="1"/>
          </p:nvSpPr>
          <p:spPr>
            <a:xfrm>
              <a:off x="7561246"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8" name="object 84">
              <a:extLst>
                <a:ext uri="{FF2B5EF4-FFF2-40B4-BE49-F238E27FC236}">
                  <a16:creationId xmlns:a16="http://schemas.microsoft.com/office/drawing/2014/main" id="{46C42430-2A79-D04D-9A83-39D792628137}"/>
                </a:ext>
              </a:extLst>
            </p:cNvPr>
            <p:cNvSpPr/>
            <p:nvPr userDrawn="1"/>
          </p:nvSpPr>
          <p:spPr>
            <a:xfrm>
              <a:off x="10099643"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9" name="object 85">
              <a:extLst>
                <a:ext uri="{FF2B5EF4-FFF2-40B4-BE49-F238E27FC236}">
                  <a16:creationId xmlns:a16="http://schemas.microsoft.com/office/drawing/2014/main" id="{9793EE85-498C-1847-8A09-C3683EC49FDF}"/>
                </a:ext>
              </a:extLst>
            </p:cNvPr>
            <p:cNvSpPr/>
            <p:nvPr userDrawn="1"/>
          </p:nvSpPr>
          <p:spPr>
            <a:xfrm>
              <a:off x="10099539" y="8866698"/>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0" name="object 86">
              <a:extLst>
                <a:ext uri="{FF2B5EF4-FFF2-40B4-BE49-F238E27FC236}">
                  <a16:creationId xmlns:a16="http://schemas.microsoft.com/office/drawing/2014/main" id="{A7DE5770-8DE3-8141-BCF3-68C35221D4DD}"/>
                </a:ext>
              </a:extLst>
            </p:cNvPr>
            <p:cNvSpPr/>
            <p:nvPr userDrawn="1"/>
          </p:nvSpPr>
          <p:spPr>
            <a:xfrm>
              <a:off x="8829625"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1" name="object 87">
              <a:extLst>
                <a:ext uri="{FF2B5EF4-FFF2-40B4-BE49-F238E27FC236}">
                  <a16:creationId xmlns:a16="http://schemas.microsoft.com/office/drawing/2014/main" id="{FC86CE9B-F325-F84B-9489-0139784103F9}"/>
                </a:ext>
              </a:extLst>
            </p:cNvPr>
            <p:cNvSpPr/>
            <p:nvPr userDrawn="1"/>
          </p:nvSpPr>
          <p:spPr>
            <a:xfrm>
              <a:off x="8829109"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2" name="object 88">
              <a:extLst>
                <a:ext uri="{FF2B5EF4-FFF2-40B4-BE49-F238E27FC236}">
                  <a16:creationId xmlns:a16="http://schemas.microsoft.com/office/drawing/2014/main" id="{B3A61C2B-7E1A-F448-9371-7DD0D1724CA5}"/>
                </a:ext>
              </a:extLst>
            </p:cNvPr>
            <p:cNvSpPr/>
            <p:nvPr userDrawn="1"/>
          </p:nvSpPr>
          <p:spPr>
            <a:xfrm>
              <a:off x="7561243" y="10137371"/>
              <a:ext cx="1175385"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3" name="object 89">
              <a:extLst>
                <a:ext uri="{FF2B5EF4-FFF2-40B4-BE49-F238E27FC236}">
                  <a16:creationId xmlns:a16="http://schemas.microsoft.com/office/drawing/2014/main" id="{EF49E7E2-A732-EB49-A31B-659AB6A85F3B}"/>
                </a:ext>
              </a:extLst>
            </p:cNvPr>
            <p:cNvSpPr/>
            <p:nvPr userDrawn="1"/>
          </p:nvSpPr>
          <p:spPr>
            <a:xfrm>
              <a:off x="7561392"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4" name="object 90">
              <a:extLst>
                <a:ext uri="{FF2B5EF4-FFF2-40B4-BE49-F238E27FC236}">
                  <a16:creationId xmlns:a16="http://schemas.microsoft.com/office/drawing/2014/main" id="{BECE7CD4-A9A5-C142-965B-50A667807E7B}"/>
                </a:ext>
              </a:extLst>
            </p:cNvPr>
            <p:cNvSpPr/>
            <p:nvPr userDrawn="1"/>
          </p:nvSpPr>
          <p:spPr>
            <a:xfrm>
              <a:off x="10099643"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5" name="object 91">
              <a:extLst>
                <a:ext uri="{FF2B5EF4-FFF2-40B4-BE49-F238E27FC236}">
                  <a16:creationId xmlns:a16="http://schemas.microsoft.com/office/drawing/2014/main" id="{DD52276F-3531-E240-A762-3BC14CD37913}"/>
                </a:ext>
              </a:extLst>
            </p:cNvPr>
            <p:cNvSpPr/>
            <p:nvPr userDrawn="1"/>
          </p:nvSpPr>
          <p:spPr>
            <a:xfrm>
              <a:off x="10099394" y="6326285"/>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06" name="object 92">
              <a:extLst>
                <a:ext uri="{FF2B5EF4-FFF2-40B4-BE49-F238E27FC236}">
                  <a16:creationId xmlns:a16="http://schemas.microsoft.com/office/drawing/2014/main" id="{66158BDC-161C-CA49-8ECC-A15974327497}"/>
                </a:ext>
              </a:extLst>
            </p:cNvPr>
            <p:cNvSpPr/>
            <p:nvPr userDrawn="1"/>
          </p:nvSpPr>
          <p:spPr>
            <a:xfrm>
              <a:off x="8829625"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7" name="object 93">
              <a:extLst>
                <a:ext uri="{FF2B5EF4-FFF2-40B4-BE49-F238E27FC236}">
                  <a16:creationId xmlns:a16="http://schemas.microsoft.com/office/drawing/2014/main" id="{DFBB56B4-6897-0E46-A8C4-F4638BD7F07A}"/>
                </a:ext>
              </a:extLst>
            </p:cNvPr>
            <p:cNvSpPr/>
            <p:nvPr userDrawn="1"/>
          </p:nvSpPr>
          <p:spPr>
            <a:xfrm>
              <a:off x="8829254"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8" name="object 94">
              <a:extLst>
                <a:ext uri="{FF2B5EF4-FFF2-40B4-BE49-F238E27FC236}">
                  <a16:creationId xmlns:a16="http://schemas.microsoft.com/office/drawing/2014/main" id="{934680E0-6700-9740-A0AB-DEF427D04DA7}"/>
                </a:ext>
              </a:extLst>
            </p:cNvPr>
            <p:cNvSpPr/>
            <p:nvPr userDrawn="1"/>
          </p:nvSpPr>
          <p:spPr>
            <a:xfrm>
              <a:off x="6291228" y="10136400"/>
              <a:ext cx="1175385"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9" name="object 95">
              <a:extLst>
                <a:ext uri="{FF2B5EF4-FFF2-40B4-BE49-F238E27FC236}">
                  <a16:creationId xmlns:a16="http://schemas.microsoft.com/office/drawing/2014/main" id="{46DC31FB-56A7-884F-A332-3F7E06A2E67F}"/>
                </a:ext>
              </a:extLst>
            </p:cNvPr>
            <p:cNvSpPr/>
            <p:nvPr userDrawn="1"/>
          </p:nvSpPr>
          <p:spPr>
            <a:xfrm>
              <a:off x="6290709"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0" name="object 96">
              <a:extLst>
                <a:ext uri="{FF2B5EF4-FFF2-40B4-BE49-F238E27FC236}">
                  <a16:creationId xmlns:a16="http://schemas.microsoft.com/office/drawing/2014/main" id="{BE0FAEE4-C736-6747-8D80-29462B2377E9}"/>
                </a:ext>
              </a:extLst>
            </p:cNvPr>
            <p:cNvSpPr/>
            <p:nvPr userDrawn="1"/>
          </p:nvSpPr>
          <p:spPr>
            <a:xfrm>
              <a:off x="6291228" y="7595829"/>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1" name="object 97">
              <a:extLst>
                <a:ext uri="{FF2B5EF4-FFF2-40B4-BE49-F238E27FC236}">
                  <a16:creationId xmlns:a16="http://schemas.microsoft.com/office/drawing/2014/main" id="{A50C9A30-70B6-224A-8909-1C7C7E565652}"/>
                </a:ext>
              </a:extLst>
            </p:cNvPr>
            <p:cNvSpPr/>
            <p:nvPr userDrawn="1"/>
          </p:nvSpPr>
          <p:spPr>
            <a:xfrm>
              <a:off x="6290857"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12" name="object 98">
              <a:extLst>
                <a:ext uri="{FF2B5EF4-FFF2-40B4-BE49-F238E27FC236}">
                  <a16:creationId xmlns:a16="http://schemas.microsoft.com/office/drawing/2014/main" id="{3A9B5C35-0A6B-9C4B-BA2E-8FCAE2930D80}"/>
                </a:ext>
              </a:extLst>
            </p:cNvPr>
            <p:cNvSpPr/>
            <p:nvPr userDrawn="1"/>
          </p:nvSpPr>
          <p:spPr>
            <a:xfrm>
              <a:off x="7561243" y="7596806"/>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13" name="object 99">
              <a:extLst>
                <a:ext uri="{FF2B5EF4-FFF2-40B4-BE49-F238E27FC236}">
                  <a16:creationId xmlns:a16="http://schemas.microsoft.com/office/drawing/2014/main" id="{17FD897E-F0C9-2C4D-9360-7CE0CF9348EE}"/>
                </a:ext>
              </a:extLst>
            </p:cNvPr>
            <p:cNvSpPr/>
            <p:nvPr userDrawn="1"/>
          </p:nvSpPr>
          <p:spPr>
            <a:xfrm>
              <a:off x="7561246"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4" name="object 100">
              <a:extLst>
                <a:ext uri="{FF2B5EF4-FFF2-40B4-BE49-F238E27FC236}">
                  <a16:creationId xmlns:a16="http://schemas.microsoft.com/office/drawing/2014/main" id="{78E919F7-DD98-FD4E-9882-738E156825AB}"/>
                </a:ext>
              </a:extLst>
            </p:cNvPr>
            <p:cNvSpPr/>
            <p:nvPr userDrawn="1"/>
          </p:nvSpPr>
          <p:spPr>
            <a:xfrm>
              <a:off x="5029644"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5" name="object 101">
              <a:extLst>
                <a:ext uri="{FF2B5EF4-FFF2-40B4-BE49-F238E27FC236}">
                  <a16:creationId xmlns:a16="http://schemas.microsoft.com/office/drawing/2014/main" id="{8E687205-F0F4-D54A-8A01-EF05E71F32B4}"/>
                </a:ext>
              </a:extLst>
            </p:cNvPr>
            <p:cNvSpPr/>
            <p:nvPr userDrawn="1"/>
          </p:nvSpPr>
          <p:spPr>
            <a:xfrm>
              <a:off x="3759624"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6" name="object 102">
              <a:extLst>
                <a:ext uri="{FF2B5EF4-FFF2-40B4-BE49-F238E27FC236}">
                  <a16:creationId xmlns:a16="http://schemas.microsoft.com/office/drawing/2014/main" id="{B6A06E90-D207-1A4D-B13F-F205DD598DDC}"/>
                </a:ext>
              </a:extLst>
            </p:cNvPr>
            <p:cNvSpPr/>
            <p:nvPr userDrawn="1"/>
          </p:nvSpPr>
          <p:spPr>
            <a:xfrm>
              <a:off x="2491244" y="5245"/>
              <a:ext cx="1175385" cy="1167130"/>
            </a:xfrm>
            <a:custGeom>
              <a:avLst/>
              <a:gdLst/>
              <a:ahLst/>
              <a:cxnLst/>
              <a:rect l="l" t="t" r="r" b="b"/>
              <a:pathLst>
                <a:path w="1175385"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117" name="object 103">
              <a:extLst>
                <a:ext uri="{FF2B5EF4-FFF2-40B4-BE49-F238E27FC236}">
                  <a16:creationId xmlns:a16="http://schemas.microsoft.com/office/drawing/2014/main" id="{5CE80512-749B-6E49-B703-FB21FD2F80C9}"/>
                </a:ext>
              </a:extLst>
            </p:cNvPr>
            <p:cNvSpPr/>
            <p:nvPr userDrawn="1"/>
          </p:nvSpPr>
          <p:spPr>
            <a:xfrm>
              <a:off x="1221225"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8" name="object 104">
              <a:extLst>
                <a:ext uri="{FF2B5EF4-FFF2-40B4-BE49-F238E27FC236}">
                  <a16:creationId xmlns:a16="http://schemas.microsoft.com/office/drawing/2014/main" id="{1F2B470D-BA65-9C4C-8BA1-446BCA7D8D7E}"/>
                </a:ext>
              </a:extLst>
            </p:cNvPr>
            <p:cNvSpPr/>
            <p:nvPr userDrawn="1"/>
          </p:nvSpPr>
          <p:spPr>
            <a:xfrm>
              <a:off x="5029642" y="5066395"/>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9" name="object 105">
              <a:extLst>
                <a:ext uri="{FF2B5EF4-FFF2-40B4-BE49-F238E27FC236}">
                  <a16:creationId xmlns:a16="http://schemas.microsoft.com/office/drawing/2014/main" id="{731FCDC5-8E29-4E48-9D04-69589142F586}"/>
                </a:ext>
              </a:extLst>
            </p:cNvPr>
            <p:cNvSpPr/>
            <p:nvPr userDrawn="1"/>
          </p:nvSpPr>
          <p:spPr>
            <a:xfrm>
              <a:off x="5029534" y="3796704"/>
              <a:ext cx="1175385" cy="1175385"/>
            </a:xfrm>
            <a:custGeom>
              <a:avLst/>
              <a:gdLst/>
              <a:ahLst/>
              <a:cxnLst/>
              <a:rect l="l" t="t" r="r" b="b"/>
              <a:pathLst>
                <a:path w="1175385" h="1175385">
                  <a:moveTo>
                    <a:pt x="0" y="0"/>
                  </a:moveTo>
                  <a:lnTo>
                    <a:pt x="0" y="1175074"/>
                  </a:lnTo>
                  <a:lnTo>
                    <a:pt x="1174791" y="1174780"/>
                  </a:lnTo>
                  <a:lnTo>
                    <a:pt x="1173811" y="1126356"/>
                  </a:lnTo>
                  <a:lnTo>
                    <a:pt x="1170897" y="1078430"/>
                  </a:lnTo>
                  <a:lnTo>
                    <a:pt x="1166085" y="1031040"/>
                  </a:lnTo>
                  <a:lnTo>
                    <a:pt x="1159415" y="984224"/>
                  </a:lnTo>
                  <a:lnTo>
                    <a:pt x="1150923" y="938020"/>
                  </a:lnTo>
                  <a:lnTo>
                    <a:pt x="1140648" y="892466"/>
                  </a:lnTo>
                  <a:lnTo>
                    <a:pt x="1128628" y="847599"/>
                  </a:lnTo>
                  <a:lnTo>
                    <a:pt x="1114899" y="803457"/>
                  </a:lnTo>
                  <a:lnTo>
                    <a:pt x="1099501" y="760079"/>
                  </a:lnTo>
                  <a:lnTo>
                    <a:pt x="1082470" y="717501"/>
                  </a:lnTo>
                  <a:lnTo>
                    <a:pt x="1063845" y="675762"/>
                  </a:lnTo>
                  <a:lnTo>
                    <a:pt x="1043663" y="634899"/>
                  </a:lnTo>
                  <a:lnTo>
                    <a:pt x="1021962" y="594951"/>
                  </a:lnTo>
                  <a:lnTo>
                    <a:pt x="998780" y="555954"/>
                  </a:lnTo>
                  <a:lnTo>
                    <a:pt x="974155" y="517947"/>
                  </a:lnTo>
                  <a:lnTo>
                    <a:pt x="948124" y="480968"/>
                  </a:lnTo>
                  <a:lnTo>
                    <a:pt x="920726" y="445054"/>
                  </a:lnTo>
                  <a:lnTo>
                    <a:pt x="891997" y="410244"/>
                  </a:lnTo>
                  <a:lnTo>
                    <a:pt x="861977" y="376574"/>
                  </a:lnTo>
                  <a:lnTo>
                    <a:pt x="830702" y="344083"/>
                  </a:lnTo>
                  <a:lnTo>
                    <a:pt x="798211" y="312809"/>
                  </a:lnTo>
                  <a:lnTo>
                    <a:pt x="764541" y="282789"/>
                  </a:lnTo>
                  <a:lnTo>
                    <a:pt x="729730" y="254061"/>
                  </a:lnTo>
                  <a:lnTo>
                    <a:pt x="693815" y="226663"/>
                  </a:lnTo>
                  <a:lnTo>
                    <a:pt x="656836" y="200633"/>
                  </a:lnTo>
                  <a:lnTo>
                    <a:pt x="618829" y="176008"/>
                  </a:lnTo>
                  <a:lnTo>
                    <a:pt x="579832" y="152826"/>
                  </a:lnTo>
                  <a:lnTo>
                    <a:pt x="539883" y="131126"/>
                  </a:lnTo>
                  <a:lnTo>
                    <a:pt x="499020" y="110944"/>
                  </a:lnTo>
                  <a:lnTo>
                    <a:pt x="457281" y="92319"/>
                  </a:lnTo>
                  <a:lnTo>
                    <a:pt x="414703" y="75288"/>
                  </a:lnTo>
                  <a:lnTo>
                    <a:pt x="371324" y="59890"/>
                  </a:lnTo>
                  <a:lnTo>
                    <a:pt x="327182" y="46162"/>
                  </a:lnTo>
                  <a:lnTo>
                    <a:pt x="282315" y="34142"/>
                  </a:lnTo>
                  <a:lnTo>
                    <a:pt x="236761"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0" name="object 106">
              <a:extLst>
                <a:ext uri="{FF2B5EF4-FFF2-40B4-BE49-F238E27FC236}">
                  <a16:creationId xmlns:a16="http://schemas.microsoft.com/office/drawing/2014/main" id="{D8183A03-9762-AE4C-99EF-34E7D1267019}"/>
                </a:ext>
              </a:extLst>
            </p:cNvPr>
            <p:cNvSpPr/>
            <p:nvPr userDrawn="1"/>
          </p:nvSpPr>
          <p:spPr>
            <a:xfrm>
              <a:off x="3759622" y="5066395"/>
              <a:ext cx="1175385"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1" name="object 107">
              <a:extLst>
                <a:ext uri="{FF2B5EF4-FFF2-40B4-BE49-F238E27FC236}">
                  <a16:creationId xmlns:a16="http://schemas.microsoft.com/office/drawing/2014/main" id="{F0498180-4F48-8848-8867-68EEDF30E53F}"/>
                </a:ext>
              </a:extLst>
            </p:cNvPr>
            <p:cNvSpPr/>
            <p:nvPr userDrawn="1"/>
          </p:nvSpPr>
          <p:spPr>
            <a:xfrm>
              <a:off x="3759106" y="379685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2" name="object 108">
              <a:extLst>
                <a:ext uri="{FF2B5EF4-FFF2-40B4-BE49-F238E27FC236}">
                  <a16:creationId xmlns:a16="http://schemas.microsoft.com/office/drawing/2014/main" id="{E4577D86-6F5D-FE44-9E70-43335562642B}"/>
                </a:ext>
              </a:extLst>
            </p:cNvPr>
            <p:cNvSpPr/>
            <p:nvPr userDrawn="1"/>
          </p:nvSpPr>
          <p:spPr>
            <a:xfrm>
              <a:off x="2491242" y="506737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3" name="object 109">
              <a:extLst>
                <a:ext uri="{FF2B5EF4-FFF2-40B4-BE49-F238E27FC236}">
                  <a16:creationId xmlns:a16="http://schemas.microsoft.com/office/drawing/2014/main" id="{583B230D-4050-5E4D-BD2B-110EE2012970}"/>
                </a:ext>
              </a:extLst>
            </p:cNvPr>
            <p:cNvSpPr/>
            <p:nvPr userDrawn="1"/>
          </p:nvSpPr>
          <p:spPr>
            <a:xfrm>
              <a:off x="2491388" y="3795968"/>
              <a:ext cx="1175385" cy="1175385"/>
            </a:xfrm>
            <a:custGeom>
              <a:avLst/>
              <a:gdLst/>
              <a:ahLst/>
              <a:cxnLst/>
              <a:rect l="l" t="t" r="r" b="b"/>
              <a:pathLst>
                <a:path w="1175385"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4" name="object 110">
              <a:extLst>
                <a:ext uri="{FF2B5EF4-FFF2-40B4-BE49-F238E27FC236}">
                  <a16:creationId xmlns:a16="http://schemas.microsoft.com/office/drawing/2014/main" id="{DC08E5B6-C572-334F-9307-8F150FF169E1}"/>
                </a:ext>
              </a:extLst>
            </p:cNvPr>
            <p:cNvSpPr/>
            <p:nvPr userDrawn="1"/>
          </p:nvSpPr>
          <p:spPr>
            <a:xfrm>
              <a:off x="5029642"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5" name="object 111">
              <a:extLst>
                <a:ext uri="{FF2B5EF4-FFF2-40B4-BE49-F238E27FC236}">
                  <a16:creationId xmlns:a16="http://schemas.microsoft.com/office/drawing/2014/main" id="{7EA118B1-F71F-324C-B811-3784BFD98352}"/>
                </a:ext>
              </a:extLst>
            </p:cNvPr>
            <p:cNvSpPr/>
            <p:nvPr userDrawn="1"/>
          </p:nvSpPr>
          <p:spPr>
            <a:xfrm>
              <a:off x="5029391" y="1256281"/>
              <a:ext cx="1175385" cy="1175385"/>
            </a:xfrm>
            <a:custGeom>
              <a:avLst/>
              <a:gdLst/>
              <a:ahLst/>
              <a:cxnLst/>
              <a:rect l="l" t="t" r="r" b="b"/>
              <a:pathLst>
                <a:path w="1175385"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6" name="object 112">
              <a:extLst>
                <a:ext uri="{FF2B5EF4-FFF2-40B4-BE49-F238E27FC236}">
                  <a16:creationId xmlns:a16="http://schemas.microsoft.com/office/drawing/2014/main" id="{B0394B37-A306-C746-90FC-769AEC02867C}"/>
                </a:ext>
              </a:extLst>
            </p:cNvPr>
            <p:cNvSpPr/>
            <p:nvPr userDrawn="1"/>
          </p:nvSpPr>
          <p:spPr>
            <a:xfrm>
              <a:off x="3759622"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7" name="object 113">
              <a:extLst>
                <a:ext uri="{FF2B5EF4-FFF2-40B4-BE49-F238E27FC236}">
                  <a16:creationId xmlns:a16="http://schemas.microsoft.com/office/drawing/2014/main" id="{6CB3910A-BFDF-374D-9D6A-A866A78C0F02}"/>
                </a:ext>
              </a:extLst>
            </p:cNvPr>
            <p:cNvSpPr/>
            <p:nvPr userDrawn="1"/>
          </p:nvSpPr>
          <p:spPr>
            <a:xfrm>
              <a:off x="3759251" y="1256129"/>
              <a:ext cx="1175385"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8" name="object 114">
              <a:extLst>
                <a:ext uri="{FF2B5EF4-FFF2-40B4-BE49-F238E27FC236}">
                  <a16:creationId xmlns:a16="http://schemas.microsoft.com/office/drawing/2014/main" id="{BBF85AF5-2A4A-DD4D-BA01-DE5B6E433174}"/>
                </a:ext>
              </a:extLst>
            </p:cNvPr>
            <p:cNvSpPr/>
            <p:nvPr userDrawn="1"/>
          </p:nvSpPr>
          <p:spPr>
            <a:xfrm>
              <a:off x="1221223" y="5066395"/>
              <a:ext cx="1175385"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9" name="object 115">
              <a:extLst>
                <a:ext uri="{FF2B5EF4-FFF2-40B4-BE49-F238E27FC236}">
                  <a16:creationId xmlns:a16="http://schemas.microsoft.com/office/drawing/2014/main" id="{C9E55753-ED84-6742-89E9-D681D21DD489}"/>
                </a:ext>
              </a:extLst>
            </p:cNvPr>
            <p:cNvSpPr/>
            <p:nvPr userDrawn="1"/>
          </p:nvSpPr>
          <p:spPr>
            <a:xfrm>
              <a:off x="1220707" y="379685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0" name="object 116">
              <a:extLst>
                <a:ext uri="{FF2B5EF4-FFF2-40B4-BE49-F238E27FC236}">
                  <a16:creationId xmlns:a16="http://schemas.microsoft.com/office/drawing/2014/main" id="{2610BE83-A2FB-F14F-AF27-E3F1DAC1B606}"/>
                </a:ext>
              </a:extLst>
            </p:cNvPr>
            <p:cNvSpPr/>
            <p:nvPr userDrawn="1"/>
          </p:nvSpPr>
          <p:spPr>
            <a:xfrm>
              <a:off x="1221223"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1" name="object 117">
              <a:extLst>
                <a:ext uri="{FF2B5EF4-FFF2-40B4-BE49-F238E27FC236}">
                  <a16:creationId xmlns:a16="http://schemas.microsoft.com/office/drawing/2014/main" id="{2D685307-8B30-6440-A670-7D3A2A4ACBEE}"/>
                </a:ext>
              </a:extLst>
            </p:cNvPr>
            <p:cNvSpPr/>
            <p:nvPr userDrawn="1"/>
          </p:nvSpPr>
          <p:spPr>
            <a:xfrm>
              <a:off x="1220854" y="1256129"/>
              <a:ext cx="1175385"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32" name="object 118">
              <a:extLst>
                <a:ext uri="{FF2B5EF4-FFF2-40B4-BE49-F238E27FC236}">
                  <a16:creationId xmlns:a16="http://schemas.microsoft.com/office/drawing/2014/main" id="{5B10EA1A-EA04-8E4F-B371-1387B7B0ABF1}"/>
                </a:ext>
              </a:extLst>
            </p:cNvPr>
            <p:cNvSpPr/>
            <p:nvPr userDrawn="1"/>
          </p:nvSpPr>
          <p:spPr>
            <a:xfrm>
              <a:off x="2491242" y="252680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3" name="object 119">
              <a:extLst>
                <a:ext uri="{FF2B5EF4-FFF2-40B4-BE49-F238E27FC236}">
                  <a16:creationId xmlns:a16="http://schemas.microsoft.com/office/drawing/2014/main" id="{61227C15-0CEB-144B-9E49-7E16D31F6A50}"/>
                </a:ext>
              </a:extLst>
            </p:cNvPr>
            <p:cNvSpPr/>
            <p:nvPr userDrawn="1"/>
          </p:nvSpPr>
          <p:spPr>
            <a:xfrm>
              <a:off x="2491242" y="1255545"/>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4" name="object 120">
              <a:extLst>
                <a:ext uri="{FF2B5EF4-FFF2-40B4-BE49-F238E27FC236}">
                  <a16:creationId xmlns:a16="http://schemas.microsoft.com/office/drawing/2014/main" id="{66A96F77-2CEF-DC4B-8E5B-FE3E9C951B71}"/>
                </a:ext>
              </a:extLst>
            </p:cNvPr>
            <p:cNvSpPr/>
            <p:nvPr userDrawn="1"/>
          </p:nvSpPr>
          <p:spPr>
            <a:xfrm>
              <a:off x="5029642"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5" name="object 121">
              <a:extLst>
                <a:ext uri="{FF2B5EF4-FFF2-40B4-BE49-F238E27FC236}">
                  <a16:creationId xmlns:a16="http://schemas.microsoft.com/office/drawing/2014/main" id="{90E2C67F-224E-B549-BB65-DE73215FB401}"/>
                </a:ext>
              </a:extLst>
            </p:cNvPr>
            <p:cNvSpPr/>
            <p:nvPr userDrawn="1"/>
          </p:nvSpPr>
          <p:spPr>
            <a:xfrm>
              <a:off x="5029534" y="8866698"/>
              <a:ext cx="1175385" cy="1175385"/>
            </a:xfrm>
            <a:custGeom>
              <a:avLst/>
              <a:gdLst/>
              <a:ahLst/>
              <a:cxnLst/>
              <a:rect l="l" t="t" r="r" b="b"/>
              <a:pathLst>
                <a:path w="1175385" h="1175384">
                  <a:moveTo>
                    <a:pt x="0" y="0"/>
                  </a:moveTo>
                  <a:lnTo>
                    <a:pt x="0" y="1175084"/>
                  </a:lnTo>
                  <a:lnTo>
                    <a:pt x="1174791" y="1174791"/>
                  </a:lnTo>
                  <a:lnTo>
                    <a:pt x="1173811" y="1126366"/>
                  </a:lnTo>
                  <a:lnTo>
                    <a:pt x="1170897" y="1078440"/>
                  </a:lnTo>
                  <a:lnTo>
                    <a:pt x="1166085" y="1031050"/>
                  </a:lnTo>
                  <a:lnTo>
                    <a:pt x="1159415" y="984234"/>
                  </a:lnTo>
                  <a:lnTo>
                    <a:pt x="1150923" y="938030"/>
                  </a:lnTo>
                  <a:lnTo>
                    <a:pt x="1140648" y="892475"/>
                  </a:lnTo>
                  <a:lnTo>
                    <a:pt x="1128628" y="847608"/>
                  </a:lnTo>
                  <a:lnTo>
                    <a:pt x="1114899" y="803467"/>
                  </a:lnTo>
                  <a:lnTo>
                    <a:pt x="1099501" y="760088"/>
                  </a:lnTo>
                  <a:lnTo>
                    <a:pt x="1082470" y="717510"/>
                  </a:lnTo>
                  <a:lnTo>
                    <a:pt x="1063845" y="675770"/>
                  </a:lnTo>
                  <a:lnTo>
                    <a:pt x="1043663" y="634907"/>
                  </a:lnTo>
                  <a:lnTo>
                    <a:pt x="1021962" y="594958"/>
                  </a:lnTo>
                  <a:lnTo>
                    <a:pt x="998780" y="555962"/>
                  </a:lnTo>
                  <a:lnTo>
                    <a:pt x="974155" y="517955"/>
                  </a:lnTo>
                  <a:lnTo>
                    <a:pt x="948124" y="480975"/>
                  </a:lnTo>
                  <a:lnTo>
                    <a:pt x="920726" y="445061"/>
                  </a:lnTo>
                  <a:lnTo>
                    <a:pt x="891997" y="410250"/>
                  </a:lnTo>
                  <a:lnTo>
                    <a:pt x="861977" y="376580"/>
                  </a:lnTo>
                  <a:lnTo>
                    <a:pt x="830702" y="344088"/>
                  </a:lnTo>
                  <a:lnTo>
                    <a:pt x="798211" y="312814"/>
                  </a:lnTo>
                  <a:lnTo>
                    <a:pt x="764541" y="282793"/>
                  </a:lnTo>
                  <a:lnTo>
                    <a:pt x="729730" y="254065"/>
                  </a:lnTo>
                  <a:lnTo>
                    <a:pt x="693815" y="226667"/>
                  </a:lnTo>
                  <a:lnTo>
                    <a:pt x="656836" y="200636"/>
                  </a:lnTo>
                  <a:lnTo>
                    <a:pt x="618829" y="176011"/>
                  </a:lnTo>
                  <a:lnTo>
                    <a:pt x="579832" y="152829"/>
                  </a:lnTo>
                  <a:lnTo>
                    <a:pt x="539883" y="131128"/>
                  </a:lnTo>
                  <a:lnTo>
                    <a:pt x="499020" y="110946"/>
                  </a:lnTo>
                  <a:lnTo>
                    <a:pt x="457281" y="92321"/>
                  </a:lnTo>
                  <a:lnTo>
                    <a:pt x="414703" y="75290"/>
                  </a:lnTo>
                  <a:lnTo>
                    <a:pt x="371324" y="59891"/>
                  </a:lnTo>
                  <a:lnTo>
                    <a:pt x="327182" y="46163"/>
                  </a:lnTo>
                  <a:lnTo>
                    <a:pt x="282315" y="34142"/>
                  </a:lnTo>
                  <a:lnTo>
                    <a:pt x="236761"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36" name="object 122">
              <a:extLst>
                <a:ext uri="{FF2B5EF4-FFF2-40B4-BE49-F238E27FC236}">
                  <a16:creationId xmlns:a16="http://schemas.microsoft.com/office/drawing/2014/main" id="{18721E0E-3406-BB44-9903-5F9497592BDC}"/>
                </a:ext>
              </a:extLst>
            </p:cNvPr>
            <p:cNvSpPr/>
            <p:nvPr userDrawn="1"/>
          </p:nvSpPr>
          <p:spPr>
            <a:xfrm>
              <a:off x="3759622"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7" name="object 123">
              <a:extLst>
                <a:ext uri="{FF2B5EF4-FFF2-40B4-BE49-F238E27FC236}">
                  <a16:creationId xmlns:a16="http://schemas.microsoft.com/office/drawing/2014/main" id="{4A20C842-0383-804A-A026-391FFC8BF4D8}"/>
                </a:ext>
              </a:extLst>
            </p:cNvPr>
            <p:cNvSpPr/>
            <p:nvPr userDrawn="1"/>
          </p:nvSpPr>
          <p:spPr>
            <a:xfrm>
              <a:off x="3759106" y="8866851"/>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8" name="object 124">
              <a:extLst>
                <a:ext uri="{FF2B5EF4-FFF2-40B4-BE49-F238E27FC236}">
                  <a16:creationId xmlns:a16="http://schemas.microsoft.com/office/drawing/2014/main" id="{35C523F0-C605-274B-A782-8D9A5677B9E7}"/>
                </a:ext>
              </a:extLst>
            </p:cNvPr>
            <p:cNvSpPr/>
            <p:nvPr userDrawn="1"/>
          </p:nvSpPr>
          <p:spPr>
            <a:xfrm>
              <a:off x="2491242" y="10137371"/>
              <a:ext cx="1175385" cy="1166495"/>
            </a:xfrm>
            <a:custGeom>
              <a:avLst/>
              <a:gdLst/>
              <a:ahLst/>
              <a:cxnLst/>
              <a:rect l="l" t="t" r="r" b="b"/>
              <a:pathLst>
                <a:path w="1175385"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9" name="object 125">
              <a:extLst>
                <a:ext uri="{FF2B5EF4-FFF2-40B4-BE49-F238E27FC236}">
                  <a16:creationId xmlns:a16="http://schemas.microsoft.com/office/drawing/2014/main" id="{F02B2EF6-3131-AE41-8981-51116F8A84FA}"/>
                </a:ext>
              </a:extLst>
            </p:cNvPr>
            <p:cNvSpPr/>
            <p:nvPr userDrawn="1"/>
          </p:nvSpPr>
          <p:spPr>
            <a:xfrm>
              <a:off x="2491388" y="8865962"/>
              <a:ext cx="1175385" cy="1175385"/>
            </a:xfrm>
            <a:custGeom>
              <a:avLst/>
              <a:gdLst/>
              <a:ahLst/>
              <a:cxnLst/>
              <a:rect l="l" t="t" r="r" b="b"/>
              <a:pathLst>
                <a:path w="1175385"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0" name="object 126">
              <a:extLst>
                <a:ext uri="{FF2B5EF4-FFF2-40B4-BE49-F238E27FC236}">
                  <a16:creationId xmlns:a16="http://schemas.microsoft.com/office/drawing/2014/main" id="{F59B8859-31A0-EA4C-A2C4-6210E352390B}"/>
                </a:ext>
              </a:extLst>
            </p:cNvPr>
            <p:cNvSpPr/>
            <p:nvPr userDrawn="1"/>
          </p:nvSpPr>
          <p:spPr>
            <a:xfrm>
              <a:off x="5029642"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1" name="object 127">
              <a:extLst>
                <a:ext uri="{FF2B5EF4-FFF2-40B4-BE49-F238E27FC236}">
                  <a16:creationId xmlns:a16="http://schemas.microsoft.com/office/drawing/2014/main" id="{6B2FFE53-5A27-1B44-96BE-0B3D0BD255D0}"/>
                </a:ext>
              </a:extLst>
            </p:cNvPr>
            <p:cNvSpPr/>
            <p:nvPr userDrawn="1"/>
          </p:nvSpPr>
          <p:spPr>
            <a:xfrm>
              <a:off x="5029391" y="6326285"/>
              <a:ext cx="1175385" cy="1175385"/>
            </a:xfrm>
            <a:custGeom>
              <a:avLst/>
              <a:gdLst/>
              <a:ahLst/>
              <a:cxnLst/>
              <a:rect l="l" t="t" r="r" b="b"/>
              <a:pathLst>
                <a:path w="1175385"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42" name="object 128">
              <a:extLst>
                <a:ext uri="{FF2B5EF4-FFF2-40B4-BE49-F238E27FC236}">
                  <a16:creationId xmlns:a16="http://schemas.microsoft.com/office/drawing/2014/main" id="{C28A704E-2DAC-5241-9C49-44A85A0F84AF}"/>
                </a:ext>
              </a:extLst>
            </p:cNvPr>
            <p:cNvSpPr/>
            <p:nvPr userDrawn="1"/>
          </p:nvSpPr>
          <p:spPr>
            <a:xfrm>
              <a:off x="3759622"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3" name="object 129">
              <a:extLst>
                <a:ext uri="{FF2B5EF4-FFF2-40B4-BE49-F238E27FC236}">
                  <a16:creationId xmlns:a16="http://schemas.microsoft.com/office/drawing/2014/main" id="{E5A82B14-9508-0E44-83DF-B7CAA0BC7DC7}"/>
                </a:ext>
              </a:extLst>
            </p:cNvPr>
            <p:cNvSpPr/>
            <p:nvPr userDrawn="1"/>
          </p:nvSpPr>
          <p:spPr>
            <a:xfrm>
              <a:off x="3759251" y="6326139"/>
              <a:ext cx="1175385"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4" name="object 130">
              <a:extLst>
                <a:ext uri="{FF2B5EF4-FFF2-40B4-BE49-F238E27FC236}">
                  <a16:creationId xmlns:a16="http://schemas.microsoft.com/office/drawing/2014/main" id="{4C3E2FA1-C313-C34B-83DA-32AC6ECE6233}"/>
                </a:ext>
              </a:extLst>
            </p:cNvPr>
            <p:cNvSpPr/>
            <p:nvPr userDrawn="1"/>
          </p:nvSpPr>
          <p:spPr>
            <a:xfrm>
              <a:off x="1221223"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5" name="object 131">
              <a:extLst>
                <a:ext uri="{FF2B5EF4-FFF2-40B4-BE49-F238E27FC236}">
                  <a16:creationId xmlns:a16="http://schemas.microsoft.com/office/drawing/2014/main" id="{8742E935-CFE2-2D40-A456-CAA8C6784950}"/>
                </a:ext>
              </a:extLst>
            </p:cNvPr>
            <p:cNvSpPr/>
            <p:nvPr userDrawn="1"/>
          </p:nvSpPr>
          <p:spPr>
            <a:xfrm>
              <a:off x="1220707" y="8866851"/>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6" name="object 132">
              <a:extLst>
                <a:ext uri="{FF2B5EF4-FFF2-40B4-BE49-F238E27FC236}">
                  <a16:creationId xmlns:a16="http://schemas.microsoft.com/office/drawing/2014/main" id="{B396FB4B-E488-6D4E-96D8-5EB9F01FEAF0}"/>
                </a:ext>
              </a:extLst>
            </p:cNvPr>
            <p:cNvSpPr/>
            <p:nvPr userDrawn="1"/>
          </p:nvSpPr>
          <p:spPr>
            <a:xfrm>
              <a:off x="1221223"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7" name="object 133">
              <a:extLst>
                <a:ext uri="{FF2B5EF4-FFF2-40B4-BE49-F238E27FC236}">
                  <a16:creationId xmlns:a16="http://schemas.microsoft.com/office/drawing/2014/main" id="{C6D0FE12-AADC-1A4C-A1B5-CFE1920C7EA9}"/>
                </a:ext>
              </a:extLst>
            </p:cNvPr>
            <p:cNvSpPr/>
            <p:nvPr userDrawn="1"/>
          </p:nvSpPr>
          <p:spPr>
            <a:xfrm>
              <a:off x="1220854" y="6326139"/>
              <a:ext cx="1175385"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8" name="object 134">
              <a:extLst>
                <a:ext uri="{FF2B5EF4-FFF2-40B4-BE49-F238E27FC236}">
                  <a16:creationId xmlns:a16="http://schemas.microsoft.com/office/drawing/2014/main" id="{5E435292-9C44-1B40-B1D1-0FDD5853C362}"/>
                </a:ext>
              </a:extLst>
            </p:cNvPr>
            <p:cNvSpPr/>
            <p:nvPr userDrawn="1"/>
          </p:nvSpPr>
          <p:spPr>
            <a:xfrm>
              <a:off x="2491242" y="7596806"/>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49" name="object 135">
              <a:extLst>
                <a:ext uri="{FF2B5EF4-FFF2-40B4-BE49-F238E27FC236}">
                  <a16:creationId xmlns:a16="http://schemas.microsoft.com/office/drawing/2014/main" id="{D4D22E49-08F5-F645-B41F-0E9C89F07A8F}"/>
                </a:ext>
              </a:extLst>
            </p:cNvPr>
            <p:cNvSpPr/>
            <p:nvPr userDrawn="1"/>
          </p:nvSpPr>
          <p:spPr>
            <a:xfrm>
              <a:off x="2491242" y="6325544"/>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50" name="object 136">
              <a:extLst>
                <a:ext uri="{FF2B5EF4-FFF2-40B4-BE49-F238E27FC236}">
                  <a16:creationId xmlns:a16="http://schemas.microsoft.com/office/drawing/2014/main" id="{76EED804-C183-5E4B-BE26-D7CA7BB5D5E2}"/>
                </a:ext>
              </a:extLst>
            </p:cNvPr>
            <p:cNvSpPr/>
            <p:nvPr userDrawn="1"/>
          </p:nvSpPr>
          <p:spPr>
            <a:xfrm>
              <a:off x="5235" y="5246"/>
              <a:ext cx="1129665" cy="1165225"/>
            </a:xfrm>
            <a:custGeom>
              <a:avLst/>
              <a:gdLst/>
              <a:ahLst/>
              <a:cxnLst/>
              <a:rect l="l" t="t" r="r" b="b"/>
              <a:pathLst>
                <a:path w="1129665" h="1165225">
                  <a:moveTo>
                    <a:pt x="1129299" y="0"/>
                  </a:moveTo>
                  <a:lnTo>
                    <a:pt x="0" y="0"/>
                  </a:lnTo>
                  <a:lnTo>
                    <a:pt x="0" y="1165013"/>
                  </a:lnTo>
                  <a:lnTo>
                    <a:pt x="51048" y="1162036"/>
                  </a:lnTo>
                  <a:lnTo>
                    <a:pt x="98438" y="1157224"/>
                  </a:lnTo>
                  <a:lnTo>
                    <a:pt x="145254" y="1150554"/>
                  </a:lnTo>
                  <a:lnTo>
                    <a:pt x="191458" y="1142063"/>
                  </a:lnTo>
                  <a:lnTo>
                    <a:pt x="237012" y="1131788"/>
                  </a:lnTo>
                  <a:lnTo>
                    <a:pt x="281879" y="1119767"/>
                  </a:lnTo>
                  <a:lnTo>
                    <a:pt x="326021" y="1106039"/>
                  </a:lnTo>
                  <a:lnTo>
                    <a:pt x="369399" y="1090641"/>
                  </a:lnTo>
                  <a:lnTo>
                    <a:pt x="411977" y="1073610"/>
                  </a:lnTo>
                  <a:lnTo>
                    <a:pt x="453716" y="1054985"/>
                  </a:lnTo>
                  <a:lnTo>
                    <a:pt x="494579" y="1034804"/>
                  </a:lnTo>
                  <a:lnTo>
                    <a:pt x="534527" y="1013103"/>
                  </a:lnTo>
                  <a:lnTo>
                    <a:pt x="573524" y="989922"/>
                  </a:lnTo>
                  <a:lnTo>
                    <a:pt x="611530" y="965297"/>
                  </a:lnTo>
                  <a:lnTo>
                    <a:pt x="648509" y="939267"/>
                  </a:lnTo>
                  <a:lnTo>
                    <a:pt x="684423" y="911869"/>
                  </a:lnTo>
                  <a:lnTo>
                    <a:pt x="719234" y="883141"/>
                  </a:lnTo>
                  <a:lnTo>
                    <a:pt x="752904" y="853121"/>
                  </a:lnTo>
                  <a:lnTo>
                    <a:pt x="785394" y="821846"/>
                  </a:lnTo>
                  <a:lnTo>
                    <a:pt x="816669" y="789355"/>
                  </a:lnTo>
                  <a:lnTo>
                    <a:pt x="846689" y="755686"/>
                  </a:lnTo>
                  <a:lnTo>
                    <a:pt x="875417" y="720875"/>
                  </a:lnTo>
                  <a:lnTo>
                    <a:pt x="902815" y="684961"/>
                  </a:lnTo>
                  <a:lnTo>
                    <a:pt x="928845" y="647982"/>
                  </a:lnTo>
                  <a:lnTo>
                    <a:pt x="953470" y="609975"/>
                  </a:lnTo>
                  <a:lnTo>
                    <a:pt x="976652" y="570979"/>
                  </a:lnTo>
                  <a:lnTo>
                    <a:pt x="998352" y="531030"/>
                  </a:lnTo>
                  <a:lnTo>
                    <a:pt x="1018534" y="490168"/>
                  </a:lnTo>
                  <a:lnTo>
                    <a:pt x="1037159" y="448429"/>
                  </a:lnTo>
                  <a:lnTo>
                    <a:pt x="1054189" y="405851"/>
                  </a:lnTo>
                  <a:lnTo>
                    <a:pt x="1069587" y="362472"/>
                  </a:lnTo>
                  <a:lnTo>
                    <a:pt x="1083316" y="318331"/>
                  </a:lnTo>
                  <a:lnTo>
                    <a:pt x="1095336" y="273464"/>
                  </a:lnTo>
                  <a:lnTo>
                    <a:pt x="1105611" y="227909"/>
                  </a:lnTo>
                  <a:lnTo>
                    <a:pt x="1114102" y="181706"/>
                  </a:lnTo>
                  <a:lnTo>
                    <a:pt x="1120773" y="134890"/>
                  </a:lnTo>
                  <a:lnTo>
                    <a:pt x="1125584" y="87500"/>
                  </a:lnTo>
                  <a:lnTo>
                    <a:pt x="1128498" y="39574"/>
                  </a:lnTo>
                  <a:lnTo>
                    <a:pt x="1129299" y="0"/>
                  </a:lnTo>
                  <a:close/>
                </a:path>
              </a:pathLst>
            </a:custGeom>
            <a:grpFill/>
          </p:spPr>
          <p:txBody>
            <a:bodyPr wrap="square" lIns="0" tIns="0" rIns="0" bIns="0" rtlCol="0"/>
            <a:lstStyle/>
            <a:p>
              <a:endParaRPr sz="1092"/>
            </a:p>
          </p:txBody>
        </p:sp>
        <p:sp>
          <p:nvSpPr>
            <p:cNvPr id="151" name="object 137">
              <a:extLst>
                <a:ext uri="{FF2B5EF4-FFF2-40B4-BE49-F238E27FC236}">
                  <a16:creationId xmlns:a16="http://schemas.microsoft.com/office/drawing/2014/main" id="{6A627F83-5E08-4647-94BF-63B85AF46C1A}"/>
                </a:ext>
              </a:extLst>
            </p:cNvPr>
            <p:cNvSpPr/>
            <p:nvPr userDrawn="1"/>
          </p:nvSpPr>
          <p:spPr>
            <a:xfrm>
              <a:off x="5235" y="5066395"/>
              <a:ext cx="1129665"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2" name="object 138">
              <a:extLst>
                <a:ext uri="{FF2B5EF4-FFF2-40B4-BE49-F238E27FC236}">
                  <a16:creationId xmlns:a16="http://schemas.microsoft.com/office/drawing/2014/main" id="{74C99575-8C9D-A841-BF23-2FFBA471146C}"/>
                </a:ext>
              </a:extLst>
            </p:cNvPr>
            <p:cNvSpPr/>
            <p:nvPr userDrawn="1"/>
          </p:nvSpPr>
          <p:spPr>
            <a:xfrm>
              <a:off x="5235" y="3797629"/>
              <a:ext cx="1129665" cy="1174750"/>
            </a:xfrm>
            <a:custGeom>
              <a:avLst/>
              <a:gdLst/>
              <a:ahLst/>
              <a:cxnLst/>
              <a:rect l="l" t="t" r="r" b="b"/>
              <a:pathLst>
                <a:path w="1129665" h="1174750">
                  <a:moveTo>
                    <a:pt x="0" y="0"/>
                  </a:moveTo>
                  <a:lnTo>
                    <a:pt x="0" y="1174137"/>
                  </a:lnTo>
                  <a:lnTo>
                    <a:pt x="1129078" y="1173856"/>
                  </a:lnTo>
                  <a:lnTo>
                    <a:pt x="1128098" y="1125431"/>
                  </a:lnTo>
                  <a:lnTo>
                    <a:pt x="1125184" y="1077505"/>
                  </a:lnTo>
                  <a:lnTo>
                    <a:pt x="1120373" y="1030115"/>
                  </a:lnTo>
                  <a:lnTo>
                    <a:pt x="1113702" y="983299"/>
                  </a:lnTo>
                  <a:lnTo>
                    <a:pt x="1105211" y="937095"/>
                  </a:lnTo>
                  <a:lnTo>
                    <a:pt x="1094936" y="891541"/>
                  </a:lnTo>
                  <a:lnTo>
                    <a:pt x="1082916" y="846674"/>
                  </a:lnTo>
                  <a:lnTo>
                    <a:pt x="1069188" y="802532"/>
                  </a:lnTo>
                  <a:lnTo>
                    <a:pt x="1053789" y="759154"/>
                  </a:lnTo>
                  <a:lnTo>
                    <a:pt x="1036759" y="716576"/>
                  </a:lnTo>
                  <a:lnTo>
                    <a:pt x="1018134" y="674837"/>
                  </a:lnTo>
                  <a:lnTo>
                    <a:pt x="997952" y="633974"/>
                  </a:lnTo>
                  <a:lnTo>
                    <a:pt x="976252" y="594026"/>
                  </a:lnTo>
                  <a:lnTo>
                    <a:pt x="953070" y="555029"/>
                  </a:lnTo>
                  <a:lnTo>
                    <a:pt x="928445" y="517023"/>
                  </a:lnTo>
                  <a:lnTo>
                    <a:pt x="902415" y="480043"/>
                  </a:lnTo>
                  <a:lnTo>
                    <a:pt x="875017" y="444130"/>
                  </a:lnTo>
                  <a:lnTo>
                    <a:pt x="846289" y="409319"/>
                  </a:lnTo>
                  <a:lnTo>
                    <a:pt x="816269" y="375649"/>
                  </a:lnTo>
                  <a:lnTo>
                    <a:pt x="784994" y="343158"/>
                  </a:lnTo>
                  <a:lnTo>
                    <a:pt x="752504" y="311884"/>
                  </a:lnTo>
                  <a:lnTo>
                    <a:pt x="718834" y="281864"/>
                  </a:lnTo>
                  <a:lnTo>
                    <a:pt x="684023" y="253136"/>
                  </a:lnTo>
                  <a:lnTo>
                    <a:pt x="648109" y="225738"/>
                  </a:lnTo>
                  <a:lnTo>
                    <a:pt x="611130" y="199708"/>
                  </a:lnTo>
                  <a:lnTo>
                    <a:pt x="573124" y="175083"/>
                  </a:lnTo>
                  <a:lnTo>
                    <a:pt x="534127" y="151901"/>
                  </a:lnTo>
                  <a:lnTo>
                    <a:pt x="494179" y="130201"/>
                  </a:lnTo>
                  <a:lnTo>
                    <a:pt x="453316" y="110019"/>
                  </a:lnTo>
                  <a:lnTo>
                    <a:pt x="411577" y="91394"/>
                  </a:lnTo>
                  <a:lnTo>
                    <a:pt x="368999" y="74364"/>
                  </a:lnTo>
                  <a:lnTo>
                    <a:pt x="325621" y="58965"/>
                  </a:lnTo>
                  <a:lnTo>
                    <a:pt x="281479" y="45237"/>
                  </a:lnTo>
                  <a:lnTo>
                    <a:pt x="236612" y="33217"/>
                  </a:lnTo>
                  <a:lnTo>
                    <a:pt x="191058" y="22942"/>
                  </a:lnTo>
                  <a:lnTo>
                    <a:pt x="144854" y="14450"/>
                  </a:lnTo>
                  <a:lnTo>
                    <a:pt x="98038" y="7780"/>
                  </a:lnTo>
                  <a:lnTo>
                    <a:pt x="50648" y="2969"/>
                  </a:lnTo>
                  <a:lnTo>
                    <a:pt x="2722" y="55"/>
                  </a:lnTo>
                  <a:lnTo>
                    <a:pt x="0" y="0"/>
                  </a:lnTo>
                  <a:close/>
                </a:path>
              </a:pathLst>
            </a:custGeom>
            <a:grpFill/>
          </p:spPr>
          <p:txBody>
            <a:bodyPr wrap="square" lIns="0" tIns="0" rIns="0" bIns="0" rtlCol="0"/>
            <a:lstStyle/>
            <a:p>
              <a:endParaRPr sz="1092"/>
            </a:p>
          </p:txBody>
        </p:sp>
        <p:sp>
          <p:nvSpPr>
            <p:cNvPr id="153" name="object 139">
              <a:extLst>
                <a:ext uri="{FF2B5EF4-FFF2-40B4-BE49-F238E27FC236}">
                  <a16:creationId xmlns:a16="http://schemas.microsoft.com/office/drawing/2014/main" id="{8E4903DD-9CA1-F247-884F-0033E68A57E8}"/>
                </a:ext>
              </a:extLst>
            </p:cNvPr>
            <p:cNvSpPr/>
            <p:nvPr userDrawn="1"/>
          </p:nvSpPr>
          <p:spPr>
            <a:xfrm>
              <a:off x="5235" y="2525829"/>
              <a:ext cx="1129665"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4" name="object 140">
              <a:extLst>
                <a:ext uri="{FF2B5EF4-FFF2-40B4-BE49-F238E27FC236}">
                  <a16:creationId xmlns:a16="http://schemas.microsoft.com/office/drawing/2014/main" id="{40A84082-8309-3146-8DC2-54866BC8FE47}"/>
                </a:ext>
              </a:extLst>
            </p:cNvPr>
            <p:cNvSpPr/>
            <p:nvPr userDrawn="1"/>
          </p:nvSpPr>
          <p:spPr>
            <a:xfrm>
              <a:off x="5235" y="1256281"/>
              <a:ext cx="1129665" cy="1174115"/>
            </a:xfrm>
            <a:custGeom>
              <a:avLst/>
              <a:gdLst/>
              <a:ahLst/>
              <a:cxnLst/>
              <a:rect l="l" t="t" r="r" b="b"/>
              <a:pathLst>
                <a:path w="1129665" h="1174114">
                  <a:moveTo>
                    <a:pt x="1129228" y="0"/>
                  </a:moveTo>
                  <a:lnTo>
                    <a:pt x="0" y="0"/>
                  </a:lnTo>
                  <a:lnTo>
                    <a:pt x="0" y="1173859"/>
                  </a:lnTo>
                  <a:lnTo>
                    <a:pt x="50796" y="1170886"/>
                  </a:lnTo>
                  <a:lnTo>
                    <a:pt x="98186" y="1166075"/>
                  </a:lnTo>
                  <a:lnTo>
                    <a:pt x="145001" y="1159405"/>
                  </a:lnTo>
                  <a:lnTo>
                    <a:pt x="191205" y="1150913"/>
                  </a:lnTo>
                  <a:lnTo>
                    <a:pt x="236758" y="1140638"/>
                  </a:lnTo>
                  <a:lnTo>
                    <a:pt x="281625" y="1128618"/>
                  </a:lnTo>
                  <a:lnTo>
                    <a:pt x="325766" y="1114890"/>
                  </a:lnTo>
                  <a:lnTo>
                    <a:pt x="369145" y="1099492"/>
                  </a:lnTo>
                  <a:lnTo>
                    <a:pt x="411722" y="1082461"/>
                  </a:lnTo>
                  <a:lnTo>
                    <a:pt x="453461" y="1063836"/>
                  </a:lnTo>
                  <a:lnTo>
                    <a:pt x="494324" y="1043654"/>
                  </a:lnTo>
                  <a:lnTo>
                    <a:pt x="534272" y="1021954"/>
                  </a:lnTo>
                  <a:lnTo>
                    <a:pt x="573269" y="998772"/>
                  </a:lnTo>
                  <a:lnTo>
                    <a:pt x="611275" y="974147"/>
                  </a:lnTo>
                  <a:lnTo>
                    <a:pt x="648255" y="948117"/>
                  </a:lnTo>
                  <a:lnTo>
                    <a:pt x="684169" y="920719"/>
                  </a:lnTo>
                  <a:lnTo>
                    <a:pt x="718979" y="891991"/>
                  </a:lnTo>
                  <a:lnTo>
                    <a:pt x="752649" y="861971"/>
                  </a:lnTo>
                  <a:lnTo>
                    <a:pt x="785140" y="830697"/>
                  </a:lnTo>
                  <a:lnTo>
                    <a:pt x="816415" y="798206"/>
                  </a:lnTo>
                  <a:lnTo>
                    <a:pt x="846435" y="764536"/>
                  </a:lnTo>
                  <a:lnTo>
                    <a:pt x="875163" y="729726"/>
                  </a:lnTo>
                  <a:lnTo>
                    <a:pt x="902562" y="693812"/>
                  </a:lnTo>
                  <a:lnTo>
                    <a:pt x="928592" y="656833"/>
                  </a:lnTo>
                  <a:lnTo>
                    <a:pt x="953217" y="618826"/>
                  </a:lnTo>
                  <a:lnTo>
                    <a:pt x="976399" y="579829"/>
                  </a:lnTo>
                  <a:lnTo>
                    <a:pt x="998100" y="539881"/>
                  </a:lnTo>
                  <a:lnTo>
                    <a:pt x="1018282" y="499018"/>
                  </a:lnTo>
                  <a:lnTo>
                    <a:pt x="1036907" y="457279"/>
                  </a:lnTo>
                  <a:lnTo>
                    <a:pt x="1053938" y="414701"/>
                  </a:lnTo>
                  <a:lnTo>
                    <a:pt x="1069336" y="371323"/>
                  </a:lnTo>
                  <a:lnTo>
                    <a:pt x="1083065" y="327181"/>
                  </a:lnTo>
                  <a:lnTo>
                    <a:pt x="1095085" y="282314"/>
                  </a:lnTo>
                  <a:lnTo>
                    <a:pt x="1105360" y="236760"/>
                  </a:lnTo>
                  <a:lnTo>
                    <a:pt x="1113852" y="190556"/>
                  </a:lnTo>
                  <a:lnTo>
                    <a:pt x="1120522" y="143740"/>
                  </a:lnTo>
                  <a:lnTo>
                    <a:pt x="1125334" y="96350"/>
                  </a:lnTo>
                  <a:lnTo>
                    <a:pt x="1128248" y="48424"/>
                  </a:lnTo>
                  <a:lnTo>
                    <a:pt x="1129228" y="0"/>
                  </a:lnTo>
                  <a:close/>
                </a:path>
              </a:pathLst>
            </a:custGeom>
            <a:grpFill/>
          </p:spPr>
          <p:txBody>
            <a:bodyPr wrap="square" lIns="0" tIns="0" rIns="0" bIns="0" rtlCol="0"/>
            <a:lstStyle/>
            <a:p>
              <a:endParaRPr sz="1092"/>
            </a:p>
          </p:txBody>
        </p:sp>
        <p:sp>
          <p:nvSpPr>
            <p:cNvPr id="155" name="object 141">
              <a:extLst>
                <a:ext uri="{FF2B5EF4-FFF2-40B4-BE49-F238E27FC236}">
                  <a16:creationId xmlns:a16="http://schemas.microsoft.com/office/drawing/2014/main" id="{4E1C44FE-9F88-9741-A998-0B384EB6DD34}"/>
                </a:ext>
              </a:extLst>
            </p:cNvPr>
            <p:cNvSpPr/>
            <p:nvPr userDrawn="1"/>
          </p:nvSpPr>
          <p:spPr>
            <a:xfrm>
              <a:off x="5235" y="10136400"/>
              <a:ext cx="1129665" cy="1167130"/>
            </a:xfrm>
            <a:custGeom>
              <a:avLst/>
              <a:gdLst/>
              <a:ahLst/>
              <a:cxnLst/>
              <a:rect l="l" t="t" r="r" b="b"/>
              <a:pathLst>
                <a:path w="1129665" h="1167129">
                  <a:moveTo>
                    <a:pt x="1129478" y="0"/>
                  </a:moveTo>
                  <a:lnTo>
                    <a:pt x="0" y="0"/>
                  </a:lnTo>
                  <a:lnTo>
                    <a:pt x="0" y="1166920"/>
                  </a:lnTo>
                  <a:lnTo>
                    <a:pt x="90114" y="1166920"/>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6" name="object 142">
              <a:extLst>
                <a:ext uri="{FF2B5EF4-FFF2-40B4-BE49-F238E27FC236}">
                  <a16:creationId xmlns:a16="http://schemas.microsoft.com/office/drawing/2014/main" id="{CD83FCC3-EC45-8F49-AC32-48E0B808289D}"/>
                </a:ext>
              </a:extLst>
            </p:cNvPr>
            <p:cNvSpPr/>
            <p:nvPr userDrawn="1"/>
          </p:nvSpPr>
          <p:spPr>
            <a:xfrm>
              <a:off x="5235" y="8867623"/>
              <a:ext cx="1129665" cy="1174750"/>
            </a:xfrm>
            <a:custGeom>
              <a:avLst/>
              <a:gdLst/>
              <a:ahLst/>
              <a:cxnLst/>
              <a:rect l="l" t="t" r="r" b="b"/>
              <a:pathLst>
                <a:path w="1129665" h="1174750">
                  <a:moveTo>
                    <a:pt x="0" y="0"/>
                  </a:moveTo>
                  <a:lnTo>
                    <a:pt x="0" y="1174148"/>
                  </a:lnTo>
                  <a:lnTo>
                    <a:pt x="1129078" y="1173866"/>
                  </a:lnTo>
                  <a:lnTo>
                    <a:pt x="1128098" y="1125441"/>
                  </a:lnTo>
                  <a:lnTo>
                    <a:pt x="1125184" y="1077515"/>
                  </a:lnTo>
                  <a:lnTo>
                    <a:pt x="1120373" y="1030125"/>
                  </a:lnTo>
                  <a:lnTo>
                    <a:pt x="1113702" y="983309"/>
                  </a:lnTo>
                  <a:lnTo>
                    <a:pt x="1105211" y="937105"/>
                  </a:lnTo>
                  <a:lnTo>
                    <a:pt x="1094936" y="891551"/>
                  </a:lnTo>
                  <a:lnTo>
                    <a:pt x="1082916" y="846684"/>
                  </a:lnTo>
                  <a:lnTo>
                    <a:pt x="1069188" y="802542"/>
                  </a:lnTo>
                  <a:lnTo>
                    <a:pt x="1053789" y="759163"/>
                  </a:lnTo>
                  <a:lnTo>
                    <a:pt x="1036759" y="716585"/>
                  </a:lnTo>
                  <a:lnTo>
                    <a:pt x="1018134" y="674845"/>
                  </a:lnTo>
                  <a:lnTo>
                    <a:pt x="997952" y="633982"/>
                  </a:lnTo>
                  <a:lnTo>
                    <a:pt x="976252" y="594034"/>
                  </a:lnTo>
                  <a:lnTo>
                    <a:pt x="953070" y="555037"/>
                  </a:lnTo>
                  <a:lnTo>
                    <a:pt x="928445" y="517030"/>
                  </a:lnTo>
                  <a:lnTo>
                    <a:pt x="902415" y="480050"/>
                  </a:lnTo>
                  <a:lnTo>
                    <a:pt x="875017" y="444136"/>
                  </a:lnTo>
                  <a:lnTo>
                    <a:pt x="846289" y="409325"/>
                  </a:lnTo>
                  <a:lnTo>
                    <a:pt x="816269" y="375655"/>
                  </a:lnTo>
                  <a:lnTo>
                    <a:pt x="784994" y="343164"/>
                  </a:lnTo>
                  <a:lnTo>
                    <a:pt x="752504" y="311889"/>
                  </a:lnTo>
                  <a:lnTo>
                    <a:pt x="718834" y="281868"/>
                  </a:lnTo>
                  <a:lnTo>
                    <a:pt x="684023" y="253140"/>
                  </a:lnTo>
                  <a:lnTo>
                    <a:pt x="648109" y="225742"/>
                  </a:lnTo>
                  <a:lnTo>
                    <a:pt x="611130" y="199711"/>
                  </a:lnTo>
                  <a:lnTo>
                    <a:pt x="573124" y="175086"/>
                  </a:lnTo>
                  <a:lnTo>
                    <a:pt x="534127" y="151904"/>
                  </a:lnTo>
                  <a:lnTo>
                    <a:pt x="494179" y="130203"/>
                  </a:lnTo>
                  <a:lnTo>
                    <a:pt x="453316" y="110021"/>
                  </a:lnTo>
                  <a:lnTo>
                    <a:pt x="411577" y="91396"/>
                  </a:lnTo>
                  <a:lnTo>
                    <a:pt x="368999" y="74365"/>
                  </a:lnTo>
                  <a:lnTo>
                    <a:pt x="325621" y="58966"/>
                  </a:lnTo>
                  <a:lnTo>
                    <a:pt x="281479" y="45238"/>
                  </a:lnTo>
                  <a:lnTo>
                    <a:pt x="236612" y="33217"/>
                  </a:lnTo>
                  <a:lnTo>
                    <a:pt x="191058" y="22942"/>
                  </a:lnTo>
                  <a:lnTo>
                    <a:pt x="144854" y="14451"/>
                  </a:lnTo>
                  <a:lnTo>
                    <a:pt x="98038" y="7780"/>
                  </a:lnTo>
                  <a:lnTo>
                    <a:pt x="50648" y="2969"/>
                  </a:lnTo>
                  <a:lnTo>
                    <a:pt x="2722" y="55"/>
                  </a:lnTo>
                  <a:lnTo>
                    <a:pt x="0" y="0"/>
                  </a:lnTo>
                  <a:close/>
                </a:path>
              </a:pathLst>
            </a:custGeom>
            <a:grpFill/>
          </p:spPr>
          <p:txBody>
            <a:bodyPr wrap="square" lIns="0" tIns="0" rIns="0" bIns="0" rtlCol="0"/>
            <a:lstStyle/>
            <a:p>
              <a:endParaRPr sz="1092"/>
            </a:p>
          </p:txBody>
        </p:sp>
        <p:sp>
          <p:nvSpPr>
            <p:cNvPr id="157" name="object 143">
              <a:extLst>
                <a:ext uri="{FF2B5EF4-FFF2-40B4-BE49-F238E27FC236}">
                  <a16:creationId xmlns:a16="http://schemas.microsoft.com/office/drawing/2014/main" id="{301A7A94-250D-A04B-A290-2E680205B26A}"/>
                </a:ext>
              </a:extLst>
            </p:cNvPr>
            <p:cNvSpPr/>
            <p:nvPr userDrawn="1"/>
          </p:nvSpPr>
          <p:spPr>
            <a:xfrm>
              <a:off x="5235" y="7595829"/>
              <a:ext cx="1129665" cy="1174115"/>
            </a:xfrm>
            <a:custGeom>
              <a:avLst/>
              <a:gdLst/>
              <a:ahLst/>
              <a:cxnLst/>
              <a:rect l="l" t="t" r="r" b="b"/>
              <a:pathLst>
                <a:path w="1129665" h="1174115">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8" name="object 144">
              <a:extLst>
                <a:ext uri="{FF2B5EF4-FFF2-40B4-BE49-F238E27FC236}">
                  <a16:creationId xmlns:a16="http://schemas.microsoft.com/office/drawing/2014/main" id="{C62A2BE6-EA9C-434B-83A0-64BA3C8ACB4E}"/>
                </a:ext>
              </a:extLst>
            </p:cNvPr>
            <p:cNvSpPr/>
            <p:nvPr userDrawn="1"/>
          </p:nvSpPr>
          <p:spPr>
            <a:xfrm>
              <a:off x="5235" y="6326285"/>
              <a:ext cx="1129665" cy="1174115"/>
            </a:xfrm>
            <a:custGeom>
              <a:avLst/>
              <a:gdLst/>
              <a:ahLst/>
              <a:cxnLst/>
              <a:rect l="l" t="t" r="r" b="b"/>
              <a:pathLst>
                <a:path w="1129665" h="1174115">
                  <a:moveTo>
                    <a:pt x="1129228" y="0"/>
                  </a:moveTo>
                  <a:lnTo>
                    <a:pt x="0" y="0"/>
                  </a:lnTo>
                  <a:lnTo>
                    <a:pt x="0" y="1173859"/>
                  </a:lnTo>
                  <a:lnTo>
                    <a:pt x="50796" y="1170886"/>
                  </a:lnTo>
                  <a:lnTo>
                    <a:pt x="98186" y="1166075"/>
                  </a:lnTo>
                  <a:lnTo>
                    <a:pt x="145001" y="1159404"/>
                  </a:lnTo>
                  <a:lnTo>
                    <a:pt x="191205" y="1150913"/>
                  </a:lnTo>
                  <a:lnTo>
                    <a:pt x="236758" y="1140638"/>
                  </a:lnTo>
                  <a:lnTo>
                    <a:pt x="281625" y="1128617"/>
                  </a:lnTo>
                  <a:lnTo>
                    <a:pt x="325766" y="1114889"/>
                  </a:lnTo>
                  <a:lnTo>
                    <a:pt x="369145" y="1099490"/>
                  </a:lnTo>
                  <a:lnTo>
                    <a:pt x="411722" y="1082460"/>
                  </a:lnTo>
                  <a:lnTo>
                    <a:pt x="453461" y="1063834"/>
                  </a:lnTo>
                  <a:lnTo>
                    <a:pt x="494324" y="1043652"/>
                  </a:lnTo>
                  <a:lnTo>
                    <a:pt x="534272" y="1021952"/>
                  </a:lnTo>
                  <a:lnTo>
                    <a:pt x="573269" y="998770"/>
                  </a:lnTo>
                  <a:lnTo>
                    <a:pt x="611275" y="974145"/>
                  </a:lnTo>
                  <a:lnTo>
                    <a:pt x="648255" y="948114"/>
                  </a:lnTo>
                  <a:lnTo>
                    <a:pt x="684169" y="920716"/>
                  </a:lnTo>
                  <a:lnTo>
                    <a:pt x="718979" y="891988"/>
                  </a:lnTo>
                  <a:lnTo>
                    <a:pt x="752649" y="861967"/>
                  </a:lnTo>
                  <a:lnTo>
                    <a:pt x="785140" y="830693"/>
                  </a:lnTo>
                  <a:lnTo>
                    <a:pt x="816415" y="798202"/>
                  </a:lnTo>
                  <a:lnTo>
                    <a:pt x="846435" y="764532"/>
                  </a:lnTo>
                  <a:lnTo>
                    <a:pt x="875163" y="729721"/>
                  </a:lnTo>
                  <a:lnTo>
                    <a:pt x="902562" y="693807"/>
                  </a:lnTo>
                  <a:lnTo>
                    <a:pt x="928592" y="656828"/>
                  </a:lnTo>
                  <a:lnTo>
                    <a:pt x="953217" y="618821"/>
                  </a:lnTo>
                  <a:lnTo>
                    <a:pt x="976399" y="579825"/>
                  </a:lnTo>
                  <a:lnTo>
                    <a:pt x="998100" y="539876"/>
                  </a:lnTo>
                  <a:lnTo>
                    <a:pt x="1018282" y="499014"/>
                  </a:lnTo>
                  <a:lnTo>
                    <a:pt x="1036907" y="457275"/>
                  </a:lnTo>
                  <a:lnTo>
                    <a:pt x="1053938" y="414697"/>
                  </a:lnTo>
                  <a:lnTo>
                    <a:pt x="1069336" y="371319"/>
                  </a:lnTo>
                  <a:lnTo>
                    <a:pt x="1083065" y="327177"/>
                  </a:lnTo>
                  <a:lnTo>
                    <a:pt x="1095085" y="282311"/>
                  </a:lnTo>
                  <a:lnTo>
                    <a:pt x="1105360" y="236757"/>
                  </a:lnTo>
                  <a:lnTo>
                    <a:pt x="1113852" y="190554"/>
                  </a:lnTo>
                  <a:lnTo>
                    <a:pt x="1120522" y="143738"/>
                  </a:lnTo>
                  <a:lnTo>
                    <a:pt x="1125334" y="96349"/>
                  </a:lnTo>
                  <a:lnTo>
                    <a:pt x="1128248" y="48423"/>
                  </a:lnTo>
                  <a:lnTo>
                    <a:pt x="1129228" y="0"/>
                  </a:lnTo>
                  <a:close/>
                </a:path>
              </a:pathLst>
            </a:custGeom>
            <a:grpFill/>
          </p:spPr>
          <p:txBody>
            <a:bodyPr wrap="square" lIns="0" tIns="0" rIns="0" bIns="0" rtlCol="0"/>
            <a:lstStyle/>
            <a:p>
              <a:endParaRPr sz="1092"/>
            </a:p>
          </p:txBody>
        </p:sp>
        <p:sp>
          <p:nvSpPr>
            <p:cNvPr id="159" name="object 145">
              <a:extLst>
                <a:ext uri="{FF2B5EF4-FFF2-40B4-BE49-F238E27FC236}">
                  <a16:creationId xmlns:a16="http://schemas.microsoft.com/office/drawing/2014/main" id="{66F97D51-2248-DF48-86D3-DC0C184B3341}"/>
                </a:ext>
              </a:extLst>
            </p:cNvPr>
            <p:cNvSpPr/>
            <p:nvPr userDrawn="1"/>
          </p:nvSpPr>
          <p:spPr>
            <a:xfrm>
              <a:off x="18969113" y="8866851"/>
              <a:ext cx="1130300" cy="1175385"/>
            </a:xfrm>
            <a:custGeom>
              <a:avLst/>
              <a:gdLst/>
              <a:ahLst/>
              <a:cxnLst/>
              <a:rect l="l" t="t" r="r" b="b"/>
              <a:pathLst>
                <a:path w="1130300" h="1175384">
                  <a:moveTo>
                    <a:pt x="1129750"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29750" y="324052"/>
                  </a:lnTo>
                  <a:lnTo>
                    <a:pt x="1129750" y="0"/>
                  </a:lnTo>
                  <a:close/>
                </a:path>
              </a:pathLst>
            </a:custGeom>
            <a:grpFill/>
          </p:spPr>
          <p:txBody>
            <a:bodyPr wrap="square" lIns="0" tIns="0" rIns="0" bIns="0" rtlCol="0"/>
            <a:lstStyle/>
            <a:p>
              <a:endParaRPr sz="1092"/>
            </a:p>
          </p:txBody>
        </p:sp>
        <p:sp>
          <p:nvSpPr>
            <p:cNvPr id="160" name="object 146">
              <a:extLst>
                <a:ext uri="{FF2B5EF4-FFF2-40B4-BE49-F238E27FC236}">
                  <a16:creationId xmlns:a16="http://schemas.microsoft.com/office/drawing/2014/main" id="{CC605515-3562-8646-ADA8-4F19A9075A17}"/>
                </a:ext>
              </a:extLst>
            </p:cNvPr>
            <p:cNvSpPr/>
            <p:nvPr userDrawn="1"/>
          </p:nvSpPr>
          <p:spPr>
            <a:xfrm>
              <a:off x="18969631" y="7595829"/>
              <a:ext cx="1129665" cy="1175385"/>
            </a:xfrm>
            <a:custGeom>
              <a:avLst/>
              <a:gdLst/>
              <a:ahLst/>
              <a:cxnLst/>
              <a:rect l="l" t="t" r="r" b="b"/>
              <a:pathLst>
                <a:path w="1129665" h="1175384">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grpSp>
      <p:sp>
        <p:nvSpPr>
          <p:cNvPr id="161" name="Text Placeholder 34">
            <a:extLst>
              <a:ext uri="{FF2B5EF4-FFF2-40B4-BE49-F238E27FC236}">
                <a16:creationId xmlns:a16="http://schemas.microsoft.com/office/drawing/2014/main" id="{186B9692-F182-9949-9D77-05D8809E3485}"/>
              </a:ext>
            </a:extLst>
          </p:cNvPr>
          <p:cNvSpPr>
            <a:spLocks noGrp="1"/>
          </p:cNvSpPr>
          <p:nvPr>
            <p:ph type="body" sz="quarter" idx="13" hasCustomPrompt="1"/>
          </p:nvPr>
        </p:nvSpPr>
        <p:spPr>
          <a:xfrm>
            <a:off x="960918" y="2998031"/>
            <a:ext cx="3225077" cy="338554"/>
          </a:xfrm>
          <a:prstGeom prst="rect">
            <a:avLst/>
          </a:prstGeom>
        </p:spPr>
        <p:txBody>
          <a:bodyPr anchor="b">
            <a:spAutoFit/>
          </a:bodyPr>
          <a:lstStyle>
            <a:lvl1pPr marL="0" indent="0">
              <a:buNone/>
              <a:defRPr sz="1600" spc="182">
                <a:solidFill>
                  <a:schemeClr val="tx1"/>
                </a:solidFill>
                <a:latin typeface="+mj-lt"/>
              </a:defRPr>
            </a:lvl1pPr>
            <a:lvl2pPr>
              <a:defRPr sz="546" spc="182">
                <a:solidFill>
                  <a:srgbClr val="3A7D7A"/>
                </a:solidFill>
                <a:latin typeface="Greycliff CF" pitchFamily="2" charset="77"/>
              </a:defRPr>
            </a:lvl2pPr>
            <a:lvl3pPr>
              <a:defRPr sz="546" spc="182">
                <a:solidFill>
                  <a:srgbClr val="3A7D7A"/>
                </a:solidFill>
                <a:latin typeface="Greycliff CF" pitchFamily="2" charset="77"/>
              </a:defRPr>
            </a:lvl3pPr>
            <a:lvl4pPr>
              <a:defRPr sz="546" spc="182">
                <a:solidFill>
                  <a:srgbClr val="3A7D7A"/>
                </a:solidFill>
                <a:latin typeface="Greycliff CF" pitchFamily="2" charset="77"/>
              </a:defRPr>
            </a:lvl4pPr>
            <a:lvl5pPr>
              <a:defRPr sz="546" spc="182">
                <a:solidFill>
                  <a:srgbClr val="3A7D7A"/>
                </a:solidFill>
                <a:latin typeface="Greycliff CF" pitchFamily="2" charset="77"/>
              </a:defRPr>
            </a:lvl5pPr>
          </a:lstStyle>
          <a:p>
            <a:pPr lvl="0"/>
            <a:r>
              <a:rPr lang="en-US" dirty="0"/>
              <a:t>SECTION TOPIC</a:t>
            </a:r>
          </a:p>
        </p:txBody>
      </p:sp>
      <p:sp>
        <p:nvSpPr>
          <p:cNvPr id="162" name="Title 1">
            <a:extLst>
              <a:ext uri="{FF2B5EF4-FFF2-40B4-BE49-F238E27FC236}">
                <a16:creationId xmlns:a16="http://schemas.microsoft.com/office/drawing/2014/main" id="{1E452186-C65A-4EF9-A331-CDF3038D2E42}"/>
              </a:ext>
            </a:extLst>
          </p:cNvPr>
          <p:cNvSpPr>
            <a:spLocks noGrp="1"/>
          </p:cNvSpPr>
          <p:nvPr>
            <p:ph type="title" hasCustomPrompt="1"/>
          </p:nvPr>
        </p:nvSpPr>
        <p:spPr>
          <a:xfrm>
            <a:off x="960918" y="3336584"/>
            <a:ext cx="3225077" cy="447927"/>
          </a:xfrm>
        </p:spPr>
        <p:txBody>
          <a:bodyPr>
            <a:noAutofit/>
          </a:bodyPr>
          <a:lstStyle>
            <a:lvl1pPr marL="0" indent="0">
              <a:buFont typeface="Arial" panose="020B0604020202020204" pitchFamily="34" charset="0"/>
              <a:buNone/>
              <a:defRPr sz="2400">
                <a:solidFill>
                  <a:schemeClr val="accent1"/>
                </a:solidFill>
              </a:defRPr>
            </a:lvl1pPr>
          </a:lstStyle>
          <a:p>
            <a:r>
              <a:rPr lang="en-US" dirty="0"/>
              <a:t>Subtopic Title</a:t>
            </a:r>
            <a:endParaRPr lang="en-GB" dirty="0"/>
          </a:p>
        </p:txBody>
      </p:sp>
    </p:spTree>
    <p:extLst>
      <p:ext uri="{BB962C8B-B14F-4D97-AF65-F5344CB8AC3E}">
        <p14:creationId xmlns:p14="http://schemas.microsoft.com/office/powerpoint/2010/main" val="1388644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bg1"/>
        </a:solidFill>
        <a:effectLst/>
      </p:bgPr>
    </p:bg>
    <p:spTree>
      <p:nvGrpSpPr>
        <p:cNvPr id="1" name=""/>
        <p:cNvGrpSpPr/>
        <p:nvPr/>
      </p:nvGrpSpPr>
      <p:grpSpPr>
        <a:xfrm>
          <a:off x="0" y="0"/>
          <a:ext cx="0" cy="0"/>
          <a:chOff x="0" y="0"/>
          <a:chExt cx="0" cy="0"/>
        </a:xfrm>
      </p:grpSpPr>
      <p:sp>
        <p:nvSpPr>
          <p:cNvPr id="8" name="object 5">
            <a:extLst>
              <a:ext uri="{FF2B5EF4-FFF2-40B4-BE49-F238E27FC236}">
                <a16:creationId xmlns:a16="http://schemas.microsoft.com/office/drawing/2014/main" id="{AF26BF62-E9EE-BA46-BF98-FC906B49DA72}"/>
              </a:ext>
            </a:extLst>
          </p:cNvPr>
          <p:cNvSpPr txBox="1"/>
          <p:nvPr userDrawn="1"/>
        </p:nvSpPr>
        <p:spPr>
          <a:xfrm>
            <a:off x="3802298" y="1666038"/>
            <a:ext cx="318418"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2"/>
                </a:solidFill>
                <a:latin typeface="+mn-lt"/>
                <a:cs typeface="Greycliff CF"/>
              </a:rPr>
              <a:t>0</a:t>
            </a:r>
            <a:r>
              <a:rPr sz="1600" spc="6" dirty="0">
                <a:solidFill>
                  <a:schemeClr val="accent2"/>
                </a:solidFill>
                <a:latin typeface="+mn-lt"/>
                <a:cs typeface="Greycliff CF"/>
              </a:rPr>
              <a:t>1</a:t>
            </a:r>
            <a:endParaRPr sz="1600" dirty="0">
              <a:solidFill>
                <a:schemeClr val="accent2"/>
              </a:solidFill>
              <a:latin typeface="+mn-lt"/>
              <a:cs typeface="Greycliff CF"/>
            </a:endParaRPr>
          </a:p>
        </p:txBody>
      </p:sp>
      <p:sp>
        <p:nvSpPr>
          <p:cNvPr id="9" name="object 6">
            <a:extLst>
              <a:ext uri="{FF2B5EF4-FFF2-40B4-BE49-F238E27FC236}">
                <a16:creationId xmlns:a16="http://schemas.microsoft.com/office/drawing/2014/main" id="{E5D2620D-ACD2-004C-A38F-E9E3303C992D}"/>
              </a:ext>
            </a:extLst>
          </p:cNvPr>
          <p:cNvSpPr txBox="1"/>
          <p:nvPr userDrawn="1"/>
        </p:nvSpPr>
        <p:spPr>
          <a:xfrm>
            <a:off x="3802299" y="2966922"/>
            <a:ext cx="318417" cy="256720"/>
          </a:xfrm>
          <a:prstGeom prst="rect">
            <a:avLst/>
          </a:prstGeom>
        </p:spPr>
        <p:txBody>
          <a:bodyPr vert="horz" wrap="square" lIns="0" tIns="10397" rIns="0" bIns="0" rtlCol="0">
            <a:spAutoFit/>
          </a:bodyPr>
          <a:lstStyle/>
          <a:p>
            <a:pPr marL="7701">
              <a:lnSpc>
                <a:spcPct val="100000"/>
              </a:lnSpc>
              <a:spcBef>
                <a:spcPts val="82"/>
              </a:spcBef>
            </a:pPr>
            <a:r>
              <a:rPr sz="1600" spc="-24" dirty="0">
                <a:solidFill>
                  <a:schemeClr val="accent2"/>
                </a:solidFill>
                <a:latin typeface="+mn-lt"/>
                <a:cs typeface="Greycliff CF"/>
              </a:rPr>
              <a:t>02</a:t>
            </a:r>
            <a:endParaRPr sz="1600" dirty="0">
              <a:solidFill>
                <a:schemeClr val="accent2"/>
              </a:solidFill>
              <a:latin typeface="+mn-lt"/>
              <a:cs typeface="Greycliff CF"/>
            </a:endParaRPr>
          </a:p>
        </p:txBody>
      </p:sp>
      <p:sp>
        <p:nvSpPr>
          <p:cNvPr id="11" name="object 5">
            <a:extLst>
              <a:ext uri="{FF2B5EF4-FFF2-40B4-BE49-F238E27FC236}">
                <a16:creationId xmlns:a16="http://schemas.microsoft.com/office/drawing/2014/main" id="{8EE8D10E-5BA0-DF4D-9962-D532AD25205E}"/>
              </a:ext>
            </a:extLst>
          </p:cNvPr>
          <p:cNvSpPr txBox="1"/>
          <p:nvPr userDrawn="1"/>
        </p:nvSpPr>
        <p:spPr>
          <a:xfrm>
            <a:off x="3802298" y="4267569"/>
            <a:ext cx="306629"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2"/>
                </a:solidFill>
                <a:latin typeface="+mn-lt"/>
                <a:cs typeface="Greycliff CF"/>
              </a:rPr>
              <a:t>0</a:t>
            </a:r>
            <a:r>
              <a:rPr lang="en-US" sz="1600" spc="6" dirty="0">
                <a:solidFill>
                  <a:schemeClr val="accent2"/>
                </a:solidFill>
                <a:latin typeface="+mn-lt"/>
                <a:cs typeface="Greycliff CF"/>
              </a:rPr>
              <a:t>3</a:t>
            </a:r>
            <a:endParaRPr sz="1600" dirty="0">
              <a:solidFill>
                <a:schemeClr val="accent2"/>
              </a:solidFill>
              <a:latin typeface="+mn-lt"/>
              <a:cs typeface="Greycliff CF"/>
            </a:endParaRPr>
          </a:p>
        </p:txBody>
      </p:sp>
      <p:sp>
        <p:nvSpPr>
          <p:cNvPr id="14" name="object 5">
            <a:extLst>
              <a:ext uri="{FF2B5EF4-FFF2-40B4-BE49-F238E27FC236}">
                <a16:creationId xmlns:a16="http://schemas.microsoft.com/office/drawing/2014/main" id="{6FBE1782-E965-A745-8686-2E982A3F5C08}"/>
              </a:ext>
            </a:extLst>
          </p:cNvPr>
          <p:cNvSpPr txBox="1"/>
          <p:nvPr userDrawn="1"/>
        </p:nvSpPr>
        <p:spPr>
          <a:xfrm>
            <a:off x="7459706" y="1666038"/>
            <a:ext cx="370213"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1"/>
                </a:solidFill>
                <a:latin typeface="+mn-lt"/>
                <a:cs typeface="Greycliff CF"/>
              </a:rPr>
              <a:t>0</a:t>
            </a:r>
            <a:r>
              <a:rPr lang="en-US" sz="1600" spc="6" dirty="0">
                <a:solidFill>
                  <a:schemeClr val="accent1"/>
                </a:solidFill>
                <a:latin typeface="+mn-lt"/>
                <a:cs typeface="Greycliff CF"/>
              </a:rPr>
              <a:t>4</a:t>
            </a:r>
            <a:endParaRPr sz="1600" dirty="0">
              <a:solidFill>
                <a:schemeClr val="accent1"/>
              </a:solidFill>
              <a:latin typeface="+mn-lt"/>
              <a:cs typeface="Greycliff CF"/>
            </a:endParaRPr>
          </a:p>
        </p:txBody>
      </p:sp>
      <p:sp>
        <p:nvSpPr>
          <p:cNvPr id="15" name="object 6">
            <a:extLst>
              <a:ext uri="{FF2B5EF4-FFF2-40B4-BE49-F238E27FC236}">
                <a16:creationId xmlns:a16="http://schemas.microsoft.com/office/drawing/2014/main" id="{80D1FC56-2CF6-4A45-AA55-6B43769D9DEB}"/>
              </a:ext>
            </a:extLst>
          </p:cNvPr>
          <p:cNvSpPr txBox="1"/>
          <p:nvPr userDrawn="1"/>
        </p:nvSpPr>
        <p:spPr>
          <a:xfrm>
            <a:off x="7459706" y="2966922"/>
            <a:ext cx="370213" cy="256720"/>
          </a:xfrm>
          <a:prstGeom prst="rect">
            <a:avLst/>
          </a:prstGeom>
        </p:spPr>
        <p:txBody>
          <a:bodyPr vert="horz" wrap="square" lIns="0" tIns="10397" rIns="0" bIns="0" rtlCol="0">
            <a:spAutoFit/>
          </a:bodyPr>
          <a:lstStyle/>
          <a:p>
            <a:pPr marL="7701">
              <a:lnSpc>
                <a:spcPct val="100000"/>
              </a:lnSpc>
              <a:spcBef>
                <a:spcPts val="82"/>
              </a:spcBef>
            </a:pPr>
            <a:r>
              <a:rPr sz="1600" spc="-24" dirty="0">
                <a:solidFill>
                  <a:schemeClr val="accent1"/>
                </a:solidFill>
                <a:latin typeface="+mn-lt"/>
                <a:cs typeface="Greycliff CF"/>
              </a:rPr>
              <a:t>0</a:t>
            </a:r>
            <a:r>
              <a:rPr lang="en-US" sz="1600" spc="-24" dirty="0">
                <a:solidFill>
                  <a:schemeClr val="accent1"/>
                </a:solidFill>
                <a:latin typeface="+mn-lt"/>
                <a:cs typeface="Greycliff CF"/>
              </a:rPr>
              <a:t>5</a:t>
            </a:r>
            <a:endParaRPr sz="1600" dirty="0">
              <a:solidFill>
                <a:schemeClr val="accent1"/>
              </a:solidFill>
              <a:latin typeface="+mn-lt"/>
              <a:cs typeface="Greycliff CF"/>
            </a:endParaRPr>
          </a:p>
        </p:txBody>
      </p:sp>
      <p:sp>
        <p:nvSpPr>
          <p:cNvPr id="17" name="object 5">
            <a:extLst>
              <a:ext uri="{FF2B5EF4-FFF2-40B4-BE49-F238E27FC236}">
                <a16:creationId xmlns:a16="http://schemas.microsoft.com/office/drawing/2014/main" id="{94434BA3-0451-CC44-B763-FE8268271345}"/>
              </a:ext>
            </a:extLst>
          </p:cNvPr>
          <p:cNvSpPr txBox="1"/>
          <p:nvPr userDrawn="1"/>
        </p:nvSpPr>
        <p:spPr>
          <a:xfrm>
            <a:off x="7459705" y="4267569"/>
            <a:ext cx="370214"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1"/>
                </a:solidFill>
                <a:latin typeface="+mn-lt"/>
                <a:cs typeface="Greycliff CF"/>
              </a:rPr>
              <a:t>0</a:t>
            </a:r>
            <a:r>
              <a:rPr lang="en-US" sz="1600" spc="6" dirty="0">
                <a:solidFill>
                  <a:schemeClr val="accent1"/>
                </a:solidFill>
                <a:latin typeface="+mn-lt"/>
                <a:cs typeface="Greycliff CF"/>
              </a:rPr>
              <a:t>6</a:t>
            </a:r>
            <a:endParaRPr sz="1600" dirty="0">
              <a:solidFill>
                <a:schemeClr val="accent1"/>
              </a:solidFill>
              <a:latin typeface="+mn-lt"/>
              <a:cs typeface="Greycliff CF"/>
            </a:endParaRPr>
          </a:p>
        </p:txBody>
      </p:sp>
      <p:sp>
        <p:nvSpPr>
          <p:cNvPr id="18" name="Text Placeholder 20">
            <a:extLst>
              <a:ext uri="{FF2B5EF4-FFF2-40B4-BE49-F238E27FC236}">
                <a16:creationId xmlns:a16="http://schemas.microsoft.com/office/drawing/2014/main" id="{5B77C4FB-3C14-9340-B989-D1FB5CC66C54}"/>
              </a:ext>
            </a:extLst>
          </p:cNvPr>
          <p:cNvSpPr>
            <a:spLocks noGrp="1"/>
          </p:cNvSpPr>
          <p:nvPr>
            <p:ph type="body" sz="quarter" idx="10" hasCustomPrompt="1"/>
          </p:nvPr>
        </p:nvSpPr>
        <p:spPr>
          <a:xfrm>
            <a:off x="4456376" y="1633307"/>
            <a:ext cx="1899879"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First Topic Title</a:t>
            </a:r>
          </a:p>
        </p:txBody>
      </p:sp>
      <p:sp>
        <p:nvSpPr>
          <p:cNvPr id="20" name="Text Placeholder 20">
            <a:extLst>
              <a:ext uri="{FF2B5EF4-FFF2-40B4-BE49-F238E27FC236}">
                <a16:creationId xmlns:a16="http://schemas.microsoft.com/office/drawing/2014/main" id="{AC6929E3-3D18-984A-9A45-03087C728BDE}"/>
              </a:ext>
            </a:extLst>
          </p:cNvPr>
          <p:cNvSpPr>
            <a:spLocks noGrp="1"/>
          </p:cNvSpPr>
          <p:nvPr>
            <p:ph type="body" sz="quarter" idx="11" hasCustomPrompt="1"/>
          </p:nvPr>
        </p:nvSpPr>
        <p:spPr>
          <a:xfrm>
            <a:off x="4456376"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1" name="Text Placeholder 20">
            <a:extLst>
              <a:ext uri="{FF2B5EF4-FFF2-40B4-BE49-F238E27FC236}">
                <a16:creationId xmlns:a16="http://schemas.microsoft.com/office/drawing/2014/main" id="{326510DA-7D35-2F42-962B-9E27E85F5F37}"/>
              </a:ext>
            </a:extLst>
          </p:cNvPr>
          <p:cNvSpPr>
            <a:spLocks noGrp="1"/>
          </p:cNvSpPr>
          <p:nvPr>
            <p:ph type="body" sz="quarter" idx="12" hasCustomPrompt="1"/>
          </p:nvPr>
        </p:nvSpPr>
        <p:spPr>
          <a:xfrm>
            <a:off x="8165578" y="1633307"/>
            <a:ext cx="2230098"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Fourth Topic Title</a:t>
            </a:r>
          </a:p>
        </p:txBody>
      </p:sp>
      <p:sp>
        <p:nvSpPr>
          <p:cNvPr id="22" name="Text Placeholder 20">
            <a:extLst>
              <a:ext uri="{FF2B5EF4-FFF2-40B4-BE49-F238E27FC236}">
                <a16:creationId xmlns:a16="http://schemas.microsoft.com/office/drawing/2014/main" id="{77864ADA-7717-3645-A804-A2035A03A096}"/>
              </a:ext>
            </a:extLst>
          </p:cNvPr>
          <p:cNvSpPr>
            <a:spLocks noGrp="1"/>
          </p:cNvSpPr>
          <p:nvPr>
            <p:ph type="body" sz="quarter" idx="13" hasCustomPrompt="1"/>
          </p:nvPr>
        </p:nvSpPr>
        <p:spPr>
          <a:xfrm>
            <a:off x="8165579"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3" name="Text Placeholder 20">
            <a:extLst>
              <a:ext uri="{FF2B5EF4-FFF2-40B4-BE49-F238E27FC236}">
                <a16:creationId xmlns:a16="http://schemas.microsoft.com/office/drawing/2014/main" id="{3D3A70FA-5E02-4543-9532-8228C3787AE7}"/>
              </a:ext>
            </a:extLst>
          </p:cNvPr>
          <p:cNvSpPr>
            <a:spLocks noGrp="1"/>
          </p:cNvSpPr>
          <p:nvPr>
            <p:ph type="body" sz="quarter" idx="14" hasCustomPrompt="1"/>
          </p:nvPr>
        </p:nvSpPr>
        <p:spPr>
          <a:xfrm>
            <a:off x="4456376" y="2938851"/>
            <a:ext cx="2424062"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Second Topic Title</a:t>
            </a:r>
          </a:p>
        </p:txBody>
      </p:sp>
      <p:sp>
        <p:nvSpPr>
          <p:cNvPr id="25" name="Text Placeholder 20">
            <a:extLst>
              <a:ext uri="{FF2B5EF4-FFF2-40B4-BE49-F238E27FC236}">
                <a16:creationId xmlns:a16="http://schemas.microsoft.com/office/drawing/2014/main" id="{E191D07B-E710-664B-8375-7ECB20ADE8CF}"/>
              </a:ext>
            </a:extLst>
          </p:cNvPr>
          <p:cNvSpPr>
            <a:spLocks noGrp="1"/>
          </p:cNvSpPr>
          <p:nvPr>
            <p:ph type="body" sz="quarter" idx="16" hasCustomPrompt="1"/>
          </p:nvPr>
        </p:nvSpPr>
        <p:spPr>
          <a:xfrm>
            <a:off x="8165578" y="2938851"/>
            <a:ext cx="1960793"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Fifth Topic Title</a:t>
            </a:r>
          </a:p>
        </p:txBody>
      </p:sp>
      <p:sp>
        <p:nvSpPr>
          <p:cNvPr id="27" name="Text Placeholder 20">
            <a:extLst>
              <a:ext uri="{FF2B5EF4-FFF2-40B4-BE49-F238E27FC236}">
                <a16:creationId xmlns:a16="http://schemas.microsoft.com/office/drawing/2014/main" id="{9F7788B7-A105-3648-AA22-8351740C57A8}"/>
              </a:ext>
            </a:extLst>
          </p:cNvPr>
          <p:cNvSpPr>
            <a:spLocks noGrp="1"/>
          </p:cNvSpPr>
          <p:nvPr>
            <p:ph type="body" sz="quarter" idx="18" hasCustomPrompt="1"/>
          </p:nvPr>
        </p:nvSpPr>
        <p:spPr>
          <a:xfrm>
            <a:off x="4456376" y="4239737"/>
            <a:ext cx="2031325"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Third Topic Title</a:t>
            </a:r>
          </a:p>
        </p:txBody>
      </p:sp>
      <p:sp>
        <p:nvSpPr>
          <p:cNvPr id="29" name="Text Placeholder 20">
            <a:extLst>
              <a:ext uri="{FF2B5EF4-FFF2-40B4-BE49-F238E27FC236}">
                <a16:creationId xmlns:a16="http://schemas.microsoft.com/office/drawing/2014/main" id="{D01F5790-B596-514C-BCE9-58AD7225C443}"/>
              </a:ext>
            </a:extLst>
          </p:cNvPr>
          <p:cNvSpPr>
            <a:spLocks noGrp="1"/>
          </p:cNvSpPr>
          <p:nvPr>
            <p:ph type="body" sz="quarter" idx="20" hasCustomPrompt="1"/>
          </p:nvPr>
        </p:nvSpPr>
        <p:spPr>
          <a:xfrm>
            <a:off x="8165578" y="4239737"/>
            <a:ext cx="2007281"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Sixth Topic Title</a:t>
            </a:r>
          </a:p>
        </p:txBody>
      </p:sp>
      <p:sp>
        <p:nvSpPr>
          <p:cNvPr id="31" name="Text Placeholder 20">
            <a:extLst>
              <a:ext uri="{FF2B5EF4-FFF2-40B4-BE49-F238E27FC236}">
                <a16:creationId xmlns:a16="http://schemas.microsoft.com/office/drawing/2014/main" id="{371B9D5F-7EAD-914E-89F7-B255E5D1C08F}"/>
              </a:ext>
            </a:extLst>
          </p:cNvPr>
          <p:cNvSpPr>
            <a:spLocks noGrp="1"/>
          </p:cNvSpPr>
          <p:nvPr>
            <p:ph type="body" sz="quarter" idx="22" hasCustomPrompt="1"/>
          </p:nvPr>
        </p:nvSpPr>
        <p:spPr>
          <a:xfrm>
            <a:off x="4456376"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2" name="Text Placeholder 20">
            <a:extLst>
              <a:ext uri="{FF2B5EF4-FFF2-40B4-BE49-F238E27FC236}">
                <a16:creationId xmlns:a16="http://schemas.microsoft.com/office/drawing/2014/main" id="{4A81C215-BE6E-2D4E-8AAE-78B6D7B990EA}"/>
              </a:ext>
            </a:extLst>
          </p:cNvPr>
          <p:cNvSpPr>
            <a:spLocks noGrp="1"/>
          </p:cNvSpPr>
          <p:nvPr>
            <p:ph type="body" sz="quarter" idx="23" hasCustomPrompt="1"/>
          </p:nvPr>
        </p:nvSpPr>
        <p:spPr>
          <a:xfrm>
            <a:off x="4456376"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4" name="Text Placeholder 20">
            <a:extLst>
              <a:ext uri="{FF2B5EF4-FFF2-40B4-BE49-F238E27FC236}">
                <a16:creationId xmlns:a16="http://schemas.microsoft.com/office/drawing/2014/main" id="{00BF48B9-ABDF-6746-BE5A-2C1791B3B365}"/>
              </a:ext>
            </a:extLst>
          </p:cNvPr>
          <p:cNvSpPr>
            <a:spLocks noGrp="1"/>
          </p:cNvSpPr>
          <p:nvPr>
            <p:ph type="body" sz="quarter" idx="25" hasCustomPrompt="1"/>
          </p:nvPr>
        </p:nvSpPr>
        <p:spPr>
          <a:xfrm>
            <a:off x="8165579"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6" name="Text Placeholder 20">
            <a:extLst>
              <a:ext uri="{FF2B5EF4-FFF2-40B4-BE49-F238E27FC236}">
                <a16:creationId xmlns:a16="http://schemas.microsoft.com/office/drawing/2014/main" id="{6C736BF6-DD62-6D4B-90C5-1F3E057D12F4}"/>
              </a:ext>
            </a:extLst>
          </p:cNvPr>
          <p:cNvSpPr>
            <a:spLocks noGrp="1"/>
          </p:cNvSpPr>
          <p:nvPr>
            <p:ph type="body" sz="quarter" idx="26" hasCustomPrompt="1"/>
          </p:nvPr>
        </p:nvSpPr>
        <p:spPr>
          <a:xfrm>
            <a:off x="8165579"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 name="Title 2">
            <a:extLst>
              <a:ext uri="{FF2B5EF4-FFF2-40B4-BE49-F238E27FC236}">
                <a16:creationId xmlns:a16="http://schemas.microsoft.com/office/drawing/2014/main" id="{8E310504-C151-4B1E-A6FB-BE598955CEA9}"/>
              </a:ext>
            </a:extLst>
          </p:cNvPr>
          <p:cNvSpPr>
            <a:spLocks noGrp="1"/>
          </p:cNvSpPr>
          <p:nvPr>
            <p:ph type="title" hasCustomPrompt="1"/>
          </p:nvPr>
        </p:nvSpPr>
        <p:spPr>
          <a:xfrm>
            <a:off x="1001886" y="1633308"/>
            <a:ext cx="2332789" cy="354608"/>
          </a:xfrm>
        </p:spPr>
        <p:txBody>
          <a:bodyPr/>
          <a:lstStyle>
            <a:lvl1pPr>
              <a:defRPr>
                <a:solidFill>
                  <a:schemeClr val="accent2"/>
                </a:solidFill>
              </a:defRPr>
            </a:lvl1pPr>
          </a:lstStyle>
          <a:p>
            <a:r>
              <a:rPr lang="en-US" dirty="0"/>
              <a:t>Content</a:t>
            </a:r>
          </a:p>
        </p:txBody>
      </p:sp>
    </p:spTree>
    <p:extLst>
      <p:ext uri="{BB962C8B-B14F-4D97-AF65-F5344CB8AC3E}">
        <p14:creationId xmlns:p14="http://schemas.microsoft.com/office/powerpoint/2010/main" val="1077114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1_Table of Contents">
    <p:bg>
      <p:bgPr>
        <a:solidFill>
          <a:schemeClr val="bg1"/>
        </a:solidFill>
        <a:effectLst/>
      </p:bgPr>
    </p:bg>
    <p:spTree>
      <p:nvGrpSpPr>
        <p:cNvPr id="1" name=""/>
        <p:cNvGrpSpPr/>
        <p:nvPr/>
      </p:nvGrpSpPr>
      <p:grpSpPr>
        <a:xfrm>
          <a:off x="0" y="0"/>
          <a:ext cx="0" cy="0"/>
          <a:chOff x="0" y="0"/>
          <a:chExt cx="0" cy="0"/>
        </a:xfrm>
      </p:grpSpPr>
      <p:sp>
        <p:nvSpPr>
          <p:cNvPr id="18" name="Text Placeholder 20">
            <a:extLst>
              <a:ext uri="{FF2B5EF4-FFF2-40B4-BE49-F238E27FC236}">
                <a16:creationId xmlns:a16="http://schemas.microsoft.com/office/drawing/2014/main" id="{5B77C4FB-3C14-9340-B989-D1FB5CC66C54}"/>
              </a:ext>
            </a:extLst>
          </p:cNvPr>
          <p:cNvSpPr>
            <a:spLocks noGrp="1"/>
          </p:cNvSpPr>
          <p:nvPr>
            <p:ph type="body" sz="quarter" idx="10" hasCustomPrompt="1"/>
          </p:nvPr>
        </p:nvSpPr>
        <p:spPr>
          <a:xfrm>
            <a:off x="4456376" y="1633307"/>
            <a:ext cx="1899879"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First Topic Title</a:t>
            </a:r>
          </a:p>
        </p:txBody>
      </p:sp>
      <p:sp>
        <p:nvSpPr>
          <p:cNvPr id="20" name="Text Placeholder 20">
            <a:extLst>
              <a:ext uri="{FF2B5EF4-FFF2-40B4-BE49-F238E27FC236}">
                <a16:creationId xmlns:a16="http://schemas.microsoft.com/office/drawing/2014/main" id="{AC6929E3-3D18-984A-9A45-03087C728BDE}"/>
              </a:ext>
            </a:extLst>
          </p:cNvPr>
          <p:cNvSpPr>
            <a:spLocks noGrp="1"/>
          </p:cNvSpPr>
          <p:nvPr>
            <p:ph type="body" sz="quarter" idx="11" hasCustomPrompt="1"/>
          </p:nvPr>
        </p:nvSpPr>
        <p:spPr>
          <a:xfrm>
            <a:off x="4456375" y="2013652"/>
            <a:ext cx="1932470" cy="338554"/>
          </a:xfrm>
          <a:prstGeom prst="rect">
            <a:avLst/>
          </a:prstGeom>
        </p:spPr>
        <p:txBody>
          <a:bodyPr wrap="square">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1" name="Text Placeholder 20">
            <a:extLst>
              <a:ext uri="{FF2B5EF4-FFF2-40B4-BE49-F238E27FC236}">
                <a16:creationId xmlns:a16="http://schemas.microsoft.com/office/drawing/2014/main" id="{326510DA-7D35-2F42-962B-9E27E85F5F37}"/>
              </a:ext>
            </a:extLst>
          </p:cNvPr>
          <p:cNvSpPr>
            <a:spLocks noGrp="1"/>
          </p:cNvSpPr>
          <p:nvPr>
            <p:ph type="body" sz="quarter" idx="12" hasCustomPrompt="1"/>
          </p:nvPr>
        </p:nvSpPr>
        <p:spPr>
          <a:xfrm>
            <a:off x="8165578" y="1633307"/>
            <a:ext cx="2230098"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Fourth Topic Title</a:t>
            </a:r>
          </a:p>
        </p:txBody>
      </p:sp>
      <p:sp>
        <p:nvSpPr>
          <p:cNvPr id="22" name="Text Placeholder 20">
            <a:extLst>
              <a:ext uri="{FF2B5EF4-FFF2-40B4-BE49-F238E27FC236}">
                <a16:creationId xmlns:a16="http://schemas.microsoft.com/office/drawing/2014/main" id="{77864ADA-7717-3645-A804-A2035A03A096}"/>
              </a:ext>
            </a:extLst>
          </p:cNvPr>
          <p:cNvSpPr>
            <a:spLocks noGrp="1"/>
          </p:cNvSpPr>
          <p:nvPr>
            <p:ph type="body" sz="quarter" idx="13" hasCustomPrompt="1"/>
          </p:nvPr>
        </p:nvSpPr>
        <p:spPr>
          <a:xfrm>
            <a:off x="8165579"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3" name="Text Placeholder 20">
            <a:extLst>
              <a:ext uri="{FF2B5EF4-FFF2-40B4-BE49-F238E27FC236}">
                <a16:creationId xmlns:a16="http://schemas.microsoft.com/office/drawing/2014/main" id="{3D3A70FA-5E02-4543-9532-8228C3787AE7}"/>
              </a:ext>
            </a:extLst>
          </p:cNvPr>
          <p:cNvSpPr>
            <a:spLocks noGrp="1"/>
          </p:cNvSpPr>
          <p:nvPr>
            <p:ph type="body" sz="quarter" idx="14" hasCustomPrompt="1"/>
          </p:nvPr>
        </p:nvSpPr>
        <p:spPr>
          <a:xfrm>
            <a:off x="4456376" y="2938851"/>
            <a:ext cx="2424062"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Second Topic Title</a:t>
            </a:r>
          </a:p>
        </p:txBody>
      </p:sp>
      <p:sp>
        <p:nvSpPr>
          <p:cNvPr id="25" name="Text Placeholder 20">
            <a:extLst>
              <a:ext uri="{FF2B5EF4-FFF2-40B4-BE49-F238E27FC236}">
                <a16:creationId xmlns:a16="http://schemas.microsoft.com/office/drawing/2014/main" id="{E191D07B-E710-664B-8375-7ECB20ADE8CF}"/>
              </a:ext>
            </a:extLst>
          </p:cNvPr>
          <p:cNvSpPr>
            <a:spLocks noGrp="1"/>
          </p:cNvSpPr>
          <p:nvPr>
            <p:ph type="body" sz="quarter" idx="16" hasCustomPrompt="1"/>
          </p:nvPr>
        </p:nvSpPr>
        <p:spPr>
          <a:xfrm>
            <a:off x="8165578" y="2938851"/>
            <a:ext cx="1960793"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Fifth Topic Title</a:t>
            </a:r>
          </a:p>
        </p:txBody>
      </p:sp>
      <p:sp>
        <p:nvSpPr>
          <p:cNvPr id="27" name="Text Placeholder 20">
            <a:extLst>
              <a:ext uri="{FF2B5EF4-FFF2-40B4-BE49-F238E27FC236}">
                <a16:creationId xmlns:a16="http://schemas.microsoft.com/office/drawing/2014/main" id="{9F7788B7-A105-3648-AA22-8351740C57A8}"/>
              </a:ext>
            </a:extLst>
          </p:cNvPr>
          <p:cNvSpPr>
            <a:spLocks noGrp="1"/>
          </p:cNvSpPr>
          <p:nvPr>
            <p:ph type="body" sz="quarter" idx="18" hasCustomPrompt="1"/>
          </p:nvPr>
        </p:nvSpPr>
        <p:spPr>
          <a:xfrm>
            <a:off x="4456376" y="4239737"/>
            <a:ext cx="2031325"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Third Topic Title</a:t>
            </a:r>
          </a:p>
        </p:txBody>
      </p:sp>
      <p:sp>
        <p:nvSpPr>
          <p:cNvPr id="29" name="Text Placeholder 20">
            <a:extLst>
              <a:ext uri="{FF2B5EF4-FFF2-40B4-BE49-F238E27FC236}">
                <a16:creationId xmlns:a16="http://schemas.microsoft.com/office/drawing/2014/main" id="{D01F5790-B596-514C-BCE9-58AD7225C443}"/>
              </a:ext>
            </a:extLst>
          </p:cNvPr>
          <p:cNvSpPr>
            <a:spLocks noGrp="1"/>
          </p:cNvSpPr>
          <p:nvPr>
            <p:ph type="body" sz="quarter" idx="20" hasCustomPrompt="1"/>
          </p:nvPr>
        </p:nvSpPr>
        <p:spPr>
          <a:xfrm>
            <a:off x="8165578" y="4239737"/>
            <a:ext cx="2007281"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Sixth Topic Title</a:t>
            </a:r>
          </a:p>
        </p:txBody>
      </p:sp>
      <p:sp>
        <p:nvSpPr>
          <p:cNvPr id="31" name="Text Placeholder 20">
            <a:extLst>
              <a:ext uri="{FF2B5EF4-FFF2-40B4-BE49-F238E27FC236}">
                <a16:creationId xmlns:a16="http://schemas.microsoft.com/office/drawing/2014/main" id="{371B9D5F-7EAD-914E-89F7-B255E5D1C08F}"/>
              </a:ext>
            </a:extLst>
          </p:cNvPr>
          <p:cNvSpPr>
            <a:spLocks noGrp="1"/>
          </p:cNvSpPr>
          <p:nvPr>
            <p:ph type="body" sz="quarter" idx="22" hasCustomPrompt="1"/>
          </p:nvPr>
        </p:nvSpPr>
        <p:spPr>
          <a:xfrm>
            <a:off x="4456376"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2" name="Text Placeholder 20">
            <a:extLst>
              <a:ext uri="{FF2B5EF4-FFF2-40B4-BE49-F238E27FC236}">
                <a16:creationId xmlns:a16="http://schemas.microsoft.com/office/drawing/2014/main" id="{4A81C215-BE6E-2D4E-8AAE-78B6D7B990EA}"/>
              </a:ext>
            </a:extLst>
          </p:cNvPr>
          <p:cNvSpPr>
            <a:spLocks noGrp="1"/>
          </p:cNvSpPr>
          <p:nvPr>
            <p:ph type="body" sz="quarter" idx="23" hasCustomPrompt="1"/>
          </p:nvPr>
        </p:nvSpPr>
        <p:spPr>
          <a:xfrm>
            <a:off x="4456376"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4" name="Text Placeholder 20">
            <a:extLst>
              <a:ext uri="{FF2B5EF4-FFF2-40B4-BE49-F238E27FC236}">
                <a16:creationId xmlns:a16="http://schemas.microsoft.com/office/drawing/2014/main" id="{00BF48B9-ABDF-6746-BE5A-2C1791B3B365}"/>
              </a:ext>
            </a:extLst>
          </p:cNvPr>
          <p:cNvSpPr>
            <a:spLocks noGrp="1"/>
          </p:cNvSpPr>
          <p:nvPr>
            <p:ph type="body" sz="quarter" idx="25" hasCustomPrompt="1"/>
          </p:nvPr>
        </p:nvSpPr>
        <p:spPr>
          <a:xfrm>
            <a:off x="8165579"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6" name="Text Placeholder 20">
            <a:extLst>
              <a:ext uri="{FF2B5EF4-FFF2-40B4-BE49-F238E27FC236}">
                <a16:creationId xmlns:a16="http://schemas.microsoft.com/office/drawing/2014/main" id="{6C736BF6-DD62-6D4B-90C5-1F3E057D12F4}"/>
              </a:ext>
            </a:extLst>
          </p:cNvPr>
          <p:cNvSpPr>
            <a:spLocks noGrp="1"/>
          </p:cNvSpPr>
          <p:nvPr>
            <p:ph type="body" sz="quarter" idx="26" hasCustomPrompt="1"/>
          </p:nvPr>
        </p:nvSpPr>
        <p:spPr>
          <a:xfrm>
            <a:off x="8165579"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 name="Content Placeholder 2">
            <a:extLst>
              <a:ext uri="{FF2B5EF4-FFF2-40B4-BE49-F238E27FC236}">
                <a16:creationId xmlns:a16="http://schemas.microsoft.com/office/drawing/2014/main" id="{FF03281B-C175-4B46-B6D3-B9323BEA5883}"/>
              </a:ext>
            </a:extLst>
          </p:cNvPr>
          <p:cNvSpPr>
            <a:spLocks noGrp="1"/>
          </p:cNvSpPr>
          <p:nvPr>
            <p:ph sz="quarter" idx="28" hasCustomPrompt="1"/>
          </p:nvPr>
        </p:nvSpPr>
        <p:spPr>
          <a:xfrm>
            <a:off x="3739239" y="1633307"/>
            <a:ext cx="381241" cy="375438"/>
          </a:xfrm>
          <a:prstGeom prst="rect">
            <a:avLst/>
          </a:prstGeom>
        </p:spPr>
        <p:txBody>
          <a:bodyPr>
            <a:noAutofit/>
          </a:bodyPr>
          <a:lstStyle>
            <a:lvl1pPr marL="0" indent="0">
              <a:buNone/>
              <a:defRPr sz="1600">
                <a:solidFill>
                  <a:schemeClr val="accent2"/>
                </a:solidFill>
              </a:defRPr>
            </a:lvl1pPr>
          </a:lstStyle>
          <a:p>
            <a:pPr lvl="0"/>
            <a:r>
              <a:rPr lang="en-US" dirty="0"/>
              <a:t>01</a:t>
            </a:r>
          </a:p>
        </p:txBody>
      </p:sp>
      <p:sp>
        <p:nvSpPr>
          <p:cNvPr id="26" name="Content Placeholder 2">
            <a:extLst>
              <a:ext uri="{FF2B5EF4-FFF2-40B4-BE49-F238E27FC236}">
                <a16:creationId xmlns:a16="http://schemas.microsoft.com/office/drawing/2014/main" id="{3D456861-4D36-4B0D-BF8A-6F40A0D6BA0F}"/>
              </a:ext>
            </a:extLst>
          </p:cNvPr>
          <p:cNvSpPr>
            <a:spLocks noGrp="1"/>
          </p:cNvSpPr>
          <p:nvPr>
            <p:ph sz="quarter" idx="29" hasCustomPrompt="1"/>
          </p:nvPr>
        </p:nvSpPr>
        <p:spPr>
          <a:xfrm>
            <a:off x="3739239" y="2938851"/>
            <a:ext cx="381241" cy="375438"/>
          </a:xfrm>
          <a:prstGeom prst="rect">
            <a:avLst/>
          </a:prstGeom>
        </p:spPr>
        <p:txBody>
          <a:bodyPr>
            <a:noAutofit/>
          </a:bodyPr>
          <a:lstStyle>
            <a:lvl1pPr marL="0" indent="0">
              <a:buNone/>
              <a:defRPr sz="1600">
                <a:solidFill>
                  <a:schemeClr val="accent2"/>
                </a:solidFill>
              </a:defRPr>
            </a:lvl1pPr>
          </a:lstStyle>
          <a:p>
            <a:pPr lvl="0"/>
            <a:r>
              <a:rPr lang="en-US" dirty="0"/>
              <a:t>02</a:t>
            </a:r>
          </a:p>
        </p:txBody>
      </p:sp>
      <p:sp>
        <p:nvSpPr>
          <p:cNvPr id="28" name="Content Placeholder 2">
            <a:extLst>
              <a:ext uri="{FF2B5EF4-FFF2-40B4-BE49-F238E27FC236}">
                <a16:creationId xmlns:a16="http://schemas.microsoft.com/office/drawing/2014/main" id="{7320EB62-466B-4F20-94C7-9B6375262154}"/>
              </a:ext>
            </a:extLst>
          </p:cNvPr>
          <p:cNvSpPr>
            <a:spLocks noGrp="1"/>
          </p:cNvSpPr>
          <p:nvPr>
            <p:ph sz="quarter" idx="30" hasCustomPrompt="1"/>
          </p:nvPr>
        </p:nvSpPr>
        <p:spPr>
          <a:xfrm>
            <a:off x="3739239" y="4239945"/>
            <a:ext cx="381241" cy="375438"/>
          </a:xfrm>
          <a:prstGeom prst="rect">
            <a:avLst/>
          </a:prstGeom>
        </p:spPr>
        <p:txBody>
          <a:bodyPr>
            <a:noAutofit/>
          </a:bodyPr>
          <a:lstStyle>
            <a:lvl1pPr marL="0" indent="0">
              <a:buNone/>
              <a:defRPr sz="1600">
                <a:solidFill>
                  <a:schemeClr val="accent2"/>
                </a:solidFill>
              </a:defRPr>
            </a:lvl1pPr>
          </a:lstStyle>
          <a:p>
            <a:pPr lvl="0"/>
            <a:r>
              <a:rPr lang="en-US" dirty="0"/>
              <a:t>03</a:t>
            </a:r>
          </a:p>
        </p:txBody>
      </p:sp>
      <p:sp>
        <p:nvSpPr>
          <p:cNvPr id="30" name="Content Placeholder 2">
            <a:extLst>
              <a:ext uri="{FF2B5EF4-FFF2-40B4-BE49-F238E27FC236}">
                <a16:creationId xmlns:a16="http://schemas.microsoft.com/office/drawing/2014/main" id="{C9EAB836-1017-4C1F-B488-2A254432960A}"/>
              </a:ext>
            </a:extLst>
          </p:cNvPr>
          <p:cNvSpPr>
            <a:spLocks noGrp="1"/>
          </p:cNvSpPr>
          <p:nvPr>
            <p:ph sz="quarter" idx="31" hasCustomPrompt="1"/>
          </p:nvPr>
        </p:nvSpPr>
        <p:spPr>
          <a:xfrm>
            <a:off x="7486910" y="1633307"/>
            <a:ext cx="381241" cy="375438"/>
          </a:xfrm>
          <a:prstGeom prst="rect">
            <a:avLst/>
          </a:prstGeom>
        </p:spPr>
        <p:txBody>
          <a:bodyPr>
            <a:noAutofit/>
          </a:bodyPr>
          <a:lstStyle>
            <a:lvl1pPr marL="0" indent="0">
              <a:buNone/>
              <a:defRPr sz="1600">
                <a:solidFill>
                  <a:schemeClr val="accent2"/>
                </a:solidFill>
              </a:defRPr>
            </a:lvl1pPr>
          </a:lstStyle>
          <a:p>
            <a:pPr lvl="0"/>
            <a:r>
              <a:rPr lang="en-US" dirty="0"/>
              <a:t>04</a:t>
            </a:r>
          </a:p>
        </p:txBody>
      </p:sp>
      <p:sp>
        <p:nvSpPr>
          <p:cNvPr id="33" name="Content Placeholder 2">
            <a:extLst>
              <a:ext uri="{FF2B5EF4-FFF2-40B4-BE49-F238E27FC236}">
                <a16:creationId xmlns:a16="http://schemas.microsoft.com/office/drawing/2014/main" id="{9F3F75EB-BC75-41D1-B6D4-495C27435D78}"/>
              </a:ext>
            </a:extLst>
          </p:cNvPr>
          <p:cNvSpPr>
            <a:spLocks noGrp="1"/>
          </p:cNvSpPr>
          <p:nvPr>
            <p:ph sz="quarter" idx="32" hasCustomPrompt="1"/>
          </p:nvPr>
        </p:nvSpPr>
        <p:spPr>
          <a:xfrm>
            <a:off x="7486910" y="2938851"/>
            <a:ext cx="381241" cy="375438"/>
          </a:xfrm>
          <a:prstGeom prst="rect">
            <a:avLst/>
          </a:prstGeom>
        </p:spPr>
        <p:txBody>
          <a:bodyPr>
            <a:noAutofit/>
          </a:bodyPr>
          <a:lstStyle>
            <a:lvl1pPr marL="0" indent="0">
              <a:buNone/>
              <a:defRPr sz="1600">
                <a:solidFill>
                  <a:schemeClr val="accent2"/>
                </a:solidFill>
              </a:defRPr>
            </a:lvl1pPr>
          </a:lstStyle>
          <a:p>
            <a:pPr lvl="0"/>
            <a:r>
              <a:rPr lang="en-US" dirty="0"/>
              <a:t>05</a:t>
            </a:r>
          </a:p>
        </p:txBody>
      </p:sp>
      <p:sp>
        <p:nvSpPr>
          <p:cNvPr id="35" name="Content Placeholder 2">
            <a:extLst>
              <a:ext uri="{FF2B5EF4-FFF2-40B4-BE49-F238E27FC236}">
                <a16:creationId xmlns:a16="http://schemas.microsoft.com/office/drawing/2014/main" id="{016F5D9D-88E4-4586-A00F-06C8369436C6}"/>
              </a:ext>
            </a:extLst>
          </p:cNvPr>
          <p:cNvSpPr>
            <a:spLocks noGrp="1"/>
          </p:cNvSpPr>
          <p:nvPr>
            <p:ph sz="quarter" idx="33" hasCustomPrompt="1"/>
          </p:nvPr>
        </p:nvSpPr>
        <p:spPr>
          <a:xfrm>
            <a:off x="7486910" y="4239945"/>
            <a:ext cx="381241" cy="375438"/>
          </a:xfrm>
          <a:prstGeom prst="rect">
            <a:avLst/>
          </a:prstGeom>
        </p:spPr>
        <p:txBody>
          <a:bodyPr>
            <a:noAutofit/>
          </a:bodyPr>
          <a:lstStyle>
            <a:lvl1pPr marL="0" indent="0">
              <a:buNone/>
              <a:defRPr sz="1600">
                <a:solidFill>
                  <a:schemeClr val="accent2"/>
                </a:solidFill>
              </a:defRPr>
            </a:lvl1pPr>
          </a:lstStyle>
          <a:p>
            <a:pPr lvl="0"/>
            <a:r>
              <a:rPr lang="en-US" dirty="0"/>
              <a:t>06</a:t>
            </a:r>
          </a:p>
        </p:txBody>
      </p:sp>
      <p:sp>
        <p:nvSpPr>
          <p:cNvPr id="24" name="Title 2">
            <a:extLst>
              <a:ext uri="{FF2B5EF4-FFF2-40B4-BE49-F238E27FC236}">
                <a16:creationId xmlns:a16="http://schemas.microsoft.com/office/drawing/2014/main" id="{3B071360-0E31-42F5-B444-C01A58A9B72E}"/>
              </a:ext>
            </a:extLst>
          </p:cNvPr>
          <p:cNvSpPr>
            <a:spLocks noGrp="1"/>
          </p:cNvSpPr>
          <p:nvPr>
            <p:ph type="title" hasCustomPrompt="1"/>
          </p:nvPr>
        </p:nvSpPr>
        <p:spPr>
          <a:xfrm>
            <a:off x="1001886" y="1633307"/>
            <a:ext cx="2332789" cy="354608"/>
          </a:xfrm>
        </p:spPr>
        <p:txBody>
          <a:bodyPr/>
          <a:lstStyle>
            <a:lvl1pPr>
              <a:defRPr>
                <a:solidFill>
                  <a:schemeClr val="accent2"/>
                </a:solidFill>
              </a:defRPr>
            </a:lvl1pPr>
          </a:lstStyle>
          <a:p>
            <a:r>
              <a:rPr lang="en-US" dirty="0"/>
              <a:t>Content</a:t>
            </a:r>
          </a:p>
        </p:txBody>
      </p:sp>
    </p:spTree>
    <p:extLst>
      <p:ext uri="{BB962C8B-B14F-4D97-AF65-F5344CB8AC3E}">
        <p14:creationId xmlns:p14="http://schemas.microsoft.com/office/powerpoint/2010/main" val="26801110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Third Title and Content">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13AD2E1-6CF0-4720-9899-EC13AFA3E565}"/>
              </a:ext>
            </a:extLst>
          </p:cNvPr>
          <p:cNvSpPr>
            <a:spLocks noGrp="1"/>
          </p:cNvSpPr>
          <p:nvPr>
            <p:ph sz="quarter" idx="47" hasCustomPrompt="1"/>
          </p:nvPr>
        </p:nvSpPr>
        <p:spPr>
          <a:xfrm>
            <a:off x="1007978" y="1276254"/>
            <a:ext cx="6705408" cy="4647965"/>
          </a:xfrm>
        </p:spPr>
        <p:txBody>
          <a:bodyPr/>
          <a:lstStyle>
            <a:lvl1pPr marL="0" indent="0">
              <a:buNone/>
              <a:defRPr/>
            </a:lvl1pPr>
          </a:lstStyle>
          <a:p>
            <a:pPr lvl="0"/>
            <a:r>
              <a:rPr lang="en-US" dirty="0"/>
              <a:t>Object</a:t>
            </a:r>
          </a:p>
        </p:txBody>
      </p:sp>
      <p:sp>
        <p:nvSpPr>
          <p:cNvPr id="7" name="Text Placeholder 6">
            <a:extLst>
              <a:ext uri="{FF2B5EF4-FFF2-40B4-BE49-F238E27FC236}">
                <a16:creationId xmlns:a16="http://schemas.microsoft.com/office/drawing/2014/main" id="{F15C60BC-A26E-47AB-AA26-7E223E110558}"/>
              </a:ext>
            </a:extLst>
          </p:cNvPr>
          <p:cNvSpPr>
            <a:spLocks noGrp="1"/>
          </p:cNvSpPr>
          <p:nvPr>
            <p:ph type="body" sz="quarter" idx="48" hasCustomPrompt="1"/>
          </p:nvPr>
        </p:nvSpPr>
        <p:spPr>
          <a:xfrm>
            <a:off x="8129281" y="1276255"/>
            <a:ext cx="3054739" cy="354608"/>
          </a:xfrm>
        </p:spPr>
        <p:txBody>
          <a:bodyPr lIns="91440" tIns="45720" rIns="91440" bIns="45720">
            <a:noAutofit/>
          </a:bodyPr>
          <a:lstStyle>
            <a:lvl1pPr marL="0" indent="0" algn="l">
              <a:lnSpc>
                <a:spcPct val="100000"/>
              </a:lnSpc>
              <a:spcBef>
                <a:spcPts val="0"/>
              </a:spcBef>
              <a:spcAft>
                <a:spcPts val="0"/>
              </a:spcAft>
              <a:buNone/>
              <a:defRPr sz="1600"/>
            </a:lvl1pPr>
          </a:lstStyle>
          <a:p>
            <a:pPr lvl="0"/>
            <a:r>
              <a:rPr lang="en-US" dirty="0"/>
              <a:t>Slide Topic Title</a:t>
            </a:r>
            <a:endParaRPr lang="en-GB" dirty="0"/>
          </a:p>
        </p:txBody>
      </p:sp>
      <p:pic>
        <p:nvPicPr>
          <p:cNvPr id="10" name="Picture 9">
            <a:extLst>
              <a:ext uri="{FF2B5EF4-FFF2-40B4-BE49-F238E27FC236}">
                <a16:creationId xmlns:a16="http://schemas.microsoft.com/office/drawing/2014/main" id="{137A6E08-2F1E-2344-B139-F68610BC315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1" name="Text Placeholder 2">
            <a:extLst>
              <a:ext uri="{FF2B5EF4-FFF2-40B4-BE49-F238E27FC236}">
                <a16:creationId xmlns:a16="http://schemas.microsoft.com/office/drawing/2014/main" id="{B021837D-DEC9-49F5-B42C-C9B108BA050D}"/>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67187825-29B7-466C-A329-1EBCE81FA693}"/>
              </a:ext>
            </a:extLst>
          </p:cNvPr>
          <p:cNvSpPr>
            <a:spLocks noGrp="1"/>
          </p:cNvSpPr>
          <p:nvPr>
            <p:ph type="body" sz="quarter" idx="50"/>
          </p:nvPr>
        </p:nvSpPr>
        <p:spPr>
          <a:xfrm>
            <a:off x="8129284" y="1950353"/>
            <a:ext cx="3054739" cy="3973866"/>
          </a:xfrm>
        </p:spPr>
        <p:txBody>
          <a:bodyPr lIns="80010" tIns="40005" rIns="80010" bIns="40005"/>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0722A587-FE5A-427E-B84B-CEEF533EE45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029931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wo Thirds 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CE325-B303-1D4D-B1AE-6C9132991B8B}"/>
              </a:ext>
            </a:extLst>
          </p:cNvPr>
          <p:cNvSpPr/>
          <p:nvPr userDrawn="1"/>
        </p:nvSpPr>
        <p:spPr>
          <a:xfrm flipH="1">
            <a:off x="7958947" y="0"/>
            <a:ext cx="4233053" cy="6858000"/>
          </a:xfrm>
          <a:prstGeom prst="rect">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6" name="Text Placeholder 2">
            <a:extLst>
              <a:ext uri="{FF2B5EF4-FFF2-40B4-BE49-F238E27FC236}">
                <a16:creationId xmlns:a16="http://schemas.microsoft.com/office/drawing/2014/main" id="{5730DAF6-AF53-BC43-9292-5A0A4BD037AD}"/>
              </a:ext>
            </a:extLst>
          </p:cNvPr>
          <p:cNvSpPr>
            <a:spLocks noGrp="1"/>
          </p:cNvSpPr>
          <p:nvPr>
            <p:ph type="body" sz="quarter" idx="25" hasCustomPrompt="1"/>
          </p:nvPr>
        </p:nvSpPr>
        <p:spPr>
          <a:xfrm>
            <a:off x="1007979" y="3798663"/>
            <a:ext cx="6612984" cy="584775"/>
          </a:xfrm>
          <a:prstGeom prst="rect">
            <a:avLst/>
          </a:prstGeom>
        </p:spPr>
        <p:txBody>
          <a:bodyPr wrap="square">
            <a:sp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8" name="Text Placeholder 7">
            <a:extLst>
              <a:ext uri="{FF2B5EF4-FFF2-40B4-BE49-F238E27FC236}">
                <a16:creationId xmlns:a16="http://schemas.microsoft.com/office/drawing/2014/main" id="{E9EDFB0B-17E8-4FEF-AF40-AE3820759E24}"/>
              </a:ext>
            </a:extLst>
          </p:cNvPr>
          <p:cNvSpPr>
            <a:spLocks noGrp="1"/>
          </p:cNvSpPr>
          <p:nvPr>
            <p:ph type="body" sz="quarter" idx="48" hasCustomPrompt="1"/>
          </p:nvPr>
        </p:nvSpPr>
        <p:spPr>
          <a:xfrm>
            <a:off x="1007979" y="3082302"/>
            <a:ext cx="6612984" cy="400110"/>
          </a:xfrm>
          <a:prstGeom prst="rect">
            <a:avLst/>
          </a:prstGeom>
        </p:spPr>
        <p:txBody>
          <a:bodyPr vert="horz" wrap="square" lIns="91440" tIns="45720" rIns="91440" bIns="45720" anchor="b" anchorCtr="0">
            <a:sp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83F85776-F2D0-453E-B57D-8BCCD7943018}"/>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7" name="Text Placeholder 2">
            <a:extLst>
              <a:ext uri="{FF2B5EF4-FFF2-40B4-BE49-F238E27FC236}">
                <a16:creationId xmlns:a16="http://schemas.microsoft.com/office/drawing/2014/main" id="{6261A30F-5CBA-4A9D-8763-7F3E4D5B3A66}"/>
              </a:ext>
            </a:extLst>
          </p:cNvPr>
          <p:cNvSpPr>
            <a:spLocks noGrp="1"/>
          </p:cNvSpPr>
          <p:nvPr>
            <p:ph type="body" sz="quarter" idx="45" hasCustomPrompt="1"/>
          </p:nvPr>
        </p:nvSpPr>
        <p:spPr>
          <a:xfrm>
            <a:off x="1007978" y="6345273"/>
            <a:ext cx="6612984"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5" name="Text Placeholder 4">
            <a:extLst>
              <a:ext uri="{FF2B5EF4-FFF2-40B4-BE49-F238E27FC236}">
                <a16:creationId xmlns:a16="http://schemas.microsoft.com/office/drawing/2014/main" id="{6CF2B0C5-4D2C-4097-A3DB-E7CFC40543B9}"/>
              </a:ext>
            </a:extLst>
          </p:cNvPr>
          <p:cNvSpPr>
            <a:spLocks noGrp="1"/>
          </p:cNvSpPr>
          <p:nvPr>
            <p:ph type="body" sz="quarter" idx="50"/>
          </p:nvPr>
        </p:nvSpPr>
        <p:spPr>
          <a:xfrm>
            <a:off x="1007979" y="4676609"/>
            <a:ext cx="6612984"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C70DF559-28C9-4C36-ADA1-EA9CC39AFF4B}"/>
              </a:ext>
            </a:extLst>
          </p:cNvPr>
          <p:cNvSpPr>
            <a:spLocks noGrp="1"/>
          </p:cNvSpPr>
          <p:nvPr>
            <p:ph type="body" sz="quarter" idx="46" hasCustomPrompt="1"/>
          </p:nvPr>
        </p:nvSpPr>
        <p:spPr>
          <a:xfrm>
            <a:off x="8406550" y="3098777"/>
            <a:ext cx="3516848" cy="1077218"/>
          </a:xfrm>
          <a:prstGeom prst="rect">
            <a:avLst/>
          </a:prstGeom>
        </p:spPr>
        <p:txBody>
          <a:bodyPr wrap="square">
            <a:sp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4" name="Title 3">
            <a:extLst>
              <a:ext uri="{FF2B5EF4-FFF2-40B4-BE49-F238E27FC236}">
                <a16:creationId xmlns:a16="http://schemas.microsoft.com/office/drawing/2014/main" id="{083AE8BC-FBD2-4AF8-8960-45A0DDA5CF81}"/>
              </a:ext>
            </a:extLst>
          </p:cNvPr>
          <p:cNvSpPr>
            <a:spLocks noGrp="1"/>
          </p:cNvSpPr>
          <p:nvPr>
            <p:ph type="title"/>
          </p:nvPr>
        </p:nvSpPr>
        <p:spPr>
          <a:xfrm>
            <a:off x="1007979" y="564121"/>
            <a:ext cx="6612984" cy="354608"/>
          </a:xfrm>
        </p:spPr>
        <p:txBody>
          <a:bodyPr/>
          <a:lstStyle>
            <a:lvl1pPr>
              <a:defRPr>
                <a:solidFill>
                  <a:schemeClr val="accent1"/>
                </a:solidFill>
              </a:defRPr>
            </a:lvl1pPr>
          </a:lstStyle>
          <a:p>
            <a:r>
              <a:rPr lang="en-US"/>
              <a:t>Click to edit Master title style</a:t>
            </a:r>
            <a:endParaRPr lang="en-GB"/>
          </a:p>
        </p:txBody>
      </p:sp>
      <p:sp>
        <p:nvSpPr>
          <p:cNvPr id="12" name="TextBox 11">
            <a:extLst>
              <a:ext uri="{FF2B5EF4-FFF2-40B4-BE49-F238E27FC236}">
                <a16:creationId xmlns:a16="http://schemas.microsoft.com/office/drawing/2014/main" id="{A29CC063-B168-4AA8-BEAB-8AA923B5B4C9}"/>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Tree>
    <p:extLst>
      <p:ext uri="{BB962C8B-B14F-4D97-AF65-F5344CB8AC3E}">
        <p14:creationId xmlns:p14="http://schemas.microsoft.com/office/powerpoint/2010/main" val="1606251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6096000" y="0"/>
            <a:ext cx="6096000" cy="6858000"/>
          </a:xfrm>
          <a:prstGeom prst="rect">
            <a:avLst/>
          </a:prstGeom>
        </p:spPr>
        <p:txBody>
          <a:bodyPr/>
          <a:lstStyle/>
          <a:p>
            <a:pPr lvl="0"/>
            <a:r>
              <a:rPr lang="en-US"/>
              <a:t>Click to edit Master text styles</a:t>
            </a:r>
          </a:p>
        </p:txBody>
      </p:sp>
      <p:sp>
        <p:nvSpPr>
          <p:cNvPr id="2" name="Title 1">
            <a:extLst>
              <a:ext uri="{FF2B5EF4-FFF2-40B4-BE49-F238E27FC236}">
                <a16:creationId xmlns:a16="http://schemas.microsoft.com/office/drawing/2014/main" id="{101D2764-12C5-4336-8AA1-03DABC196160}"/>
              </a:ext>
            </a:extLst>
          </p:cNvPr>
          <p:cNvSpPr>
            <a:spLocks noGrp="1"/>
          </p:cNvSpPr>
          <p:nvPr>
            <p:ph type="title"/>
          </p:nvPr>
        </p:nvSpPr>
        <p:spPr>
          <a:xfrm>
            <a:off x="1007978" y="564121"/>
            <a:ext cx="4810757" cy="354608"/>
          </a:xfrm>
        </p:spPr>
        <p:txBody>
          <a:bodyPr/>
          <a:lstStyle/>
          <a:p>
            <a:r>
              <a:rPr lang="en-US"/>
              <a:t>Click to edit Master title style</a:t>
            </a:r>
            <a:endParaRPr lang="en-GB"/>
          </a:p>
        </p:txBody>
      </p:sp>
      <p:sp>
        <p:nvSpPr>
          <p:cNvPr id="19" name="Text Placeholder 2">
            <a:extLst>
              <a:ext uri="{FF2B5EF4-FFF2-40B4-BE49-F238E27FC236}">
                <a16:creationId xmlns:a16="http://schemas.microsoft.com/office/drawing/2014/main" id="{9F5F2D96-AFBA-4FC4-8A02-09EF2BC9D5AB}"/>
              </a:ext>
            </a:extLst>
          </p:cNvPr>
          <p:cNvSpPr>
            <a:spLocks noGrp="1"/>
          </p:cNvSpPr>
          <p:nvPr>
            <p:ph type="body" sz="quarter" idx="45" hasCustomPrompt="1"/>
          </p:nvPr>
        </p:nvSpPr>
        <p:spPr>
          <a:xfrm>
            <a:off x="1007978" y="6345273"/>
            <a:ext cx="4810757"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pic>
        <p:nvPicPr>
          <p:cNvPr id="21" name="Picture 20">
            <a:extLst>
              <a:ext uri="{FF2B5EF4-FFF2-40B4-BE49-F238E27FC236}">
                <a16:creationId xmlns:a16="http://schemas.microsoft.com/office/drawing/2014/main" id="{4AE2B3C8-0CD7-4D83-89FF-6706CA49DF82}"/>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9" name="TextBox 8">
            <a:extLst>
              <a:ext uri="{FF2B5EF4-FFF2-40B4-BE49-F238E27FC236}">
                <a16:creationId xmlns:a16="http://schemas.microsoft.com/office/drawing/2014/main" id="{627FD2AC-D7D7-4F36-AE57-42C597372815}"/>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
        <p:nvSpPr>
          <p:cNvPr id="14" name="Text Placeholder 2">
            <a:extLst>
              <a:ext uri="{FF2B5EF4-FFF2-40B4-BE49-F238E27FC236}">
                <a16:creationId xmlns:a16="http://schemas.microsoft.com/office/drawing/2014/main" id="{B208070A-B579-4657-954B-735FA8920AE4}"/>
              </a:ext>
            </a:extLst>
          </p:cNvPr>
          <p:cNvSpPr>
            <a:spLocks noGrp="1"/>
          </p:cNvSpPr>
          <p:nvPr>
            <p:ph type="body" sz="quarter" idx="25" hasCustomPrompt="1"/>
          </p:nvPr>
        </p:nvSpPr>
        <p:spPr>
          <a:xfrm>
            <a:off x="1007980" y="3798663"/>
            <a:ext cx="4810757" cy="584775"/>
          </a:xfrm>
          <a:prstGeom prst="rect">
            <a:avLst/>
          </a:prstGeom>
        </p:spPr>
        <p:txBody>
          <a:bodyPr wrap="square">
            <a:no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a:t>
            </a:r>
          </a:p>
        </p:txBody>
      </p:sp>
      <p:sp>
        <p:nvSpPr>
          <p:cNvPr id="15" name="Text Placeholder 7">
            <a:extLst>
              <a:ext uri="{FF2B5EF4-FFF2-40B4-BE49-F238E27FC236}">
                <a16:creationId xmlns:a16="http://schemas.microsoft.com/office/drawing/2014/main" id="{703E87C4-2349-43C1-968B-429F6693F18B}"/>
              </a:ext>
            </a:extLst>
          </p:cNvPr>
          <p:cNvSpPr>
            <a:spLocks noGrp="1"/>
          </p:cNvSpPr>
          <p:nvPr>
            <p:ph type="body" sz="quarter" idx="51" hasCustomPrompt="1"/>
          </p:nvPr>
        </p:nvSpPr>
        <p:spPr>
          <a:xfrm>
            <a:off x="1007980" y="3082302"/>
            <a:ext cx="4810757" cy="400110"/>
          </a:xfrm>
          <a:prstGeom prst="rect">
            <a:avLst/>
          </a:prstGeom>
        </p:spPr>
        <p:txBody>
          <a:bodyPr vert="horz" wrap="square" lIns="91440" tIns="45720" rIns="91440" bIns="45720" anchor="b" anchorCtr="0">
            <a:no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sp>
        <p:nvSpPr>
          <p:cNvPr id="22" name="Text Placeholder 4">
            <a:extLst>
              <a:ext uri="{FF2B5EF4-FFF2-40B4-BE49-F238E27FC236}">
                <a16:creationId xmlns:a16="http://schemas.microsoft.com/office/drawing/2014/main" id="{9883A16E-DFD8-4AB3-9FDD-2044DEACEB83}"/>
              </a:ext>
            </a:extLst>
          </p:cNvPr>
          <p:cNvSpPr>
            <a:spLocks noGrp="1"/>
          </p:cNvSpPr>
          <p:nvPr>
            <p:ph type="body" sz="quarter" idx="50"/>
          </p:nvPr>
        </p:nvSpPr>
        <p:spPr>
          <a:xfrm>
            <a:off x="1007980" y="4676609"/>
            <a:ext cx="4810757"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2 Images">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6096000" y="1276254"/>
            <a:ext cx="6096000" cy="210434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6" name="Content Placeholder 19">
            <a:extLst>
              <a:ext uri="{FF2B5EF4-FFF2-40B4-BE49-F238E27FC236}">
                <a16:creationId xmlns:a16="http://schemas.microsoft.com/office/drawing/2014/main" id="{92B66D49-D8C7-F042-A9A8-83CF390D7DE4}"/>
              </a:ext>
            </a:extLst>
          </p:cNvPr>
          <p:cNvSpPr>
            <a:spLocks noGrp="1"/>
          </p:cNvSpPr>
          <p:nvPr>
            <p:ph sz="quarter" idx="14"/>
          </p:nvPr>
        </p:nvSpPr>
        <p:spPr>
          <a:xfrm>
            <a:off x="6096000" y="3477405"/>
            <a:ext cx="6096000" cy="2446814"/>
          </a:xfrm>
          <a:prstGeom prst="rect">
            <a:avLst/>
          </a:prstGeom>
        </p:spPr>
        <p:txBody>
          <a:bodyPr/>
          <a:lstStyle/>
          <a:p>
            <a:pPr lvl="0"/>
            <a:r>
              <a:rPr lang="en-US"/>
              <a:t>Click to edit Master text styles</a:t>
            </a:r>
          </a:p>
        </p:txBody>
      </p:sp>
      <p:sp>
        <p:nvSpPr>
          <p:cNvPr id="22" name="Text Placeholder 2">
            <a:extLst>
              <a:ext uri="{FF2B5EF4-FFF2-40B4-BE49-F238E27FC236}">
                <a16:creationId xmlns:a16="http://schemas.microsoft.com/office/drawing/2014/main" id="{7EBBF20C-7E58-4122-B5E0-EBC177CB4631}"/>
              </a:ext>
            </a:extLst>
          </p:cNvPr>
          <p:cNvSpPr>
            <a:spLocks noGrp="1"/>
          </p:cNvSpPr>
          <p:nvPr>
            <p:ph type="body" sz="quarter" idx="45" hasCustomPrompt="1"/>
          </p:nvPr>
        </p:nvSpPr>
        <p:spPr>
          <a:xfrm>
            <a:off x="1007978" y="6363480"/>
            <a:ext cx="8045525"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11" name="Title 1">
            <a:extLst>
              <a:ext uri="{FF2B5EF4-FFF2-40B4-BE49-F238E27FC236}">
                <a16:creationId xmlns:a16="http://schemas.microsoft.com/office/drawing/2014/main" id="{577C44BA-7D17-4CCB-90FE-F6EE45346F5F}"/>
              </a:ext>
            </a:extLst>
          </p:cNvPr>
          <p:cNvSpPr>
            <a:spLocks noGrp="1"/>
          </p:cNvSpPr>
          <p:nvPr>
            <p:ph type="title"/>
          </p:nvPr>
        </p:nvSpPr>
        <p:spPr>
          <a:xfrm>
            <a:off x="1007978" y="564121"/>
            <a:ext cx="4810757" cy="354608"/>
          </a:xfrm>
        </p:spPr>
        <p:txBody>
          <a:bodyPr/>
          <a:lstStyle/>
          <a:p>
            <a:r>
              <a:rPr lang="en-US"/>
              <a:t>Click to edit Master title style</a:t>
            </a:r>
            <a:endParaRPr lang="en-GB"/>
          </a:p>
        </p:txBody>
      </p:sp>
      <p:sp>
        <p:nvSpPr>
          <p:cNvPr id="9" name="Text Placeholder 2">
            <a:extLst>
              <a:ext uri="{FF2B5EF4-FFF2-40B4-BE49-F238E27FC236}">
                <a16:creationId xmlns:a16="http://schemas.microsoft.com/office/drawing/2014/main" id="{9979126A-AA7A-4ACA-A568-BC380BE36F10}"/>
              </a:ext>
            </a:extLst>
          </p:cNvPr>
          <p:cNvSpPr>
            <a:spLocks noGrp="1"/>
          </p:cNvSpPr>
          <p:nvPr>
            <p:ph type="body" sz="quarter" idx="25" hasCustomPrompt="1"/>
          </p:nvPr>
        </p:nvSpPr>
        <p:spPr>
          <a:xfrm>
            <a:off x="1007980" y="3798663"/>
            <a:ext cx="4810757" cy="584775"/>
          </a:xfrm>
          <a:prstGeom prst="rect">
            <a:avLst/>
          </a:prstGeom>
        </p:spPr>
        <p:txBody>
          <a:bodyPr wrap="square">
            <a:no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a:t>
            </a:r>
          </a:p>
        </p:txBody>
      </p:sp>
      <p:sp>
        <p:nvSpPr>
          <p:cNvPr id="10" name="Text Placeholder 7">
            <a:extLst>
              <a:ext uri="{FF2B5EF4-FFF2-40B4-BE49-F238E27FC236}">
                <a16:creationId xmlns:a16="http://schemas.microsoft.com/office/drawing/2014/main" id="{A8DE43D4-E443-4208-BC5E-4F956C8265F8}"/>
              </a:ext>
            </a:extLst>
          </p:cNvPr>
          <p:cNvSpPr>
            <a:spLocks noGrp="1"/>
          </p:cNvSpPr>
          <p:nvPr>
            <p:ph type="body" sz="quarter" idx="51" hasCustomPrompt="1"/>
          </p:nvPr>
        </p:nvSpPr>
        <p:spPr>
          <a:xfrm>
            <a:off x="1007980" y="3082302"/>
            <a:ext cx="4810757" cy="400110"/>
          </a:xfrm>
          <a:prstGeom prst="rect">
            <a:avLst/>
          </a:prstGeom>
        </p:spPr>
        <p:txBody>
          <a:bodyPr vert="horz" wrap="square" lIns="91440" tIns="45720" rIns="91440" bIns="45720" anchor="b" anchorCtr="0">
            <a:no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sp>
        <p:nvSpPr>
          <p:cNvPr id="12" name="Text Placeholder 4">
            <a:extLst>
              <a:ext uri="{FF2B5EF4-FFF2-40B4-BE49-F238E27FC236}">
                <a16:creationId xmlns:a16="http://schemas.microsoft.com/office/drawing/2014/main" id="{A43804CA-60FB-43DE-B754-29120A4BCBCA}"/>
              </a:ext>
            </a:extLst>
          </p:cNvPr>
          <p:cNvSpPr>
            <a:spLocks noGrp="1"/>
          </p:cNvSpPr>
          <p:nvPr>
            <p:ph type="body" sz="quarter" idx="50"/>
          </p:nvPr>
        </p:nvSpPr>
        <p:spPr>
          <a:xfrm>
            <a:off x="1007980" y="4676609"/>
            <a:ext cx="4810757"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34352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Topic - 1 Image">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A5B69C2-4159-436E-B4B9-65D4B80EA172}"/>
              </a:ext>
            </a:extLst>
          </p:cNvPr>
          <p:cNvSpPr>
            <a:spLocks noGrp="1"/>
          </p:cNvSpPr>
          <p:nvPr>
            <p:ph sz="quarter" idx="48" hasCustomPrompt="1"/>
          </p:nvPr>
        </p:nvSpPr>
        <p:spPr>
          <a:xfrm>
            <a:off x="1007978" y="2686825"/>
            <a:ext cx="10176043" cy="2855514"/>
          </a:xfrm>
        </p:spPr>
        <p:txBody>
          <a:bodyPr/>
          <a:lstStyle>
            <a:lvl1pPr marL="0" indent="0">
              <a:buNone/>
              <a:defRPr>
                <a:solidFill>
                  <a:schemeClr val="tx1">
                    <a:lumMod val="100000"/>
                  </a:schemeClr>
                </a:solidFill>
              </a:defRPr>
            </a:lvl1pPr>
          </a:lstStyle>
          <a:p>
            <a:pPr lvl="0"/>
            <a:r>
              <a:rPr lang="en-US" dirty="0"/>
              <a:t>Object</a:t>
            </a:r>
            <a:endParaRPr lang="en-GB" dirty="0"/>
          </a:p>
        </p:txBody>
      </p:sp>
      <p:sp>
        <p:nvSpPr>
          <p:cNvPr id="5" name="Text Placeholder 4">
            <a:extLst>
              <a:ext uri="{FF2B5EF4-FFF2-40B4-BE49-F238E27FC236}">
                <a16:creationId xmlns:a16="http://schemas.microsoft.com/office/drawing/2014/main" id="{5DD2D7D1-05B1-4A39-88B6-DA198CD283A5}"/>
              </a:ext>
            </a:extLst>
          </p:cNvPr>
          <p:cNvSpPr>
            <a:spLocks noGrp="1"/>
          </p:cNvSpPr>
          <p:nvPr>
            <p:ph type="body" sz="quarter" idx="47" hasCustomPrompt="1"/>
          </p:nvPr>
        </p:nvSpPr>
        <p:spPr>
          <a:xfrm>
            <a:off x="1007978" y="1979855"/>
            <a:ext cx="1017604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70E45BC6-4E62-FF4C-8E99-E2C1E8109268}"/>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2" name="Text Placeholder 2">
            <a:extLst>
              <a:ext uri="{FF2B5EF4-FFF2-40B4-BE49-F238E27FC236}">
                <a16:creationId xmlns:a16="http://schemas.microsoft.com/office/drawing/2014/main" id="{2D990E58-9C68-4596-9A03-CAAD31BA2E0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76C28732-DF5F-49BC-8E00-E90D490B269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99640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Topics - 2 Images">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1007978" y="2686825"/>
            <a:ext cx="4571999" cy="2855514"/>
          </a:xfrm>
          <a:prstGeom prst="rect">
            <a:avLst/>
          </a:prstGeom>
        </p:spPr>
        <p:txBody>
          <a:bodyPr/>
          <a:lstStyle>
            <a:lvl1pPr>
              <a:defRPr sz="1213"/>
            </a:lvl1pPr>
          </a:lstStyle>
          <a:p>
            <a:pPr lvl="0"/>
            <a:r>
              <a:rPr lang="en-US"/>
              <a:t>Click to edit Master text styles</a:t>
            </a:r>
          </a:p>
        </p:txBody>
      </p:sp>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6604000" y="2684558"/>
            <a:ext cx="4571998" cy="2869998"/>
          </a:xfrm>
          <a:prstGeom prst="rect">
            <a:avLst/>
          </a:prstGeom>
        </p:spPr>
        <p:txBody>
          <a:bodyPr/>
          <a:lstStyle>
            <a:lvl1pPr>
              <a:defRPr sz="1213">
                <a:solidFill>
                  <a:schemeClr val="tx1">
                    <a:lumMod val="100000"/>
                  </a:schemeClr>
                </a:solidFill>
              </a:defRPr>
            </a:lvl1pPr>
          </a:lstStyle>
          <a:p>
            <a:pPr lvl="0"/>
            <a:r>
              <a:rPr lang="en-US"/>
              <a:t>Click to edit Master text styles</a:t>
            </a:r>
          </a:p>
        </p:txBody>
      </p:sp>
      <p:sp>
        <p:nvSpPr>
          <p:cNvPr id="21" name="Text Placeholder 4">
            <a:extLst>
              <a:ext uri="{FF2B5EF4-FFF2-40B4-BE49-F238E27FC236}">
                <a16:creationId xmlns:a16="http://schemas.microsoft.com/office/drawing/2014/main" id="{34A8C3A1-719F-417C-A232-94BA0344EB87}"/>
              </a:ext>
            </a:extLst>
          </p:cNvPr>
          <p:cNvSpPr>
            <a:spLocks noGrp="1"/>
          </p:cNvSpPr>
          <p:nvPr>
            <p:ph type="body" sz="quarter" idx="49" hasCustomPrompt="1"/>
          </p:nvPr>
        </p:nvSpPr>
        <p:spPr>
          <a:xfrm>
            <a:off x="1007977" y="1979855"/>
            <a:ext cx="4571998"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2" name="Text Placeholder 4">
            <a:extLst>
              <a:ext uri="{FF2B5EF4-FFF2-40B4-BE49-F238E27FC236}">
                <a16:creationId xmlns:a16="http://schemas.microsoft.com/office/drawing/2014/main" id="{8D532C43-8E4A-45C0-9F5D-BB62F78DC658}"/>
              </a:ext>
            </a:extLst>
          </p:cNvPr>
          <p:cNvSpPr>
            <a:spLocks noGrp="1"/>
          </p:cNvSpPr>
          <p:nvPr>
            <p:ph type="body" sz="quarter" idx="50" hasCustomPrompt="1"/>
          </p:nvPr>
        </p:nvSpPr>
        <p:spPr>
          <a:xfrm>
            <a:off x="6603999" y="1945203"/>
            <a:ext cx="4571998"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4A1FD4E4-AE32-164E-92CA-1D9A59FDBB6A}"/>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4" name="Text Placeholder 2">
            <a:extLst>
              <a:ext uri="{FF2B5EF4-FFF2-40B4-BE49-F238E27FC236}">
                <a16:creationId xmlns:a16="http://schemas.microsoft.com/office/drawing/2014/main" id="{05CCA8F9-08CF-42ED-9DD4-BBC99C39276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B2BEBF5-8B2A-462A-9C82-96205D5287F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09681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Topics - 3 Images">
    <p:bg>
      <p:bgPr>
        <a:solidFill>
          <a:schemeClr val="bg1"/>
        </a:solidFill>
        <a:effectLst/>
      </p:bgPr>
    </p:bg>
    <p:spTree>
      <p:nvGrpSpPr>
        <p:cNvPr id="1" name=""/>
        <p:cNvGrpSpPr/>
        <p:nvPr/>
      </p:nvGrpSpPr>
      <p:grpSpPr>
        <a:xfrm>
          <a:off x="0" y="0"/>
          <a:ext cx="0" cy="0"/>
          <a:chOff x="0" y="0"/>
          <a:chExt cx="0" cy="0"/>
        </a:xfrm>
      </p:grpSpPr>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8328399" y="1288959"/>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19">
            <a:extLst>
              <a:ext uri="{FF2B5EF4-FFF2-40B4-BE49-F238E27FC236}">
                <a16:creationId xmlns:a16="http://schemas.microsoft.com/office/drawing/2014/main" id="{B28FD3DF-684D-CC44-B65D-C215BEB9C4EC}"/>
              </a:ext>
            </a:extLst>
          </p:cNvPr>
          <p:cNvSpPr>
            <a:spLocks noGrp="1"/>
          </p:cNvSpPr>
          <p:nvPr>
            <p:ph sz="quarter" idx="18"/>
          </p:nvPr>
        </p:nvSpPr>
        <p:spPr>
          <a:xfrm>
            <a:off x="4684365" y="1302585"/>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19">
            <a:extLst>
              <a:ext uri="{FF2B5EF4-FFF2-40B4-BE49-F238E27FC236}">
                <a16:creationId xmlns:a16="http://schemas.microsoft.com/office/drawing/2014/main" id="{82885CB0-57CD-1949-846E-EA2F3239BA3E}"/>
              </a:ext>
            </a:extLst>
          </p:cNvPr>
          <p:cNvSpPr>
            <a:spLocks noGrp="1"/>
          </p:cNvSpPr>
          <p:nvPr>
            <p:ph sz="quarter" idx="19"/>
          </p:nvPr>
        </p:nvSpPr>
        <p:spPr>
          <a:xfrm>
            <a:off x="1007978" y="1302585"/>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32" name="Text Placeholder 2">
            <a:extLst>
              <a:ext uri="{FF2B5EF4-FFF2-40B4-BE49-F238E27FC236}">
                <a16:creationId xmlns:a16="http://schemas.microsoft.com/office/drawing/2014/main" id="{0E02CBEE-38CC-452E-9C7C-700285069BC8}"/>
              </a:ext>
            </a:extLst>
          </p:cNvPr>
          <p:cNvSpPr>
            <a:spLocks noGrp="1"/>
          </p:cNvSpPr>
          <p:nvPr>
            <p:ph type="body" sz="quarter" idx="50" hasCustomPrompt="1"/>
          </p:nvPr>
        </p:nvSpPr>
        <p:spPr>
          <a:xfrm>
            <a:off x="1007978"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17" name="Text Placeholder 4">
            <a:extLst>
              <a:ext uri="{FF2B5EF4-FFF2-40B4-BE49-F238E27FC236}">
                <a16:creationId xmlns:a16="http://schemas.microsoft.com/office/drawing/2014/main" id="{5E1C9C04-DA9E-45C1-9841-BF954A4D5A56}"/>
              </a:ext>
            </a:extLst>
          </p:cNvPr>
          <p:cNvSpPr>
            <a:spLocks noGrp="1"/>
          </p:cNvSpPr>
          <p:nvPr>
            <p:ph type="body" sz="quarter" idx="47" hasCustomPrompt="1"/>
          </p:nvPr>
        </p:nvSpPr>
        <p:spPr>
          <a:xfrm>
            <a:off x="1007978"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3" name="Text Placeholder 2">
            <a:extLst>
              <a:ext uri="{FF2B5EF4-FFF2-40B4-BE49-F238E27FC236}">
                <a16:creationId xmlns:a16="http://schemas.microsoft.com/office/drawing/2014/main" id="{FC5184CB-4CA9-458B-A4F2-AC9364F44B99}"/>
              </a:ext>
            </a:extLst>
          </p:cNvPr>
          <p:cNvSpPr>
            <a:spLocks noGrp="1"/>
          </p:cNvSpPr>
          <p:nvPr>
            <p:ph type="body" sz="quarter" idx="51" hasCustomPrompt="1"/>
          </p:nvPr>
        </p:nvSpPr>
        <p:spPr>
          <a:xfrm>
            <a:off x="4684365"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29" name="Text Placeholder 4">
            <a:extLst>
              <a:ext uri="{FF2B5EF4-FFF2-40B4-BE49-F238E27FC236}">
                <a16:creationId xmlns:a16="http://schemas.microsoft.com/office/drawing/2014/main" id="{728CE280-FBAB-4A3F-89D4-452235A72DEC}"/>
              </a:ext>
            </a:extLst>
          </p:cNvPr>
          <p:cNvSpPr>
            <a:spLocks noGrp="1"/>
          </p:cNvSpPr>
          <p:nvPr>
            <p:ph type="body" sz="quarter" idx="48" hasCustomPrompt="1"/>
          </p:nvPr>
        </p:nvSpPr>
        <p:spPr>
          <a:xfrm>
            <a:off x="4684365"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4" name="Text Placeholder 2">
            <a:extLst>
              <a:ext uri="{FF2B5EF4-FFF2-40B4-BE49-F238E27FC236}">
                <a16:creationId xmlns:a16="http://schemas.microsoft.com/office/drawing/2014/main" id="{2485DAB0-74B0-420C-BB10-0CCAC1525402}"/>
              </a:ext>
            </a:extLst>
          </p:cNvPr>
          <p:cNvSpPr>
            <a:spLocks noGrp="1"/>
          </p:cNvSpPr>
          <p:nvPr>
            <p:ph type="body" sz="quarter" idx="52" hasCustomPrompt="1"/>
          </p:nvPr>
        </p:nvSpPr>
        <p:spPr>
          <a:xfrm>
            <a:off x="8328400"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31" name="Text Placeholder 4">
            <a:extLst>
              <a:ext uri="{FF2B5EF4-FFF2-40B4-BE49-F238E27FC236}">
                <a16:creationId xmlns:a16="http://schemas.microsoft.com/office/drawing/2014/main" id="{501ECE75-78F5-41AB-AF90-C63B98D8C3BB}"/>
              </a:ext>
            </a:extLst>
          </p:cNvPr>
          <p:cNvSpPr>
            <a:spLocks noGrp="1"/>
          </p:cNvSpPr>
          <p:nvPr>
            <p:ph type="body" sz="quarter" idx="49" hasCustomPrompt="1"/>
          </p:nvPr>
        </p:nvSpPr>
        <p:spPr>
          <a:xfrm>
            <a:off x="8328400"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8" name="Picture 27">
            <a:extLst>
              <a:ext uri="{FF2B5EF4-FFF2-40B4-BE49-F238E27FC236}">
                <a16:creationId xmlns:a16="http://schemas.microsoft.com/office/drawing/2014/main" id="{29036124-F8CE-014F-878A-82E608483564}"/>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7" name="Text Placeholder 2">
            <a:extLst>
              <a:ext uri="{FF2B5EF4-FFF2-40B4-BE49-F238E27FC236}">
                <a16:creationId xmlns:a16="http://schemas.microsoft.com/office/drawing/2014/main" id="{7F0F4966-946B-44D9-AF60-2A101322D06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2647C4CC-3ED3-4F9E-A9EA-E7BD20D40E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65264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Topics - 3 Images_Graphs">
    <p:bg>
      <p:bgPr>
        <a:solidFill>
          <a:schemeClr val="bg1"/>
        </a:solidFill>
        <a:effectLst/>
      </p:bgPr>
    </p:bg>
    <p:spTree>
      <p:nvGrpSpPr>
        <p:cNvPr id="1" name=""/>
        <p:cNvGrpSpPr/>
        <p:nvPr/>
      </p:nvGrpSpPr>
      <p:grpSpPr>
        <a:xfrm>
          <a:off x="0" y="0"/>
          <a:ext cx="0" cy="0"/>
          <a:chOff x="0" y="0"/>
          <a:chExt cx="0" cy="0"/>
        </a:xfrm>
      </p:grpSpPr>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8328399" y="2672341"/>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19">
            <a:extLst>
              <a:ext uri="{FF2B5EF4-FFF2-40B4-BE49-F238E27FC236}">
                <a16:creationId xmlns:a16="http://schemas.microsoft.com/office/drawing/2014/main" id="{B28FD3DF-684D-CC44-B65D-C215BEB9C4EC}"/>
              </a:ext>
            </a:extLst>
          </p:cNvPr>
          <p:cNvSpPr>
            <a:spLocks noGrp="1"/>
          </p:cNvSpPr>
          <p:nvPr>
            <p:ph sz="quarter" idx="18"/>
          </p:nvPr>
        </p:nvSpPr>
        <p:spPr>
          <a:xfrm>
            <a:off x="4684365" y="2685966"/>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19">
            <a:extLst>
              <a:ext uri="{FF2B5EF4-FFF2-40B4-BE49-F238E27FC236}">
                <a16:creationId xmlns:a16="http://schemas.microsoft.com/office/drawing/2014/main" id="{82885CB0-57CD-1949-846E-EA2F3239BA3E}"/>
              </a:ext>
            </a:extLst>
          </p:cNvPr>
          <p:cNvSpPr>
            <a:spLocks noGrp="1"/>
          </p:cNvSpPr>
          <p:nvPr>
            <p:ph sz="quarter" idx="19"/>
          </p:nvPr>
        </p:nvSpPr>
        <p:spPr>
          <a:xfrm>
            <a:off x="1007978" y="2685966"/>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4">
            <a:extLst>
              <a:ext uri="{FF2B5EF4-FFF2-40B4-BE49-F238E27FC236}">
                <a16:creationId xmlns:a16="http://schemas.microsoft.com/office/drawing/2014/main" id="{FD94504D-EF15-4CC6-B9B9-B98F9C97DFBB}"/>
              </a:ext>
            </a:extLst>
          </p:cNvPr>
          <p:cNvSpPr>
            <a:spLocks noGrp="1"/>
          </p:cNvSpPr>
          <p:nvPr>
            <p:ph type="body" sz="quarter" idx="49" hasCustomPrompt="1"/>
          </p:nvPr>
        </p:nvSpPr>
        <p:spPr>
          <a:xfrm>
            <a:off x="1007978"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9" name="Text Placeholder 4">
            <a:extLst>
              <a:ext uri="{FF2B5EF4-FFF2-40B4-BE49-F238E27FC236}">
                <a16:creationId xmlns:a16="http://schemas.microsoft.com/office/drawing/2014/main" id="{C1F26CA3-996C-4133-BFE5-51DD3B1B59C0}"/>
              </a:ext>
            </a:extLst>
          </p:cNvPr>
          <p:cNvSpPr>
            <a:spLocks noGrp="1"/>
          </p:cNvSpPr>
          <p:nvPr>
            <p:ph type="body" sz="quarter" idx="50" hasCustomPrompt="1"/>
          </p:nvPr>
        </p:nvSpPr>
        <p:spPr>
          <a:xfrm>
            <a:off x="4684365"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0" name="Text Placeholder 4">
            <a:extLst>
              <a:ext uri="{FF2B5EF4-FFF2-40B4-BE49-F238E27FC236}">
                <a16:creationId xmlns:a16="http://schemas.microsoft.com/office/drawing/2014/main" id="{4080BB73-3DE7-4B96-9A75-41E172E139D9}"/>
              </a:ext>
            </a:extLst>
          </p:cNvPr>
          <p:cNvSpPr>
            <a:spLocks noGrp="1"/>
          </p:cNvSpPr>
          <p:nvPr>
            <p:ph type="body" sz="quarter" idx="51" hasCustomPrompt="1"/>
          </p:nvPr>
        </p:nvSpPr>
        <p:spPr>
          <a:xfrm>
            <a:off x="8328399"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07F509E7-970D-F24C-B2CA-9AC9EE46A9B5}"/>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7" name="Text Placeholder 2">
            <a:extLst>
              <a:ext uri="{FF2B5EF4-FFF2-40B4-BE49-F238E27FC236}">
                <a16:creationId xmlns:a16="http://schemas.microsoft.com/office/drawing/2014/main" id="{91541F1B-8813-4653-A5E3-8B9C13F75961}"/>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E0DE9637-694F-4CB0-B081-EF6F1C021817}"/>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550310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3 Images">
    <p:bg>
      <p:bgPr>
        <a:solidFill>
          <a:schemeClr val="bg1"/>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F5CF80C6-0B1A-4441-88AF-2BB9B4AD87A2}"/>
              </a:ext>
            </a:extLst>
          </p:cNvPr>
          <p:cNvSpPr>
            <a:spLocks noGrp="1"/>
          </p:cNvSpPr>
          <p:nvPr>
            <p:ph type="body" sz="quarter" idx="22" hasCustomPrompt="1"/>
          </p:nvPr>
        </p:nvSpPr>
        <p:spPr>
          <a:xfrm>
            <a:off x="1007978"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25" name="Text Placeholder 2">
            <a:extLst>
              <a:ext uri="{FF2B5EF4-FFF2-40B4-BE49-F238E27FC236}">
                <a16:creationId xmlns:a16="http://schemas.microsoft.com/office/drawing/2014/main" id="{58C38426-E8FE-6C4A-A1F4-EC5B8EF22F67}"/>
              </a:ext>
            </a:extLst>
          </p:cNvPr>
          <p:cNvSpPr>
            <a:spLocks noGrp="1"/>
          </p:cNvSpPr>
          <p:nvPr>
            <p:ph type="body" sz="quarter" idx="23" hasCustomPrompt="1"/>
          </p:nvPr>
        </p:nvSpPr>
        <p:spPr>
          <a:xfrm>
            <a:off x="1007978"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 name="Picture Placeholder 2">
            <a:extLst>
              <a:ext uri="{FF2B5EF4-FFF2-40B4-BE49-F238E27FC236}">
                <a16:creationId xmlns:a16="http://schemas.microsoft.com/office/drawing/2014/main" id="{B0D7B50D-637B-E245-BFFC-9A548836DCE5}"/>
              </a:ext>
            </a:extLst>
          </p:cNvPr>
          <p:cNvSpPr>
            <a:spLocks noGrp="1"/>
          </p:cNvSpPr>
          <p:nvPr>
            <p:ph type="pic" sz="quarter" idx="33"/>
          </p:nvPr>
        </p:nvSpPr>
        <p:spPr>
          <a:xfrm>
            <a:off x="1011059" y="1269911"/>
            <a:ext cx="2540000" cy="2374733"/>
          </a:xfrm>
          <a:prstGeom prst="rect">
            <a:avLst/>
          </a:prstGeom>
        </p:spPr>
        <p:txBody>
          <a:bodyPr/>
          <a:lstStyle/>
          <a:p>
            <a:r>
              <a:rPr lang="en-US"/>
              <a:t>Click icon to add picture</a:t>
            </a:r>
          </a:p>
        </p:txBody>
      </p:sp>
      <p:sp>
        <p:nvSpPr>
          <p:cNvPr id="24" name="Picture Placeholder 2">
            <a:extLst>
              <a:ext uri="{FF2B5EF4-FFF2-40B4-BE49-F238E27FC236}">
                <a16:creationId xmlns:a16="http://schemas.microsoft.com/office/drawing/2014/main" id="{DAE4562A-8DE7-D244-9DE5-06E7940730A5}"/>
              </a:ext>
            </a:extLst>
          </p:cNvPr>
          <p:cNvSpPr>
            <a:spLocks noGrp="1"/>
          </p:cNvSpPr>
          <p:nvPr>
            <p:ph type="pic" sz="quarter" idx="36"/>
          </p:nvPr>
        </p:nvSpPr>
        <p:spPr>
          <a:xfrm>
            <a:off x="4802092" y="1273406"/>
            <a:ext cx="2540000" cy="2374733"/>
          </a:xfrm>
          <a:prstGeom prst="rect">
            <a:avLst/>
          </a:prstGeom>
        </p:spPr>
        <p:txBody>
          <a:bodyPr/>
          <a:lstStyle/>
          <a:p>
            <a:r>
              <a:rPr lang="en-US"/>
              <a:t>Click icon to add picture</a:t>
            </a:r>
          </a:p>
        </p:txBody>
      </p:sp>
      <p:sp>
        <p:nvSpPr>
          <p:cNvPr id="28" name="Text Placeholder 2">
            <a:extLst>
              <a:ext uri="{FF2B5EF4-FFF2-40B4-BE49-F238E27FC236}">
                <a16:creationId xmlns:a16="http://schemas.microsoft.com/office/drawing/2014/main" id="{804775D0-CDB4-5243-B2A1-7EAD2BC7B242}"/>
              </a:ext>
            </a:extLst>
          </p:cNvPr>
          <p:cNvSpPr>
            <a:spLocks noGrp="1"/>
          </p:cNvSpPr>
          <p:nvPr>
            <p:ph type="body" sz="quarter" idx="38" hasCustomPrompt="1"/>
          </p:nvPr>
        </p:nvSpPr>
        <p:spPr>
          <a:xfrm>
            <a:off x="4802093"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1" name="Text Placeholder 2">
            <a:extLst>
              <a:ext uri="{FF2B5EF4-FFF2-40B4-BE49-F238E27FC236}">
                <a16:creationId xmlns:a16="http://schemas.microsoft.com/office/drawing/2014/main" id="{6E1D07E0-5265-0540-9B27-9B39695632DE}"/>
              </a:ext>
            </a:extLst>
          </p:cNvPr>
          <p:cNvSpPr>
            <a:spLocks noGrp="1"/>
          </p:cNvSpPr>
          <p:nvPr>
            <p:ph type="body" sz="quarter" idx="39" hasCustomPrompt="1"/>
          </p:nvPr>
        </p:nvSpPr>
        <p:spPr>
          <a:xfrm>
            <a:off x="4802093"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44" name="Picture Placeholder 2">
            <a:extLst>
              <a:ext uri="{FF2B5EF4-FFF2-40B4-BE49-F238E27FC236}">
                <a16:creationId xmlns:a16="http://schemas.microsoft.com/office/drawing/2014/main" id="{89260162-6948-CE48-848B-7BDA9A8F44F7}"/>
              </a:ext>
            </a:extLst>
          </p:cNvPr>
          <p:cNvSpPr>
            <a:spLocks noGrp="1"/>
          </p:cNvSpPr>
          <p:nvPr>
            <p:ph type="pic" sz="quarter" idx="40"/>
          </p:nvPr>
        </p:nvSpPr>
        <p:spPr>
          <a:xfrm>
            <a:off x="8637605" y="1273406"/>
            <a:ext cx="2540000" cy="2374733"/>
          </a:xfrm>
          <a:prstGeom prst="rect">
            <a:avLst/>
          </a:prstGeom>
        </p:spPr>
        <p:txBody>
          <a:bodyPr/>
          <a:lstStyle/>
          <a:p>
            <a:r>
              <a:rPr lang="en-US"/>
              <a:t>Click icon to add picture</a:t>
            </a:r>
          </a:p>
        </p:txBody>
      </p:sp>
      <p:sp>
        <p:nvSpPr>
          <p:cNvPr id="46" name="Text Placeholder 2">
            <a:extLst>
              <a:ext uri="{FF2B5EF4-FFF2-40B4-BE49-F238E27FC236}">
                <a16:creationId xmlns:a16="http://schemas.microsoft.com/office/drawing/2014/main" id="{2A262BA5-97BA-754D-B84B-CA16CD0EF1D2}"/>
              </a:ext>
            </a:extLst>
          </p:cNvPr>
          <p:cNvSpPr>
            <a:spLocks noGrp="1"/>
          </p:cNvSpPr>
          <p:nvPr>
            <p:ph type="body" sz="quarter" idx="42" hasCustomPrompt="1"/>
          </p:nvPr>
        </p:nvSpPr>
        <p:spPr>
          <a:xfrm>
            <a:off x="8637605"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47" name="Text Placeholder 2">
            <a:extLst>
              <a:ext uri="{FF2B5EF4-FFF2-40B4-BE49-F238E27FC236}">
                <a16:creationId xmlns:a16="http://schemas.microsoft.com/office/drawing/2014/main" id="{5CEC97E2-754F-6141-9EDD-BC3CE1B0CAA5}"/>
              </a:ext>
            </a:extLst>
          </p:cNvPr>
          <p:cNvSpPr>
            <a:spLocks noGrp="1"/>
          </p:cNvSpPr>
          <p:nvPr>
            <p:ph type="body" sz="quarter" idx="43" hasCustomPrompt="1"/>
          </p:nvPr>
        </p:nvSpPr>
        <p:spPr>
          <a:xfrm>
            <a:off x="8637605"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5" name="Text Placeholder 4">
            <a:extLst>
              <a:ext uri="{FF2B5EF4-FFF2-40B4-BE49-F238E27FC236}">
                <a16:creationId xmlns:a16="http://schemas.microsoft.com/office/drawing/2014/main" id="{13233A92-5725-48D4-954A-A9D67F28B0B8}"/>
              </a:ext>
            </a:extLst>
          </p:cNvPr>
          <p:cNvSpPr>
            <a:spLocks noGrp="1"/>
          </p:cNvSpPr>
          <p:nvPr>
            <p:ph type="body" sz="quarter" idx="55"/>
          </p:nvPr>
        </p:nvSpPr>
        <p:spPr>
          <a:xfrm>
            <a:off x="1007978" y="4514360"/>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3" name="Picture 32">
            <a:extLst>
              <a:ext uri="{FF2B5EF4-FFF2-40B4-BE49-F238E27FC236}">
                <a16:creationId xmlns:a16="http://schemas.microsoft.com/office/drawing/2014/main" id="{94D9C6AF-C0D9-AB46-9348-A9EBD88AE3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9" name="Text Placeholder 4">
            <a:extLst>
              <a:ext uri="{FF2B5EF4-FFF2-40B4-BE49-F238E27FC236}">
                <a16:creationId xmlns:a16="http://schemas.microsoft.com/office/drawing/2014/main" id="{A3092CF5-1ADB-4819-BDEC-F63594392656}"/>
              </a:ext>
            </a:extLst>
          </p:cNvPr>
          <p:cNvSpPr>
            <a:spLocks noGrp="1"/>
          </p:cNvSpPr>
          <p:nvPr>
            <p:ph type="body" sz="quarter" idx="56"/>
          </p:nvPr>
        </p:nvSpPr>
        <p:spPr>
          <a:xfrm>
            <a:off x="4813421" y="4515485"/>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4">
            <a:extLst>
              <a:ext uri="{FF2B5EF4-FFF2-40B4-BE49-F238E27FC236}">
                <a16:creationId xmlns:a16="http://schemas.microsoft.com/office/drawing/2014/main" id="{781BE64D-4686-4D11-A994-6E7828DC8D7A}"/>
              </a:ext>
            </a:extLst>
          </p:cNvPr>
          <p:cNvSpPr>
            <a:spLocks noGrp="1"/>
          </p:cNvSpPr>
          <p:nvPr>
            <p:ph type="body" sz="quarter" idx="57"/>
          </p:nvPr>
        </p:nvSpPr>
        <p:spPr>
          <a:xfrm>
            <a:off x="8648933" y="4514360"/>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2">
            <a:extLst>
              <a:ext uri="{FF2B5EF4-FFF2-40B4-BE49-F238E27FC236}">
                <a16:creationId xmlns:a16="http://schemas.microsoft.com/office/drawing/2014/main" id="{4C2AB477-C290-4330-A54E-4605FDE3A236}"/>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286EC127-81F3-4756-9F28-2FD7753E60E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786038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4 Images">
    <p:bg>
      <p:bgPr>
        <a:solidFill>
          <a:schemeClr val="bg1"/>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F5CF80C6-0B1A-4441-88AF-2BB9B4AD87A2}"/>
              </a:ext>
            </a:extLst>
          </p:cNvPr>
          <p:cNvSpPr>
            <a:spLocks noGrp="1"/>
          </p:cNvSpPr>
          <p:nvPr>
            <p:ph type="body" sz="quarter" idx="22" hasCustomPrompt="1"/>
          </p:nvPr>
        </p:nvSpPr>
        <p:spPr>
          <a:xfrm>
            <a:off x="1007978"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25" name="Text Placeholder 2">
            <a:extLst>
              <a:ext uri="{FF2B5EF4-FFF2-40B4-BE49-F238E27FC236}">
                <a16:creationId xmlns:a16="http://schemas.microsoft.com/office/drawing/2014/main" id="{58C38426-E8FE-6C4A-A1F4-EC5B8EF22F67}"/>
              </a:ext>
            </a:extLst>
          </p:cNvPr>
          <p:cNvSpPr>
            <a:spLocks noGrp="1"/>
          </p:cNvSpPr>
          <p:nvPr>
            <p:ph type="body" sz="quarter" idx="23" hasCustomPrompt="1"/>
          </p:nvPr>
        </p:nvSpPr>
        <p:spPr>
          <a:xfrm>
            <a:off x="1007978"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2" name="Text Placeholder 2">
            <a:extLst>
              <a:ext uri="{FF2B5EF4-FFF2-40B4-BE49-F238E27FC236}">
                <a16:creationId xmlns:a16="http://schemas.microsoft.com/office/drawing/2014/main" id="{5BC5E5E0-EBC5-7B4A-9B55-EF3A553B478B}"/>
              </a:ext>
            </a:extLst>
          </p:cNvPr>
          <p:cNvSpPr>
            <a:spLocks noGrp="1"/>
          </p:cNvSpPr>
          <p:nvPr>
            <p:ph type="body" sz="quarter" idx="25" hasCustomPrompt="1"/>
          </p:nvPr>
        </p:nvSpPr>
        <p:spPr>
          <a:xfrm>
            <a:off x="3727450"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3" name="Text Placeholder 2">
            <a:extLst>
              <a:ext uri="{FF2B5EF4-FFF2-40B4-BE49-F238E27FC236}">
                <a16:creationId xmlns:a16="http://schemas.microsoft.com/office/drawing/2014/main" id="{DD722374-F3F7-BF42-AAEB-30E3913D4943}"/>
              </a:ext>
            </a:extLst>
          </p:cNvPr>
          <p:cNvSpPr>
            <a:spLocks noGrp="1"/>
          </p:cNvSpPr>
          <p:nvPr>
            <p:ph type="body" sz="quarter" idx="26" hasCustomPrompt="1"/>
          </p:nvPr>
        </p:nvSpPr>
        <p:spPr>
          <a:xfrm>
            <a:off x="3727450"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5" name="Text Placeholder 2">
            <a:extLst>
              <a:ext uri="{FF2B5EF4-FFF2-40B4-BE49-F238E27FC236}">
                <a16:creationId xmlns:a16="http://schemas.microsoft.com/office/drawing/2014/main" id="{D8048DE1-3D33-1549-B8C3-873A5D0CBC7D}"/>
              </a:ext>
            </a:extLst>
          </p:cNvPr>
          <p:cNvSpPr>
            <a:spLocks noGrp="1"/>
          </p:cNvSpPr>
          <p:nvPr>
            <p:ph type="body" sz="quarter" idx="28" hasCustomPrompt="1"/>
          </p:nvPr>
        </p:nvSpPr>
        <p:spPr>
          <a:xfrm>
            <a:off x="6438893"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7" name="Text Placeholder 2">
            <a:extLst>
              <a:ext uri="{FF2B5EF4-FFF2-40B4-BE49-F238E27FC236}">
                <a16:creationId xmlns:a16="http://schemas.microsoft.com/office/drawing/2014/main" id="{D6B43CF3-D01A-014C-B1CB-2C5173D95BD9}"/>
              </a:ext>
            </a:extLst>
          </p:cNvPr>
          <p:cNvSpPr>
            <a:spLocks noGrp="1"/>
          </p:cNvSpPr>
          <p:nvPr>
            <p:ph type="body" sz="quarter" idx="29" hasCustomPrompt="1"/>
          </p:nvPr>
        </p:nvSpPr>
        <p:spPr>
          <a:xfrm>
            <a:off x="6438893"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9" name="Text Placeholder 2">
            <a:extLst>
              <a:ext uri="{FF2B5EF4-FFF2-40B4-BE49-F238E27FC236}">
                <a16:creationId xmlns:a16="http://schemas.microsoft.com/office/drawing/2014/main" id="{49A8F497-3A40-1940-A0F6-55364B5199DE}"/>
              </a:ext>
            </a:extLst>
          </p:cNvPr>
          <p:cNvSpPr>
            <a:spLocks noGrp="1"/>
          </p:cNvSpPr>
          <p:nvPr>
            <p:ph type="body" sz="quarter" idx="31" hasCustomPrompt="1"/>
          </p:nvPr>
        </p:nvSpPr>
        <p:spPr>
          <a:xfrm>
            <a:off x="9150336"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40" name="Text Placeholder 2">
            <a:extLst>
              <a:ext uri="{FF2B5EF4-FFF2-40B4-BE49-F238E27FC236}">
                <a16:creationId xmlns:a16="http://schemas.microsoft.com/office/drawing/2014/main" id="{EF6E1454-D82E-0C47-911A-12EA3906BA43}"/>
              </a:ext>
            </a:extLst>
          </p:cNvPr>
          <p:cNvSpPr>
            <a:spLocks noGrp="1"/>
          </p:cNvSpPr>
          <p:nvPr>
            <p:ph type="body" sz="quarter" idx="32" hasCustomPrompt="1"/>
          </p:nvPr>
        </p:nvSpPr>
        <p:spPr>
          <a:xfrm>
            <a:off x="9150336"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 name="Picture Placeholder 2">
            <a:extLst>
              <a:ext uri="{FF2B5EF4-FFF2-40B4-BE49-F238E27FC236}">
                <a16:creationId xmlns:a16="http://schemas.microsoft.com/office/drawing/2014/main" id="{B0D7B50D-637B-E245-BFFC-9A548836DCE5}"/>
              </a:ext>
            </a:extLst>
          </p:cNvPr>
          <p:cNvSpPr>
            <a:spLocks noGrp="1"/>
          </p:cNvSpPr>
          <p:nvPr>
            <p:ph type="pic" sz="quarter" idx="33"/>
          </p:nvPr>
        </p:nvSpPr>
        <p:spPr>
          <a:xfrm>
            <a:off x="1007978" y="1269911"/>
            <a:ext cx="2031993" cy="2374733"/>
          </a:xfrm>
          <a:prstGeom prst="rect">
            <a:avLst/>
          </a:prstGeom>
        </p:spPr>
        <p:txBody>
          <a:bodyPr/>
          <a:lstStyle/>
          <a:p>
            <a:r>
              <a:rPr lang="en-US"/>
              <a:t>Click icon to add picture</a:t>
            </a:r>
          </a:p>
        </p:txBody>
      </p:sp>
      <p:sp>
        <p:nvSpPr>
          <p:cNvPr id="41" name="Picture Placeholder 2">
            <a:extLst>
              <a:ext uri="{FF2B5EF4-FFF2-40B4-BE49-F238E27FC236}">
                <a16:creationId xmlns:a16="http://schemas.microsoft.com/office/drawing/2014/main" id="{27E2C7BE-FD7E-9045-A708-B7BCFF9250C7}"/>
              </a:ext>
            </a:extLst>
          </p:cNvPr>
          <p:cNvSpPr>
            <a:spLocks noGrp="1"/>
          </p:cNvSpPr>
          <p:nvPr>
            <p:ph type="pic" sz="quarter" idx="34"/>
          </p:nvPr>
        </p:nvSpPr>
        <p:spPr>
          <a:xfrm>
            <a:off x="3727450" y="1269911"/>
            <a:ext cx="2031993" cy="2374733"/>
          </a:xfrm>
          <a:prstGeom prst="rect">
            <a:avLst/>
          </a:prstGeom>
        </p:spPr>
        <p:txBody>
          <a:bodyPr/>
          <a:lstStyle/>
          <a:p>
            <a:r>
              <a:rPr lang="en-US"/>
              <a:t>Click icon to add picture</a:t>
            </a:r>
          </a:p>
        </p:txBody>
      </p:sp>
      <p:sp>
        <p:nvSpPr>
          <p:cNvPr id="42" name="Picture Placeholder 2">
            <a:extLst>
              <a:ext uri="{FF2B5EF4-FFF2-40B4-BE49-F238E27FC236}">
                <a16:creationId xmlns:a16="http://schemas.microsoft.com/office/drawing/2014/main" id="{F5C4BFEC-EB9E-9F48-A697-68475A5245EE}"/>
              </a:ext>
            </a:extLst>
          </p:cNvPr>
          <p:cNvSpPr>
            <a:spLocks noGrp="1"/>
          </p:cNvSpPr>
          <p:nvPr>
            <p:ph type="pic" sz="quarter" idx="35"/>
          </p:nvPr>
        </p:nvSpPr>
        <p:spPr>
          <a:xfrm>
            <a:off x="6432559" y="1269911"/>
            <a:ext cx="2031993" cy="2374733"/>
          </a:xfrm>
          <a:prstGeom prst="rect">
            <a:avLst/>
          </a:prstGeom>
        </p:spPr>
        <p:txBody>
          <a:bodyPr/>
          <a:lstStyle/>
          <a:p>
            <a:r>
              <a:rPr lang="en-US"/>
              <a:t>Click icon to add picture</a:t>
            </a:r>
          </a:p>
        </p:txBody>
      </p:sp>
      <p:sp>
        <p:nvSpPr>
          <p:cNvPr id="43" name="Picture Placeholder 2">
            <a:extLst>
              <a:ext uri="{FF2B5EF4-FFF2-40B4-BE49-F238E27FC236}">
                <a16:creationId xmlns:a16="http://schemas.microsoft.com/office/drawing/2014/main" id="{8FA2B4B5-3533-D949-9285-A9F165E6FB12}"/>
              </a:ext>
            </a:extLst>
          </p:cNvPr>
          <p:cNvSpPr>
            <a:spLocks noGrp="1"/>
          </p:cNvSpPr>
          <p:nvPr>
            <p:ph type="pic" sz="quarter" idx="36"/>
          </p:nvPr>
        </p:nvSpPr>
        <p:spPr>
          <a:xfrm>
            <a:off x="9150343" y="1269911"/>
            <a:ext cx="2031993" cy="2374733"/>
          </a:xfrm>
          <a:prstGeom prst="rect">
            <a:avLst/>
          </a:prstGeom>
        </p:spPr>
        <p:txBody>
          <a:bodyPr/>
          <a:lstStyle/>
          <a:p>
            <a:r>
              <a:rPr lang="en-US"/>
              <a:t>Click icon to add picture</a:t>
            </a:r>
          </a:p>
        </p:txBody>
      </p:sp>
      <p:pic>
        <p:nvPicPr>
          <p:cNvPr id="26" name="Picture 25">
            <a:extLst>
              <a:ext uri="{FF2B5EF4-FFF2-40B4-BE49-F238E27FC236}">
                <a16:creationId xmlns:a16="http://schemas.microsoft.com/office/drawing/2014/main" id="{DDE991E5-ECDA-0243-A00D-5F6C75D8D3BE}"/>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1" name="Text Placeholder 4">
            <a:extLst>
              <a:ext uri="{FF2B5EF4-FFF2-40B4-BE49-F238E27FC236}">
                <a16:creationId xmlns:a16="http://schemas.microsoft.com/office/drawing/2014/main" id="{CF105172-7A09-43F8-B1BD-ADBCD4A9D19B}"/>
              </a:ext>
            </a:extLst>
          </p:cNvPr>
          <p:cNvSpPr>
            <a:spLocks noGrp="1"/>
          </p:cNvSpPr>
          <p:nvPr>
            <p:ph type="body" sz="quarter" idx="56"/>
          </p:nvPr>
        </p:nvSpPr>
        <p:spPr>
          <a:xfrm>
            <a:off x="1007978"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71EC096E-DD76-4A09-9CE9-55775473750A}"/>
              </a:ext>
            </a:extLst>
          </p:cNvPr>
          <p:cNvSpPr>
            <a:spLocks noGrp="1"/>
          </p:cNvSpPr>
          <p:nvPr>
            <p:ph type="body" sz="quarter" idx="57"/>
          </p:nvPr>
        </p:nvSpPr>
        <p:spPr>
          <a:xfrm>
            <a:off x="3725184"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4">
            <a:extLst>
              <a:ext uri="{FF2B5EF4-FFF2-40B4-BE49-F238E27FC236}">
                <a16:creationId xmlns:a16="http://schemas.microsoft.com/office/drawing/2014/main" id="{3C6EFA4A-CEAF-4135-9EB4-D17EBC423E10}"/>
              </a:ext>
            </a:extLst>
          </p:cNvPr>
          <p:cNvSpPr>
            <a:spLocks noGrp="1"/>
          </p:cNvSpPr>
          <p:nvPr>
            <p:ph type="body" sz="quarter" idx="58"/>
          </p:nvPr>
        </p:nvSpPr>
        <p:spPr>
          <a:xfrm>
            <a:off x="6426802"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4">
            <a:extLst>
              <a:ext uri="{FF2B5EF4-FFF2-40B4-BE49-F238E27FC236}">
                <a16:creationId xmlns:a16="http://schemas.microsoft.com/office/drawing/2014/main" id="{3A7714CB-6A7A-4307-9E8D-370AB88CEA33}"/>
              </a:ext>
            </a:extLst>
          </p:cNvPr>
          <p:cNvSpPr>
            <a:spLocks noGrp="1"/>
          </p:cNvSpPr>
          <p:nvPr>
            <p:ph type="body" sz="quarter" idx="59"/>
          </p:nvPr>
        </p:nvSpPr>
        <p:spPr>
          <a:xfrm>
            <a:off x="9152994"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
            <a:extLst>
              <a:ext uri="{FF2B5EF4-FFF2-40B4-BE49-F238E27FC236}">
                <a16:creationId xmlns:a16="http://schemas.microsoft.com/office/drawing/2014/main" id="{2ADA57D5-749D-43AC-8036-41C6446959B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F6A4F2E9-7BF0-491E-8CEF-969E4732A4A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881579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Topics">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E18B86-E064-4746-867C-9E079923F38F}"/>
              </a:ext>
            </a:extLst>
          </p:cNvPr>
          <p:cNvSpPr>
            <a:spLocks noGrp="1"/>
          </p:cNvSpPr>
          <p:nvPr>
            <p:ph type="body" sz="quarter" idx="25" hasCustomPrompt="1"/>
          </p:nvPr>
        </p:nvSpPr>
        <p:spPr>
          <a:xfrm>
            <a:off x="1007978" y="2482589"/>
            <a:ext cx="3546307" cy="652294"/>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6" name="Text Placeholder 5">
            <a:extLst>
              <a:ext uri="{FF2B5EF4-FFF2-40B4-BE49-F238E27FC236}">
                <a16:creationId xmlns:a16="http://schemas.microsoft.com/office/drawing/2014/main" id="{A5A3EDB8-840C-45C2-A9F3-5C79B74F52C6}"/>
              </a:ext>
            </a:extLst>
          </p:cNvPr>
          <p:cNvSpPr>
            <a:spLocks noGrp="1"/>
          </p:cNvSpPr>
          <p:nvPr>
            <p:ph type="body" sz="quarter" idx="49" hasCustomPrompt="1"/>
          </p:nvPr>
        </p:nvSpPr>
        <p:spPr>
          <a:xfrm>
            <a:off x="1007978" y="1811730"/>
            <a:ext cx="354630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2">
            <a:extLst>
              <a:ext uri="{FF2B5EF4-FFF2-40B4-BE49-F238E27FC236}">
                <a16:creationId xmlns:a16="http://schemas.microsoft.com/office/drawing/2014/main" id="{B087E4D3-738D-654E-BC3C-DCDA263EEB4D}"/>
              </a:ext>
            </a:extLst>
          </p:cNvPr>
          <p:cNvSpPr>
            <a:spLocks noGrp="1"/>
          </p:cNvSpPr>
          <p:nvPr>
            <p:ph type="body" sz="quarter" idx="28" hasCustomPrompt="1"/>
          </p:nvPr>
        </p:nvSpPr>
        <p:spPr>
          <a:xfrm>
            <a:off x="6096000" y="2482589"/>
            <a:ext cx="3546307" cy="652294"/>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19" name="Text Placeholder 5">
            <a:extLst>
              <a:ext uri="{FF2B5EF4-FFF2-40B4-BE49-F238E27FC236}">
                <a16:creationId xmlns:a16="http://schemas.microsoft.com/office/drawing/2014/main" id="{1CF36C63-6CE7-4549-878F-D160A6DCA502}"/>
              </a:ext>
            </a:extLst>
          </p:cNvPr>
          <p:cNvSpPr>
            <a:spLocks noGrp="1"/>
          </p:cNvSpPr>
          <p:nvPr>
            <p:ph type="body" sz="quarter" idx="50" hasCustomPrompt="1"/>
          </p:nvPr>
        </p:nvSpPr>
        <p:spPr>
          <a:xfrm>
            <a:off x="6096000" y="1811730"/>
            <a:ext cx="354630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8" name="Picture 17">
            <a:extLst>
              <a:ext uri="{FF2B5EF4-FFF2-40B4-BE49-F238E27FC236}">
                <a16:creationId xmlns:a16="http://schemas.microsoft.com/office/drawing/2014/main" id="{A9BFDC7D-425F-9845-A76D-C54A0A1C419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2" name="Text Placeholder 4">
            <a:extLst>
              <a:ext uri="{FF2B5EF4-FFF2-40B4-BE49-F238E27FC236}">
                <a16:creationId xmlns:a16="http://schemas.microsoft.com/office/drawing/2014/main" id="{57CF65D2-8F2C-45DC-A287-B14ADB099B9B}"/>
              </a:ext>
            </a:extLst>
          </p:cNvPr>
          <p:cNvSpPr>
            <a:spLocks noGrp="1"/>
          </p:cNvSpPr>
          <p:nvPr>
            <p:ph type="body" sz="quarter" idx="59"/>
          </p:nvPr>
        </p:nvSpPr>
        <p:spPr>
          <a:xfrm>
            <a:off x="1006823" y="3591687"/>
            <a:ext cx="3546308"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a:extLst>
              <a:ext uri="{FF2B5EF4-FFF2-40B4-BE49-F238E27FC236}">
                <a16:creationId xmlns:a16="http://schemas.microsoft.com/office/drawing/2014/main" id="{339563B7-28A1-4B2C-8D55-2B10663119C6}"/>
              </a:ext>
            </a:extLst>
          </p:cNvPr>
          <p:cNvSpPr>
            <a:spLocks noGrp="1"/>
          </p:cNvSpPr>
          <p:nvPr>
            <p:ph type="body" sz="quarter" idx="58"/>
          </p:nvPr>
        </p:nvSpPr>
        <p:spPr>
          <a:xfrm>
            <a:off x="6096000" y="3591687"/>
            <a:ext cx="3546308"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a:extLst>
              <a:ext uri="{FF2B5EF4-FFF2-40B4-BE49-F238E27FC236}">
                <a16:creationId xmlns:a16="http://schemas.microsoft.com/office/drawing/2014/main" id="{0204E674-1992-4475-9E63-82FF4561DFA9}"/>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189EE8D-08E6-49C4-99D5-46DB6B0C6A9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144423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 Step Process">
    <p:bg>
      <p:bgPr>
        <a:solidFill>
          <a:schemeClr val="bg1"/>
        </a:solidFill>
        <a:effectLst/>
      </p:bgPr>
    </p:bg>
    <p:spTree>
      <p:nvGrpSpPr>
        <p:cNvPr id="1" name=""/>
        <p:cNvGrpSpPr/>
        <p:nvPr/>
      </p:nvGrpSpPr>
      <p:grpSpPr>
        <a:xfrm>
          <a:off x="0" y="0"/>
          <a:ext cx="0" cy="0"/>
          <a:chOff x="0" y="0"/>
          <a:chExt cx="0" cy="0"/>
        </a:xfrm>
      </p:grpSpPr>
      <p:sp>
        <p:nvSpPr>
          <p:cNvPr id="23" name="Text Placeholder 5">
            <a:extLst>
              <a:ext uri="{FF2B5EF4-FFF2-40B4-BE49-F238E27FC236}">
                <a16:creationId xmlns:a16="http://schemas.microsoft.com/office/drawing/2014/main" id="{CE63A17B-8A2B-4828-9889-B679FF4D86C9}"/>
              </a:ext>
            </a:extLst>
          </p:cNvPr>
          <p:cNvSpPr>
            <a:spLocks noGrp="1"/>
          </p:cNvSpPr>
          <p:nvPr>
            <p:ph type="body" sz="quarter" idx="49" hasCustomPrompt="1"/>
          </p:nvPr>
        </p:nvSpPr>
        <p:spPr>
          <a:xfrm>
            <a:off x="1007979"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4" name="Text Placeholder 5">
            <a:extLst>
              <a:ext uri="{FF2B5EF4-FFF2-40B4-BE49-F238E27FC236}">
                <a16:creationId xmlns:a16="http://schemas.microsoft.com/office/drawing/2014/main" id="{B6F193BA-CB1A-4B6D-92CA-CB7E84CD631D}"/>
              </a:ext>
            </a:extLst>
          </p:cNvPr>
          <p:cNvSpPr>
            <a:spLocks noGrp="1"/>
          </p:cNvSpPr>
          <p:nvPr>
            <p:ph type="body" sz="quarter" idx="50" hasCustomPrompt="1"/>
          </p:nvPr>
        </p:nvSpPr>
        <p:spPr>
          <a:xfrm>
            <a:off x="2793028"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5" name="Text Placeholder 5">
            <a:extLst>
              <a:ext uri="{FF2B5EF4-FFF2-40B4-BE49-F238E27FC236}">
                <a16:creationId xmlns:a16="http://schemas.microsoft.com/office/drawing/2014/main" id="{C2A219B0-C0AB-4D36-B298-84B8563D5BF1}"/>
              </a:ext>
            </a:extLst>
          </p:cNvPr>
          <p:cNvSpPr>
            <a:spLocks noGrp="1"/>
          </p:cNvSpPr>
          <p:nvPr>
            <p:ph type="body" sz="quarter" idx="51" hasCustomPrompt="1"/>
          </p:nvPr>
        </p:nvSpPr>
        <p:spPr>
          <a:xfrm>
            <a:off x="4578077"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8" name="Text Placeholder 5">
            <a:extLst>
              <a:ext uri="{FF2B5EF4-FFF2-40B4-BE49-F238E27FC236}">
                <a16:creationId xmlns:a16="http://schemas.microsoft.com/office/drawing/2014/main" id="{44689A57-FB72-46F7-B282-19E10BA9C6DB}"/>
              </a:ext>
            </a:extLst>
          </p:cNvPr>
          <p:cNvSpPr>
            <a:spLocks noGrp="1"/>
          </p:cNvSpPr>
          <p:nvPr>
            <p:ph type="body" sz="quarter" idx="52" hasCustomPrompt="1"/>
          </p:nvPr>
        </p:nvSpPr>
        <p:spPr>
          <a:xfrm>
            <a:off x="6363126"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32" name="Text Placeholder 5">
            <a:extLst>
              <a:ext uri="{FF2B5EF4-FFF2-40B4-BE49-F238E27FC236}">
                <a16:creationId xmlns:a16="http://schemas.microsoft.com/office/drawing/2014/main" id="{4EA787E5-A86E-4A1B-A27E-94B781CAE012}"/>
              </a:ext>
            </a:extLst>
          </p:cNvPr>
          <p:cNvSpPr>
            <a:spLocks noGrp="1"/>
          </p:cNvSpPr>
          <p:nvPr>
            <p:ph type="body" sz="quarter" idx="53" hasCustomPrompt="1"/>
          </p:nvPr>
        </p:nvSpPr>
        <p:spPr>
          <a:xfrm>
            <a:off x="8148175"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34" name="Text Placeholder 5">
            <a:extLst>
              <a:ext uri="{FF2B5EF4-FFF2-40B4-BE49-F238E27FC236}">
                <a16:creationId xmlns:a16="http://schemas.microsoft.com/office/drawing/2014/main" id="{74DC1737-7078-46E2-9697-8536D4AC1F8A}"/>
              </a:ext>
            </a:extLst>
          </p:cNvPr>
          <p:cNvSpPr>
            <a:spLocks noGrp="1"/>
          </p:cNvSpPr>
          <p:nvPr>
            <p:ph type="body" sz="quarter" idx="54" hasCustomPrompt="1"/>
          </p:nvPr>
        </p:nvSpPr>
        <p:spPr>
          <a:xfrm>
            <a:off x="9933225"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56" name="Chevron 55">
            <a:extLst>
              <a:ext uri="{FF2B5EF4-FFF2-40B4-BE49-F238E27FC236}">
                <a16:creationId xmlns:a16="http://schemas.microsoft.com/office/drawing/2014/main" id="{275F60FA-3064-3445-B457-EE7ED40E4957}"/>
              </a:ext>
            </a:extLst>
          </p:cNvPr>
          <p:cNvSpPr/>
          <p:nvPr userDrawn="1"/>
        </p:nvSpPr>
        <p:spPr>
          <a:xfrm>
            <a:off x="2435633"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58" name="Chevron 57">
            <a:extLst>
              <a:ext uri="{FF2B5EF4-FFF2-40B4-BE49-F238E27FC236}">
                <a16:creationId xmlns:a16="http://schemas.microsoft.com/office/drawing/2014/main" id="{FDE1CF3C-2A75-2144-A133-5D22F65E762C}"/>
              </a:ext>
            </a:extLst>
          </p:cNvPr>
          <p:cNvSpPr/>
          <p:nvPr userDrawn="1"/>
        </p:nvSpPr>
        <p:spPr>
          <a:xfrm>
            <a:off x="4220682"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0" name="Chevron 59">
            <a:extLst>
              <a:ext uri="{FF2B5EF4-FFF2-40B4-BE49-F238E27FC236}">
                <a16:creationId xmlns:a16="http://schemas.microsoft.com/office/drawing/2014/main" id="{89FDDFFE-BC79-7848-90A4-B4D07B6E6E54}"/>
              </a:ext>
            </a:extLst>
          </p:cNvPr>
          <p:cNvSpPr/>
          <p:nvPr userDrawn="1"/>
        </p:nvSpPr>
        <p:spPr>
          <a:xfrm>
            <a:off x="6005731"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2" name="Chevron 61">
            <a:extLst>
              <a:ext uri="{FF2B5EF4-FFF2-40B4-BE49-F238E27FC236}">
                <a16:creationId xmlns:a16="http://schemas.microsoft.com/office/drawing/2014/main" id="{793D332B-CA71-A943-BEDC-FB665AAEE976}"/>
              </a:ext>
            </a:extLst>
          </p:cNvPr>
          <p:cNvSpPr/>
          <p:nvPr userDrawn="1"/>
        </p:nvSpPr>
        <p:spPr>
          <a:xfrm>
            <a:off x="7790780"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4" name="Chevron 63">
            <a:extLst>
              <a:ext uri="{FF2B5EF4-FFF2-40B4-BE49-F238E27FC236}">
                <a16:creationId xmlns:a16="http://schemas.microsoft.com/office/drawing/2014/main" id="{433AF6E9-BE08-2640-B48F-CF58D67DBB81}"/>
              </a:ext>
            </a:extLst>
          </p:cNvPr>
          <p:cNvSpPr/>
          <p:nvPr userDrawn="1"/>
        </p:nvSpPr>
        <p:spPr>
          <a:xfrm>
            <a:off x="9575829"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22" name="Text Placeholder 4">
            <a:extLst>
              <a:ext uri="{FF2B5EF4-FFF2-40B4-BE49-F238E27FC236}">
                <a16:creationId xmlns:a16="http://schemas.microsoft.com/office/drawing/2014/main" id="{6CD17046-34D2-4E54-83AD-0D13C44867E4}"/>
              </a:ext>
            </a:extLst>
          </p:cNvPr>
          <p:cNvSpPr>
            <a:spLocks noGrp="1"/>
          </p:cNvSpPr>
          <p:nvPr>
            <p:ph type="body" sz="quarter" idx="61"/>
          </p:nvPr>
        </p:nvSpPr>
        <p:spPr>
          <a:xfrm>
            <a:off x="1007978"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4">
            <a:extLst>
              <a:ext uri="{FF2B5EF4-FFF2-40B4-BE49-F238E27FC236}">
                <a16:creationId xmlns:a16="http://schemas.microsoft.com/office/drawing/2014/main" id="{C83AD7DA-44B5-4E19-8DA5-49FB0CE823D6}"/>
              </a:ext>
            </a:extLst>
          </p:cNvPr>
          <p:cNvSpPr>
            <a:spLocks noGrp="1"/>
          </p:cNvSpPr>
          <p:nvPr>
            <p:ph type="body" sz="quarter" idx="62"/>
          </p:nvPr>
        </p:nvSpPr>
        <p:spPr>
          <a:xfrm>
            <a:off x="2793027"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Text Placeholder 4">
            <a:extLst>
              <a:ext uri="{FF2B5EF4-FFF2-40B4-BE49-F238E27FC236}">
                <a16:creationId xmlns:a16="http://schemas.microsoft.com/office/drawing/2014/main" id="{F44E8C0B-8209-46CC-818F-C292539642CA}"/>
              </a:ext>
            </a:extLst>
          </p:cNvPr>
          <p:cNvSpPr>
            <a:spLocks noGrp="1"/>
          </p:cNvSpPr>
          <p:nvPr>
            <p:ph type="body" sz="quarter" idx="63"/>
          </p:nvPr>
        </p:nvSpPr>
        <p:spPr>
          <a:xfrm>
            <a:off x="4578076"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F91C5499-7C8C-4D52-BB8B-D31FA755EC83}"/>
              </a:ext>
            </a:extLst>
          </p:cNvPr>
          <p:cNvSpPr>
            <a:spLocks noGrp="1"/>
          </p:cNvSpPr>
          <p:nvPr>
            <p:ph type="body" sz="quarter" idx="64"/>
          </p:nvPr>
        </p:nvSpPr>
        <p:spPr>
          <a:xfrm>
            <a:off x="6363125"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4">
            <a:extLst>
              <a:ext uri="{FF2B5EF4-FFF2-40B4-BE49-F238E27FC236}">
                <a16:creationId xmlns:a16="http://schemas.microsoft.com/office/drawing/2014/main" id="{67FCF02E-D906-4550-ADEA-D9D538672F75}"/>
              </a:ext>
            </a:extLst>
          </p:cNvPr>
          <p:cNvSpPr>
            <a:spLocks noGrp="1"/>
          </p:cNvSpPr>
          <p:nvPr>
            <p:ph type="body" sz="quarter" idx="65"/>
          </p:nvPr>
        </p:nvSpPr>
        <p:spPr>
          <a:xfrm>
            <a:off x="8148174"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a:extLst>
              <a:ext uri="{FF2B5EF4-FFF2-40B4-BE49-F238E27FC236}">
                <a16:creationId xmlns:a16="http://schemas.microsoft.com/office/drawing/2014/main" id="{92655605-39CF-4CC3-8CD6-0E8034A324B9}"/>
              </a:ext>
            </a:extLst>
          </p:cNvPr>
          <p:cNvSpPr>
            <a:spLocks noGrp="1"/>
          </p:cNvSpPr>
          <p:nvPr>
            <p:ph type="body" sz="quarter" idx="66"/>
          </p:nvPr>
        </p:nvSpPr>
        <p:spPr>
          <a:xfrm>
            <a:off x="9933223"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7" name="Picture 26">
            <a:extLst>
              <a:ext uri="{FF2B5EF4-FFF2-40B4-BE49-F238E27FC236}">
                <a16:creationId xmlns:a16="http://schemas.microsoft.com/office/drawing/2014/main" id="{B2A53FFB-F58C-4943-93B2-E628AC1A6D60}"/>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9" name="Text Placeholder 2">
            <a:extLst>
              <a:ext uri="{FF2B5EF4-FFF2-40B4-BE49-F238E27FC236}">
                <a16:creationId xmlns:a16="http://schemas.microsoft.com/office/drawing/2014/main" id="{8DFCB1E8-A7B0-4476-BCEF-F7A5E5589BCE}"/>
              </a:ext>
            </a:extLst>
          </p:cNvPr>
          <p:cNvSpPr>
            <a:spLocks noGrp="1"/>
          </p:cNvSpPr>
          <p:nvPr>
            <p:ph type="body" sz="quarter" idx="47"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4" name="Title 3">
            <a:extLst>
              <a:ext uri="{FF2B5EF4-FFF2-40B4-BE49-F238E27FC236}">
                <a16:creationId xmlns:a16="http://schemas.microsoft.com/office/drawing/2014/main" id="{3BC617CB-98B2-46F7-B57F-3EB5E8EEE141}"/>
              </a:ext>
            </a:extLst>
          </p:cNvPr>
          <p:cNvSpPr>
            <a:spLocks noGrp="1"/>
          </p:cNvSpPr>
          <p:nvPr>
            <p:ph type="title"/>
          </p:nvPr>
        </p:nvSpPr>
        <p:spPr>
          <a:xfrm>
            <a:off x="1007978" y="564121"/>
            <a:ext cx="10176043" cy="354608"/>
          </a:xfrm>
        </p:spPr>
        <p:txBody>
          <a:bodyPr/>
          <a:lstStyle/>
          <a:p>
            <a:r>
              <a:rPr lang="en-US"/>
              <a:t>Click to edit Master title style</a:t>
            </a:r>
            <a:endParaRPr lang="en-GB"/>
          </a:p>
        </p:txBody>
      </p:sp>
    </p:spTree>
    <p:extLst>
      <p:ext uri="{BB962C8B-B14F-4D97-AF65-F5344CB8AC3E}">
        <p14:creationId xmlns:p14="http://schemas.microsoft.com/office/powerpoint/2010/main" val="2761634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Topics">
    <p:bg>
      <p:bgPr>
        <a:solidFill>
          <a:schemeClr val="bg1"/>
        </a:solid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8EAB2546-8036-4EC6-9952-AE0668321DE4}"/>
              </a:ext>
            </a:extLst>
          </p:cNvPr>
          <p:cNvSpPr>
            <a:spLocks noGrp="1"/>
          </p:cNvSpPr>
          <p:nvPr>
            <p:ph type="body" sz="quarter" idx="49" hasCustomPrompt="1"/>
          </p:nvPr>
        </p:nvSpPr>
        <p:spPr>
          <a:xfrm>
            <a:off x="1007978"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4" name="Text Placeholder 5">
            <a:extLst>
              <a:ext uri="{FF2B5EF4-FFF2-40B4-BE49-F238E27FC236}">
                <a16:creationId xmlns:a16="http://schemas.microsoft.com/office/drawing/2014/main" id="{1F960E81-BCE0-45BA-9AB2-DBC05FADEEEA}"/>
              </a:ext>
            </a:extLst>
          </p:cNvPr>
          <p:cNvSpPr>
            <a:spLocks noGrp="1"/>
          </p:cNvSpPr>
          <p:nvPr>
            <p:ph type="body" sz="quarter" idx="56" hasCustomPrompt="1"/>
          </p:nvPr>
        </p:nvSpPr>
        <p:spPr>
          <a:xfrm>
            <a:off x="4616636"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0" name="Text Placeholder 5">
            <a:extLst>
              <a:ext uri="{FF2B5EF4-FFF2-40B4-BE49-F238E27FC236}">
                <a16:creationId xmlns:a16="http://schemas.microsoft.com/office/drawing/2014/main" id="{DAB546E9-A2EE-4B17-9AE2-1FFE364ABFCB}"/>
              </a:ext>
            </a:extLst>
          </p:cNvPr>
          <p:cNvSpPr>
            <a:spLocks noGrp="1"/>
          </p:cNvSpPr>
          <p:nvPr>
            <p:ph type="body" sz="quarter" idx="57" hasCustomPrompt="1"/>
          </p:nvPr>
        </p:nvSpPr>
        <p:spPr>
          <a:xfrm>
            <a:off x="8263104"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1" name="Picture 20">
            <a:extLst>
              <a:ext uri="{FF2B5EF4-FFF2-40B4-BE49-F238E27FC236}">
                <a16:creationId xmlns:a16="http://schemas.microsoft.com/office/drawing/2014/main" id="{7AD46AF6-A6BD-E148-B68B-DEFF9DB19CC6}"/>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 Placeholder 4">
            <a:extLst>
              <a:ext uri="{FF2B5EF4-FFF2-40B4-BE49-F238E27FC236}">
                <a16:creationId xmlns:a16="http://schemas.microsoft.com/office/drawing/2014/main" id="{755103B6-A972-4594-A0A9-A4E64E7BF841}"/>
              </a:ext>
            </a:extLst>
          </p:cNvPr>
          <p:cNvSpPr>
            <a:spLocks noGrp="1"/>
          </p:cNvSpPr>
          <p:nvPr>
            <p:ph type="body" sz="quarter" idx="65"/>
          </p:nvPr>
        </p:nvSpPr>
        <p:spPr>
          <a:xfrm>
            <a:off x="1007977"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4">
            <a:extLst>
              <a:ext uri="{FF2B5EF4-FFF2-40B4-BE49-F238E27FC236}">
                <a16:creationId xmlns:a16="http://schemas.microsoft.com/office/drawing/2014/main" id="{F3C90AFD-A726-41D8-A052-15570AC80582}"/>
              </a:ext>
            </a:extLst>
          </p:cNvPr>
          <p:cNvSpPr>
            <a:spLocks noGrp="1"/>
          </p:cNvSpPr>
          <p:nvPr>
            <p:ph type="body" sz="quarter" idx="66"/>
          </p:nvPr>
        </p:nvSpPr>
        <p:spPr>
          <a:xfrm>
            <a:off x="4637948"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a:extLst>
              <a:ext uri="{FF2B5EF4-FFF2-40B4-BE49-F238E27FC236}">
                <a16:creationId xmlns:a16="http://schemas.microsoft.com/office/drawing/2014/main" id="{7FBF0F2A-1A87-4E7C-8D6E-1A4E05C4A44E}"/>
              </a:ext>
            </a:extLst>
          </p:cNvPr>
          <p:cNvSpPr>
            <a:spLocks noGrp="1"/>
          </p:cNvSpPr>
          <p:nvPr>
            <p:ph type="body" sz="quarter" idx="67"/>
          </p:nvPr>
        </p:nvSpPr>
        <p:spPr>
          <a:xfrm>
            <a:off x="8264066"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a:extLst>
              <a:ext uri="{FF2B5EF4-FFF2-40B4-BE49-F238E27FC236}">
                <a16:creationId xmlns:a16="http://schemas.microsoft.com/office/drawing/2014/main" id="{75E22300-5FD1-450B-9484-EB5378BA04D8}"/>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6AE235F-5ECA-4534-BE1C-4F9E0C98612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452538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Topics Horizontal">
    <p:bg>
      <p:bgPr>
        <a:solidFill>
          <a:schemeClr val="bg1"/>
        </a:solid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B7549C61-D5E6-4615-B4B7-D5BA5059D31B}"/>
              </a:ext>
            </a:extLst>
          </p:cNvPr>
          <p:cNvSpPr>
            <a:spLocks noGrp="1"/>
          </p:cNvSpPr>
          <p:nvPr>
            <p:ph type="body" sz="quarter" idx="51" hasCustomPrompt="1"/>
          </p:nvPr>
        </p:nvSpPr>
        <p:spPr>
          <a:xfrm>
            <a:off x="1007977" y="1823162"/>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5">
            <a:extLst>
              <a:ext uri="{FF2B5EF4-FFF2-40B4-BE49-F238E27FC236}">
                <a16:creationId xmlns:a16="http://schemas.microsoft.com/office/drawing/2014/main" id="{28EAD847-5B6A-4AE5-91AF-DA11592DA33C}"/>
              </a:ext>
            </a:extLst>
          </p:cNvPr>
          <p:cNvSpPr>
            <a:spLocks noGrp="1"/>
          </p:cNvSpPr>
          <p:nvPr>
            <p:ph type="body" sz="quarter" idx="56" hasCustomPrompt="1"/>
          </p:nvPr>
        </p:nvSpPr>
        <p:spPr>
          <a:xfrm>
            <a:off x="1007977" y="3317612"/>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6" name="Text Placeholder 5">
            <a:extLst>
              <a:ext uri="{FF2B5EF4-FFF2-40B4-BE49-F238E27FC236}">
                <a16:creationId xmlns:a16="http://schemas.microsoft.com/office/drawing/2014/main" id="{38F53DEB-B017-4965-8903-C4D6CD9B8EF3}"/>
              </a:ext>
            </a:extLst>
          </p:cNvPr>
          <p:cNvSpPr>
            <a:spLocks noGrp="1"/>
          </p:cNvSpPr>
          <p:nvPr>
            <p:ph type="body" sz="quarter" idx="57" hasCustomPrompt="1"/>
          </p:nvPr>
        </p:nvSpPr>
        <p:spPr>
          <a:xfrm>
            <a:off x="1007976" y="4847034"/>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3" name="Picture 22">
            <a:extLst>
              <a:ext uri="{FF2B5EF4-FFF2-40B4-BE49-F238E27FC236}">
                <a16:creationId xmlns:a16="http://schemas.microsoft.com/office/drawing/2014/main" id="{C2EFD29F-B510-6948-8014-502A462D685A}"/>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 Placeholder 4">
            <a:extLst>
              <a:ext uri="{FF2B5EF4-FFF2-40B4-BE49-F238E27FC236}">
                <a16:creationId xmlns:a16="http://schemas.microsoft.com/office/drawing/2014/main" id="{803C243B-29B5-49C7-AF37-EDE2ECC5AE07}"/>
              </a:ext>
            </a:extLst>
          </p:cNvPr>
          <p:cNvSpPr>
            <a:spLocks noGrp="1"/>
          </p:cNvSpPr>
          <p:nvPr>
            <p:ph type="body" sz="quarter" idx="66"/>
          </p:nvPr>
        </p:nvSpPr>
        <p:spPr>
          <a:xfrm>
            <a:off x="6003578" y="1823161"/>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1EDB9767-4B75-4FA0-A7FE-09021BE63FD3}"/>
              </a:ext>
            </a:extLst>
          </p:cNvPr>
          <p:cNvSpPr>
            <a:spLocks noGrp="1"/>
          </p:cNvSpPr>
          <p:nvPr>
            <p:ph type="body" sz="quarter" idx="67"/>
          </p:nvPr>
        </p:nvSpPr>
        <p:spPr>
          <a:xfrm>
            <a:off x="6003028" y="3317613"/>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2116134D-14E2-414F-9F91-A16528273BA1}"/>
              </a:ext>
            </a:extLst>
          </p:cNvPr>
          <p:cNvSpPr>
            <a:spLocks noGrp="1"/>
          </p:cNvSpPr>
          <p:nvPr>
            <p:ph type="body" sz="quarter" idx="68"/>
          </p:nvPr>
        </p:nvSpPr>
        <p:spPr>
          <a:xfrm>
            <a:off x="6003028" y="4847034"/>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a:extLst>
              <a:ext uri="{FF2B5EF4-FFF2-40B4-BE49-F238E27FC236}">
                <a16:creationId xmlns:a16="http://schemas.microsoft.com/office/drawing/2014/main" id="{F90D6365-155A-4536-A1F3-90D9F8E76BCB}"/>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72E0DE3B-D3A4-4F20-82C6-A72CEB101E8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41038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Topics">
    <p:bg>
      <p:bgPr>
        <a:solidFill>
          <a:schemeClr val="bg1"/>
        </a:solidFill>
        <a:effectLst/>
      </p:bgPr>
    </p:bg>
    <p:spTree>
      <p:nvGrpSpPr>
        <p:cNvPr id="1" name=""/>
        <p:cNvGrpSpPr/>
        <p:nvPr/>
      </p:nvGrpSpPr>
      <p:grpSpPr>
        <a:xfrm>
          <a:off x="0" y="0"/>
          <a:ext cx="0" cy="0"/>
          <a:chOff x="0" y="0"/>
          <a:chExt cx="0" cy="0"/>
        </a:xfrm>
      </p:grpSpPr>
      <p:sp>
        <p:nvSpPr>
          <p:cNvPr id="21" name="Text Placeholder 2">
            <a:extLst>
              <a:ext uri="{FF2B5EF4-FFF2-40B4-BE49-F238E27FC236}">
                <a16:creationId xmlns:a16="http://schemas.microsoft.com/office/drawing/2014/main" id="{5EF2524A-2EFD-8042-99B8-28B081B175DB}"/>
              </a:ext>
            </a:extLst>
          </p:cNvPr>
          <p:cNvSpPr>
            <a:spLocks noGrp="1"/>
          </p:cNvSpPr>
          <p:nvPr>
            <p:ph type="body" sz="quarter" idx="25" hasCustomPrompt="1"/>
          </p:nvPr>
        </p:nvSpPr>
        <p:spPr>
          <a:xfrm>
            <a:off x="1007978"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0" name="Text Placeholder 5">
            <a:extLst>
              <a:ext uri="{FF2B5EF4-FFF2-40B4-BE49-F238E27FC236}">
                <a16:creationId xmlns:a16="http://schemas.microsoft.com/office/drawing/2014/main" id="{B8AD7C83-7E22-4DC6-88FC-BA9F6F8B6D5A}"/>
              </a:ext>
            </a:extLst>
          </p:cNvPr>
          <p:cNvSpPr>
            <a:spLocks noGrp="1"/>
          </p:cNvSpPr>
          <p:nvPr>
            <p:ph type="body" sz="quarter" idx="51" hasCustomPrompt="1"/>
          </p:nvPr>
        </p:nvSpPr>
        <p:spPr>
          <a:xfrm>
            <a:off x="1007978"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2" name="Text Placeholder 2">
            <a:extLst>
              <a:ext uri="{FF2B5EF4-FFF2-40B4-BE49-F238E27FC236}">
                <a16:creationId xmlns:a16="http://schemas.microsoft.com/office/drawing/2014/main" id="{825D70CC-8D5F-6447-8EA2-D97497F03528}"/>
              </a:ext>
            </a:extLst>
          </p:cNvPr>
          <p:cNvSpPr>
            <a:spLocks noGrp="1"/>
          </p:cNvSpPr>
          <p:nvPr>
            <p:ph type="body" sz="quarter" idx="28" hasCustomPrompt="1"/>
          </p:nvPr>
        </p:nvSpPr>
        <p:spPr>
          <a:xfrm>
            <a:off x="4616636"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3" name="Text Placeholder 5">
            <a:extLst>
              <a:ext uri="{FF2B5EF4-FFF2-40B4-BE49-F238E27FC236}">
                <a16:creationId xmlns:a16="http://schemas.microsoft.com/office/drawing/2014/main" id="{7ADDE514-0605-47DF-B00F-24EDFD5C5C59}"/>
              </a:ext>
            </a:extLst>
          </p:cNvPr>
          <p:cNvSpPr>
            <a:spLocks noGrp="1"/>
          </p:cNvSpPr>
          <p:nvPr>
            <p:ph type="body" sz="quarter" idx="52" hasCustomPrompt="1"/>
          </p:nvPr>
        </p:nvSpPr>
        <p:spPr>
          <a:xfrm>
            <a:off x="4616636"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9" name="Text Placeholder 2">
            <a:extLst>
              <a:ext uri="{FF2B5EF4-FFF2-40B4-BE49-F238E27FC236}">
                <a16:creationId xmlns:a16="http://schemas.microsoft.com/office/drawing/2014/main" id="{E608AC3D-A5AC-E549-8F47-B3A8970C4BF8}"/>
              </a:ext>
            </a:extLst>
          </p:cNvPr>
          <p:cNvSpPr>
            <a:spLocks noGrp="1"/>
          </p:cNvSpPr>
          <p:nvPr>
            <p:ph type="body" sz="quarter" idx="31" hasCustomPrompt="1"/>
          </p:nvPr>
        </p:nvSpPr>
        <p:spPr>
          <a:xfrm>
            <a:off x="8263104"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7" name="Text Placeholder 5">
            <a:extLst>
              <a:ext uri="{FF2B5EF4-FFF2-40B4-BE49-F238E27FC236}">
                <a16:creationId xmlns:a16="http://schemas.microsoft.com/office/drawing/2014/main" id="{1AC7139F-E31A-4491-816F-295950BD12F9}"/>
              </a:ext>
            </a:extLst>
          </p:cNvPr>
          <p:cNvSpPr>
            <a:spLocks noGrp="1"/>
          </p:cNvSpPr>
          <p:nvPr>
            <p:ph type="body" sz="quarter" idx="53" hasCustomPrompt="1"/>
          </p:nvPr>
        </p:nvSpPr>
        <p:spPr>
          <a:xfrm>
            <a:off x="8263104"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3" name="Text Placeholder 2">
            <a:extLst>
              <a:ext uri="{FF2B5EF4-FFF2-40B4-BE49-F238E27FC236}">
                <a16:creationId xmlns:a16="http://schemas.microsoft.com/office/drawing/2014/main" id="{9B01387C-2A18-1A4C-B1FC-E0CB7C579A5F}"/>
              </a:ext>
            </a:extLst>
          </p:cNvPr>
          <p:cNvSpPr>
            <a:spLocks noGrp="1"/>
          </p:cNvSpPr>
          <p:nvPr>
            <p:ph type="body" sz="quarter" idx="33" hasCustomPrompt="1"/>
          </p:nvPr>
        </p:nvSpPr>
        <p:spPr>
          <a:xfrm>
            <a:off x="1007978"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9" name="Text Placeholder 5">
            <a:extLst>
              <a:ext uri="{FF2B5EF4-FFF2-40B4-BE49-F238E27FC236}">
                <a16:creationId xmlns:a16="http://schemas.microsoft.com/office/drawing/2014/main" id="{8279A864-660C-40FB-A7D6-E085A9FF0105}"/>
              </a:ext>
            </a:extLst>
          </p:cNvPr>
          <p:cNvSpPr>
            <a:spLocks noGrp="1"/>
          </p:cNvSpPr>
          <p:nvPr>
            <p:ph type="body" sz="quarter" idx="54" hasCustomPrompt="1"/>
          </p:nvPr>
        </p:nvSpPr>
        <p:spPr>
          <a:xfrm>
            <a:off x="1007978"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2">
            <a:extLst>
              <a:ext uri="{FF2B5EF4-FFF2-40B4-BE49-F238E27FC236}">
                <a16:creationId xmlns:a16="http://schemas.microsoft.com/office/drawing/2014/main" id="{58A608C2-D4CF-1B46-942E-45733D617CCB}"/>
              </a:ext>
            </a:extLst>
          </p:cNvPr>
          <p:cNvSpPr>
            <a:spLocks noGrp="1"/>
          </p:cNvSpPr>
          <p:nvPr>
            <p:ph type="body" sz="quarter" idx="35" hasCustomPrompt="1"/>
          </p:nvPr>
        </p:nvSpPr>
        <p:spPr>
          <a:xfrm>
            <a:off x="4616636"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0" name="Text Placeholder 5">
            <a:extLst>
              <a:ext uri="{FF2B5EF4-FFF2-40B4-BE49-F238E27FC236}">
                <a16:creationId xmlns:a16="http://schemas.microsoft.com/office/drawing/2014/main" id="{E836E144-5C8B-4BB2-AAB9-B3EBEF7E7868}"/>
              </a:ext>
            </a:extLst>
          </p:cNvPr>
          <p:cNvSpPr>
            <a:spLocks noGrp="1"/>
          </p:cNvSpPr>
          <p:nvPr>
            <p:ph type="body" sz="quarter" idx="55" hasCustomPrompt="1"/>
          </p:nvPr>
        </p:nvSpPr>
        <p:spPr>
          <a:xfrm>
            <a:off x="4616636"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7" name="Text Placeholder 2">
            <a:extLst>
              <a:ext uri="{FF2B5EF4-FFF2-40B4-BE49-F238E27FC236}">
                <a16:creationId xmlns:a16="http://schemas.microsoft.com/office/drawing/2014/main" id="{87EAFD79-64D4-A74A-9BEA-2C2509A27386}"/>
              </a:ext>
            </a:extLst>
          </p:cNvPr>
          <p:cNvSpPr>
            <a:spLocks noGrp="1"/>
          </p:cNvSpPr>
          <p:nvPr>
            <p:ph type="body" sz="quarter" idx="37" hasCustomPrompt="1"/>
          </p:nvPr>
        </p:nvSpPr>
        <p:spPr>
          <a:xfrm>
            <a:off x="8263104"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1" name="Text Placeholder 5">
            <a:extLst>
              <a:ext uri="{FF2B5EF4-FFF2-40B4-BE49-F238E27FC236}">
                <a16:creationId xmlns:a16="http://schemas.microsoft.com/office/drawing/2014/main" id="{87CBD6D6-763D-4725-8CDD-B1304C85C408}"/>
              </a:ext>
            </a:extLst>
          </p:cNvPr>
          <p:cNvSpPr>
            <a:spLocks noGrp="1"/>
          </p:cNvSpPr>
          <p:nvPr>
            <p:ph type="body" sz="quarter" idx="56" hasCustomPrompt="1"/>
          </p:nvPr>
        </p:nvSpPr>
        <p:spPr>
          <a:xfrm>
            <a:off x="8263104"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6" name="Picture 25">
            <a:extLst>
              <a:ext uri="{FF2B5EF4-FFF2-40B4-BE49-F238E27FC236}">
                <a16:creationId xmlns:a16="http://schemas.microsoft.com/office/drawing/2014/main" id="{B28FF1EF-F386-5C4E-85C1-91BAA4AA32F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5" name="Text Placeholder 2">
            <a:extLst>
              <a:ext uri="{FF2B5EF4-FFF2-40B4-BE49-F238E27FC236}">
                <a16:creationId xmlns:a16="http://schemas.microsoft.com/office/drawing/2014/main" id="{FE9DF8D8-0B4A-4365-8078-9DDC04B74EBC}"/>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B9796DF4-4E38-46EA-BF8A-415274898C0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861390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_Columns and Rows">
    <p:bg>
      <p:bgPr>
        <a:solidFill>
          <a:schemeClr val="bg1"/>
        </a:solidFill>
        <a:effectLst/>
      </p:bgPr>
    </p:bg>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65561304-F538-0240-A94C-C48228D03462}"/>
              </a:ext>
            </a:extLst>
          </p:cNvPr>
          <p:cNvGraphicFramePr>
            <a:graphicFrameLocks noGrp="1"/>
          </p:cNvGraphicFramePr>
          <p:nvPr userDrawn="1">
            <p:extLst>
              <p:ext uri="{D42A27DB-BD31-4B8C-83A1-F6EECF244321}">
                <p14:modId xmlns:p14="http://schemas.microsoft.com/office/powerpoint/2010/main" val="2792138612"/>
              </p:ext>
            </p:extLst>
          </p:nvPr>
        </p:nvGraphicFramePr>
        <p:xfrm>
          <a:off x="1007978" y="1580690"/>
          <a:ext cx="10176045" cy="4158695"/>
        </p:xfrm>
        <a:graphic>
          <a:graphicData uri="http://schemas.openxmlformats.org/drawingml/2006/table">
            <a:tbl>
              <a:tblPr firstRow="1" bandRow="1">
                <a:tableStyleId>{5C22544A-7EE6-4342-B048-85BDC9FD1C3A}</a:tableStyleId>
              </a:tblPr>
              <a:tblGrid>
                <a:gridCol w="2035209">
                  <a:extLst>
                    <a:ext uri="{9D8B030D-6E8A-4147-A177-3AD203B41FA5}">
                      <a16:colId xmlns:a16="http://schemas.microsoft.com/office/drawing/2014/main" val="3613498959"/>
                    </a:ext>
                  </a:extLst>
                </a:gridCol>
                <a:gridCol w="2035209">
                  <a:extLst>
                    <a:ext uri="{9D8B030D-6E8A-4147-A177-3AD203B41FA5}">
                      <a16:colId xmlns:a16="http://schemas.microsoft.com/office/drawing/2014/main" val="2571698312"/>
                    </a:ext>
                  </a:extLst>
                </a:gridCol>
                <a:gridCol w="2035209">
                  <a:extLst>
                    <a:ext uri="{9D8B030D-6E8A-4147-A177-3AD203B41FA5}">
                      <a16:colId xmlns:a16="http://schemas.microsoft.com/office/drawing/2014/main" val="1564166272"/>
                    </a:ext>
                  </a:extLst>
                </a:gridCol>
                <a:gridCol w="2035209">
                  <a:extLst>
                    <a:ext uri="{9D8B030D-6E8A-4147-A177-3AD203B41FA5}">
                      <a16:colId xmlns:a16="http://schemas.microsoft.com/office/drawing/2014/main" val="845823649"/>
                    </a:ext>
                  </a:extLst>
                </a:gridCol>
                <a:gridCol w="2035209">
                  <a:extLst>
                    <a:ext uri="{9D8B030D-6E8A-4147-A177-3AD203B41FA5}">
                      <a16:colId xmlns:a16="http://schemas.microsoft.com/office/drawing/2014/main" val="4201918062"/>
                    </a:ext>
                  </a:extLst>
                </a:gridCol>
              </a:tblGrid>
              <a:tr h="831739">
                <a:tc>
                  <a:txBody>
                    <a:bodyPr/>
                    <a:lstStyle/>
                    <a:p>
                      <a:pPr algn="l"/>
                      <a:endParaRPr lang="en-US" sz="1600" b="0" dirty="0">
                        <a:solidFill>
                          <a:schemeClr val="accent2"/>
                        </a:solidFill>
                        <a:latin typeface="+mj-lt"/>
                      </a:endParaRP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algn="l"/>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79895946"/>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310085804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T w="12700" cap="flat" cmpd="sng" algn="ctr">
                      <a:noFill/>
                      <a:prstDash val="solid"/>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extLst>
                  <a:ext uri="{0D108BD9-81ED-4DB2-BD59-A6C34878D82A}">
                    <a16:rowId xmlns:a16="http://schemas.microsoft.com/office/drawing/2014/main" val="4262793248"/>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extLst>
                  <a:ext uri="{0D108BD9-81ED-4DB2-BD59-A6C34878D82A}">
                    <a16:rowId xmlns:a16="http://schemas.microsoft.com/office/drawing/2014/main" val="166962571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extLst>
                  <a:ext uri="{0D108BD9-81ED-4DB2-BD59-A6C34878D82A}">
                    <a16:rowId xmlns:a16="http://schemas.microsoft.com/office/drawing/2014/main" val="4267098553"/>
                  </a:ext>
                </a:extLst>
              </a:tr>
            </a:tbl>
          </a:graphicData>
        </a:graphic>
      </p:graphicFrame>
      <p:pic>
        <p:nvPicPr>
          <p:cNvPr id="8" name="Picture 7">
            <a:extLst>
              <a:ext uri="{FF2B5EF4-FFF2-40B4-BE49-F238E27FC236}">
                <a16:creationId xmlns:a16="http://schemas.microsoft.com/office/drawing/2014/main" id="{5AD7CB61-50B0-8543-AE5C-F2D835890FDC}"/>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3" name="Text Placeholder 2">
            <a:extLst>
              <a:ext uri="{FF2B5EF4-FFF2-40B4-BE49-F238E27FC236}">
                <a16:creationId xmlns:a16="http://schemas.microsoft.com/office/drawing/2014/main" id="{E7D3081D-98D9-4740-A151-5680D5F2AE02}"/>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E8C04A25-BAC6-41E1-A2C4-84D780ECDB0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493378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_Rows">
    <p:bg>
      <p:bgPr>
        <a:solidFill>
          <a:schemeClr val="bg1"/>
        </a:solidFill>
        <a:effectLst/>
      </p:bgPr>
    </p:bg>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65561304-F538-0240-A94C-C48228D03462}"/>
              </a:ext>
            </a:extLst>
          </p:cNvPr>
          <p:cNvGraphicFramePr>
            <a:graphicFrameLocks noGrp="1"/>
          </p:cNvGraphicFramePr>
          <p:nvPr userDrawn="1">
            <p:extLst>
              <p:ext uri="{D42A27DB-BD31-4B8C-83A1-F6EECF244321}">
                <p14:modId xmlns:p14="http://schemas.microsoft.com/office/powerpoint/2010/main" val="146785606"/>
              </p:ext>
            </p:extLst>
          </p:nvPr>
        </p:nvGraphicFramePr>
        <p:xfrm>
          <a:off x="1007978" y="1580690"/>
          <a:ext cx="10176045" cy="4158695"/>
        </p:xfrm>
        <a:graphic>
          <a:graphicData uri="http://schemas.openxmlformats.org/drawingml/2006/table">
            <a:tbl>
              <a:tblPr firstRow="1" bandRow="1">
                <a:tableStyleId>{5C22544A-7EE6-4342-B048-85BDC9FD1C3A}</a:tableStyleId>
              </a:tblPr>
              <a:tblGrid>
                <a:gridCol w="2035209">
                  <a:extLst>
                    <a:ext uri="{9D8B030D-6E8A-4147-A177-3AD203B41FA5}">
                      <a16:colId xmlns:a16="http://schemas.microsoft.com/office/drawing/2014/main" val="3613498959"/>
                    </a:ext>
                  </a:extLst>
                </a:gridCol>
                <a:gridCol w="2035209">
                  <a:extLst>
                    <a:ext uri="{9D8B030D-6E8A-4147-A177-3AD203B41FA5}">
                      <a16:colId xmlns:a16="http://schemas.microsoft.com/office/drawing/2014/main" val="2571698312"/>
                    </a:ext>
                  </a:extLst>
                </a:gridCol>
                <a:gridCol w="2035209">
                  <a:extLst>
                    <a:ext uri="{9D8B030D-6E8A-4147-A177-3AD203B41FA5}">
                      <a16:colId xmlns:a16="http://schemas.microsoft.com/office/drawing/2014/main" val="1564166272"/>
                    </a:ext>
                  </a:extLst>
                </a:gridCol>
                <a:gridCol w="2035209">
                  <a:extLst>
                    <a:ext uri="{9D8B030D-6E8A-4147-A177-3AD203B41FA5}">
                      <a16:colId xmlns:a16="http://schemas.microsoft.com/office/drawing/2014/main" val="845823649"/>
                    </a:ext>
                  </a:extLst>
                </a:gridCol>
                <a:gridCol w="2035209">
                  <a:extLst>
                    <a:ext uri="{9D8B030D-6E8A-4147-A177-3AD203B41FA5}">
                      <a16:colId xmlns:a16="http://schemas.microsoft.com/office/drawing/2014/main" val="4201918062"/>
                    </a:ext>
                  </a:extLst>
                </a:gridCol>
              </a:tblGrid>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algn="l"/>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79895946"/>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extLst>
                  <a:ext uri="{0D108BD9-81ED-4DB2-BD59-A6C34878D82A}">
                    <a16:rowId xmlns:a16="http://schemas.microsoft.com/office/drawing/2014/main" val="310085804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extLst>
                  <a:ext uri="{0D108BD9-81ED-4DB2-BD59-A6C34878D82A}">
                    <a16:rowId xmlns:a16="http://schemas.microsoft.com/office/drawing/2014/main" val="4262793248"/>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extLst>
                  <a:ext uri="{0D108BD9-81ED-4DB2-BD59-A6C34878D82A}">
                    <a16:rowId xmlns:a16="http://schemas.microsoft.com/office/drawing/2014/main" val="166962571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extLst>
                  <a:ext uri="{0D108BD9-81ED-4DB2-BD59-A6C34878D82A}">
                    <a16:rowId xmlns:a16="http://schemas.microsoft.com/office/drawing/2014/main" val="4267098553"/>
                  </a:ext>
                </a:extLst>
              </a:tr>
            </a:tbl>
          </a:graphicData>
        </a:graphic>
      </p:graphicFrame>
      <p:pic>
        <p:nvPicPr>
          <p:cNvPr id="9" name="Picture 8">
            <a:extLst>
              <a:ext uri="{FF2B5EF4-FFF2-40B4-BE49-F238E27FC236}">
                <a16:creationId xmlns:a16="http://schemas.microsoft.com/office/drawing/2014/main" id="{552D7B66-DB8A-5E48-A257-C66916D313DC}"/>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3" name="Text Placeholder 2">
            <a:extLst>
              <a:ext uri="{FF2B5EF4-FFF2-40B4-BE49-F238E27FC236}">
                <a16:creationId xmlns:a16="http://schemas.microsoft.com/office/drawing/2014/main" id="{88536D8C-6F3B-4A6C-AC8A-ACFA1CFC676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64A5A5F2-B07C-484A-82F7-1B0870B5A51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2560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ull Quote">
    <p:bg>
      <p:bgPr>
        <a:solidFill>
          <a:srgbClr val="DAD9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6F65-FCBE-43BB-8B6B-9C4AE8460366}"/>
              </a:ext>
            </a:extLst>
          </p:cNvPr>
          <p:cNvSpPr>
            <a:spLocks noGrp="1"/>
          </p:cNvSpPr>
          <p:nvPr>
            <p:ph type="title" hasCustomPrompt="1"/>
          </p:nvPr>
        </p:nvSpPr>
        <p:spPr>
          <a:xfrm>
            <a:off x="2306699" y="2643469"/>
            <a:ext cx="7448055" cy="1101152"/>
          </a:xfrm>
        </p:spPr>
        <p:txBody>
          <a:bodyPr>
            <a:noAutofit/>
          </a:bodyPr>
          <a:lstStyle>
            <a:lvl1pPr>
              <a:defRPr sz="3396">
                <a:solidFill>
                  <a:schemeClr val="accent1"/>
                </a:solidFill>
                <a:latin typeface="Greycliff CF"/>
              </a:defRPr>
            </a:lvl1pPr>
          </a:lstStyle>
          <a:p>
            <a:pPr algn="ctr"/>
            <a:r>
              <a:rPr lang="en-US" sz="3396" dirty="0">
                <a:latin typeface="Greycliff CF Light" pitchFamily="2" charset="77"/>
              </a:rPr>
              <a:t>This is a quote worth sharing out to a number of people.</a:t>
            </a:r>
          </a:p>
        </p:txBody>
      </p:sp>
      <p:sp>
        <p:nvSpPr>
          <p:cNvPr id="4" name="Text Placeholder 3">
            <a:extLst>
              <a:ext uri="{FF2B5EF4-FFF2-40B4-BE49-F238E27FC236}">
                <a16:creationId xmlns:a16="http://schemas.microsoft.com/office/drawing/2014/main" id="{C8706DCB-5B6F-4E29-B54A-F87EDD491AFA}"/>
              </a:ext>
            </a:extLst>
          </p:cNvPr>
          <p:cNvSpPr>
            <a:spLocks noGrp="1"/>
          </p:cNvSpPr>
          <p:nvPr>
            <p:ph type="body" sz="quarter" idx="20" hasCustomPrompt="1"/>
          </p:nvPr>
        </p:nvSpPr>
        <p:spPr>
          <a:xfrm>
            <a:off x="4483461" y="4445571"/>
            <a:ext cx="3225077" cy="279954"/>
          </a:xfrm>
        </p:spPr>
        <p:txBody>
          <a:bodyPr/>
          <a:lstStyle>
            <a:lvl1pPr marL="0" indent="0" algn="ctr">
              <a:buNone/>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dirty="0"/>
              <a:t>Full Name</a:t>
            </a:r>
            <a:endParaRPr lang="en-GB" dirty="0"/>
          </a:p>
        </p:txBody>
      </p:sp>
    </p:spTree>
    <p:extLst>
      <p:ext uri="{BB962C8B-B14F-4D97-AF65-F5344CB8AC3E}">
        <p14:creationId xmlns:p14="http://schemas.microsoft.com/office/powerpoint/2010/main" val="37614122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Full Width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73981-2BC3-F149-8427-3821C49B0D01}"/>
              </a:ext>
            </a:extLst>
          </p:cNvPr>
          <p:cNvSpPr>
            <a:spLocks noGrp="1"/>
          </p:cNvSpPr>
          <p:nvPr>
            <p:ph sz="quarter" idx="10"/>
          </p:nvPr>
        </p:nvSpPr>
        <p:spPr>
          <a:xfrm>
            <a:off x="0" y="0"/>
            <a:ext cx="12192000" cy="6858000"/>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677754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007977" y="1276254"/>
            <a:ext cx="5037961"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4CDDB35-F888-F845-8107-CE176FD5CE45}"/>
              </a:ext>
            </a:extLst>
          </p:cNvPr>
          <p:cNvSpPr>
            <a:spLocks noGrp="1"/>
          </p:cNvSpPr>
          <p:nvPr>
            <p:ph sz="quarter" idx="14"/>
          </p:nvPr>
        </p:nvSpPr>
        <p:spPr>
          <a:xfrm>
            <a:off x="6138011" y="1276254"/>
            <a:ext cx="5046012"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2" name="Text Placeholder 2">
            <a:extLst>
              <a:ext uri="{FF2B5EF4-FFF2-40B4-BE49-F238E27FC236}">
                <a16:creationId xmlns:a16="http://schemas.microsoft.com/office/drawing/2014/main" id="{21B35971-6FFD-49D9-B8C5-7EC71F11FC0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9ACEB15-ED66-4C49-9832-09011A48B7C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157266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490197BE-C0E8-004C-B488-BB1D4A23E51A}"/>
              </a:ext>
            </a:extLst>
          </p:cNvPr>
          <p:cNvSpPr>
            <a:spLocks noGrp="1"/>
          </p:cNvSpPr>
          <p:nvPr>
            <p:ph sz="quarter" idx="11"/>
          </p:nvPr>
        </p:nvSpPr>
        <p:spPr>
          <a:xfrm>
            <a:off x="4083044"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7D7D7FDA-C860-6447-8746-ECE48C4B01A4}"/>
              </a:ext>
            </a:extLst>
          </p:cNvPr>
          <p:cNvSpPr>
            <a:spLocks noGrp="1"/>
          </p:cNvSpPr>
          <p:nvPr>
            <p:ph sz="quarter" idx="12"/>
          </p:nvPr>
        </p:nvSpPr>
        <p:spPr>
          <a:xfrm>
            <a:off x="8166088"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2">
            <a:extLst>
              <a:ext uri="{FF2B5EF4-FFF2-40B4-BE49-F238E27FC236}">
                <a16:creationId xmlns:a16="http://schemas.microsoft.com/office/drawing/2014/main" id="{09783A1D-4CD3-4C27-AB7E-0341AB045CD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CDE72237-7D0A-4637-9C4A-3BF46A097D1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58987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490197BE-C0E8-004C-B488-BB1D4A23E51A}"/>
              </a:ext>
            </a:extLst>
          </p:cNvPr>
          <p:cNvSpPr>
            <a:spLocks noGrp="1"/>
          </p:cNvSpPr>
          <p:nvPr>
            <p:ph sz="quarter" idx="11"/>
          </p:nvPr>
        </p:nvSpPr>
        <p:spPr>
          <a:xfrm>
            <a:off x="4083044"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7D7D7FDA-C860-6447-8746-ECE48C4B01A4}"/>
              </a:ext>
            </a:extLst>
          </p:cNvPr>
          <p:cNvSpPr>
            <a:spLocks noGrp="1"/>
          </p:cNvSpPr>
          <p:nvPr>
            <p:ph sz="quarter" idx="12"/>
          </p:nvPr>
        </p:nvSpPr>
        <p:spPr>
          <a:xfrm>
            <a:off x="8166088"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A0E0D290-211B-7047-8654-A38A4974EED8}"/>
              </a:ext>
            </a:extLst>
          </p:cNvPr>
          <p:cNvSpPr>
            <a:spLocks noGrp="1"/>
          </p:cNvSpPr>
          <p:nvPr>
            <p:ph sz="quarter" idx="14"/>
          </p:nvPr>
        </p:nvSpPr>
        <p:spPr>
          <a:xfrm>
            <a:off x="1"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2">
            <a:extLst>
              <a:ext uri="{FF2B5EF4-FFF2-40B4-BE49-F238E27FC236}">
                <a16:creationId xmlns:a16="http://schemas.microsoft.com/office/drawing/2014/main" id="{56F51EFD-7BA0-944E-BD89-50C25656C9CB}"/>
              </a:ext>
            </a:extLst>
          </p:cNvPr>
          <p:cNvSpPr>
            <a:spLocks noGrp="1"/>
          </p:cNvSpPr>
          <p:nvPr>
            <p:ph sz="quarter" idx="15"/>
          </p:nvPr>
        </p:nvSpPr>
        <p:spPr>
          <a:xfrm>
            <a:off x="4083044"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385F1E92-8342-1B47-965B-B5B282DCF3D8}"/>
              </a:ext>
            </a:extLst>
          </p:cNvPr>
          <p:cNvSpPr>
            <a:spLocks noGrp="1"/>
          </p:cNvSpPr>
          <p:nvPr>
            <p:ph sz="quarter" idx="16"/>
          </p:nvPr>
        </p:nvSpPr>
        <p:spPr>
          <a:xfrm>
            <a:off x="8166088"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2">
            <a:extLst>
              <a:ext uri="{FF2B5EF4-FFF2-40B4-BE49-F238E27FC236}">
                <a16:creationId xmlns:a16="http://schemas.microsoft.com/office/drawing/2014/main" id="{FEFB386F-04F2-4B44-B087-BE5EAE2A094A}"/>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itle 2">
            <a:extLst>
              <a:ext uri="{FF2B5EF4-FFF2-40B4-BE49-F238E27FC236}">
                <a16:creationId xmlns:a16="http://schemas.microsoft.com/office/drawing/2014/main" id="{76D1D9A1-08E4-4F0C-AE4D-7D593F03E70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47753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X and Y Table">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CF20C16-8EFB-5D46-BDC4-F3611FE9CD51}"/>
              </a:ext>
            </a:extLst>
          </p:cNvPr>
          <p:cNvCxnSpPr>
            <a:cxnSpLocks/>
          </p:cNvCxnSpPr>
          <p:nvPr userDrawn="1"/>
        </p:nvCxnSpPr>
        <p:spPr>
          <a:xfrm>
            <a:off x="3415763" y="3460801"/>
            <a:ext cx="7255126" cy="0"/>
          </a:xfrm>
          <a:prstGeom prst="line">
            <a:avLst/>
          </a:prstGeom>
          <a:ln w="5235" cmpd="sng">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E2E090BF-DE21-4B14-9385-B7175D6D9678}"/>
              </a:ext>
            </a:extLst>
          </p:cNvPr>
          <p:cNvSpPr>
            <a:spLocks noGrp="1"/>
          </p:cNvSpPr>
          <p:nvPr>
            <p:ph type="body" sz="quarter" idx="52" hasCustomPrompt="1"/>
          </p:nvPr>
        </p:nvSpPr>
        <p:spPr>
          <a:xfrm>
            <a:off x="3410950" y="2349653"/>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6" name="Text Placeholder 5">
            <a:extLst>
              <a:ext uri="{FF2B5EF4-FFF2-40B4-BE49-F238E27FC236}">
                <a16:creationId xmlns:a16="http://schemas.microsoft.com/office/drawing/2014/main" id="{A6166077-DB81-4B85-9805-246F97B758F8}"/>
              </a:ext>
            </a:extLst>
          </p:cNvPr>
          <p:cNvSpPr>
            <a:spLocks noGrp="1"/>
          </p:cNvSpPr>
          <p:nvPr>
            <p:ph type="body" sz="quarter" idx="47" hasCustomPrompt="1"/>
          </p:nvPr>
        </p:nvSpPr>
        <p:spPr>
          <a:xfrm>
            <a:off x="3410950" y="1813414"/>
            <a:ext cx="2916106" cy="317281"/>
          </a:xfrm>
        </p:spPr>
        <p:txBody>
          <a:bodyPr>
            <a:noAutofit/>
          </a:bodyPr>
          <a:lstStyle>
            <a:lvl1pPr marL="0" indent="0">
              <a:buNone/>
              <a:defRPr sz="1600"/>
            </a:lvl1pPr>
          </a:lstStyle>
          <a:p>
            <a:pPr lvl="0"/>
            <a:r>
              <a:rPr lang="en-US" dirty="0"/>
              <a:t>Slide Topic Title</a:t>
            </a:r>
            <a:endParaRPr lang="en-GB" dirty="0"/>
          </a:p>
        </p:txBody>
      </p:sp>
      <p:sp>
        <p:nvSpPr>
          <p:cNvPr id="40" name="Text Placeholder 7">
            <a:extLst>
              <a:ext uri="{FF2B5EF4-FFF2-40B4-BE49-F238E27FC236}">
                <a16:creationId xmlns:a16="http://schemas.microsoft.com/office/drawing/2014/main" id="{8CA87EA8-D7D7-4875-B311-AF3DA5F7B779}"/>
              </a:ext>
            </a:extLst>
          </p:cNvPr>
          <p:cNvSpPr>
            <a:spLocks noGrp="1"/>
          </p:cNvSpPr>
          <p:nvPr>
            <p:ph type="body" sz="quarter" idx="55" hasCustomPrompt="1"/>
          </p:nvPr>
        </p:nvSpPr>
        <p:spPr>
          <a:xfrm>
            <a:off x="3410950" y="4872009"/>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6" name="Text Placeholder 5">
            <a:extLst>
              <a:ext uri="{FF2B5EF4-FFF2-40B4-BE49-F238E27FC236}">
                <a16:creationId xmlns:a16="http://schemas.microsoft.com/office/drawing/2014/main" id="{ED4448F4-1BA7-461D-8F00-8D8FBF66D61A}"/>
              </a:ext>
            </a:extLst>
          </p:cNvPr>
          <p:cNvSpPr>
            <a:spLocks noGrp="1"/>
          </p:cNvSpPr>
          <p:nvPr>
            <p:ph type="body" sz="quarter" idx="50" hasCustomPrompt="1"/>
          </p:nvPr>
        </p:nvSpPr>
        <p:spPr>
          <a:xfrm>
            <a:off x="3410950" y="4344921"/>
            <a:ext cx="2916106" cy="317281"/>
          </a:xfrm>
        </p:spPr>
        <p:txBody>
          <a:bodyPr>
            <a:noAutofit/>
          </a:bodyPr>
          <a:lstStyle>
            <a:lvl1pPr marL="0" indent="0">
              <a:buNone/>
              <a:defRPr sz="1600"/>
            </a:lvl1pPr>
          </a:lstStyle>
          <a:p>
            <a:pPr lvl="0"/>
            <a:r>
              <a:rPr lang="en-US" dirty="0"/>
              <a:t>Slide Topic Title</a:t>
            </a:r>
            <a:endParaRPr lang="en-GB" dirty="0"/>
          </a:p>
        </p:txBody>
      </p:sp>
      <p:sp>
        <p:nvSpPr>
          <p:cNvPr id="38" name="Text Placeholder 7">
            <a:extLst>
              <a:ext uri="{FF2B5EF4-FFF2-40B4-BE49-F238E27FC236}">
                <a16:creationId xmlns:a16="http://schemas.microsoft.com/office/drawing/2014/main" id="{C5C55490-4A04-4085-B33A-1969B8654990}"/>
              </a:ext>
            </a:extLst>
          </p:cNvPr>
          <p:cNvSpPr>
            <a:spLocks noGrp="1"/>
          </p:cNvSpPr>
          <p:nvPr>
            <p:ph type="body" sz="quarter" idx="53" hasCustomPrompt="1"/>
          </p:nvPr>
        </p:nvSpPr>
        <p:spPr>
          <a:xfrm>
            <a:off x="7754783" y="2349653"/>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9" name="Text Placeholder 5">
            <a:extLst>
              <a:ext uri="{FF2B5EF4-FFF2-40B4-BE49-F238E27FC236}">
                <a16:creationId xmlns:a16="http://schemas.microsoft.com/office/drawing/2014/main" id="{E9EDE877-01BD-463C-B317-F1463706D162}"/>
              </a:ext>
            </a:extLst>
          </p:cNvPr>
          <p:cNvSpPr>
            <a:spLocks noGrp="1"/>
          </p:cNvSpPr>
          <p:nvPr>
            <p:ph type="body" sz="quarter" idx="48" hasCustomPrompt="1"/>
          </p:nvPr>
        </p:nvSpPr>
        <p:spPr>
          <a:xfrm>
            <a:off x="7754783" y="1813414"/>
            <a:ext cx="2916106" cy="317281"/>
          </a:xfrm>
        </p:spPr>
        <p:txBody>
          <a:bodyPr>
            <a:noAutofit/>
          </a:bodyPr>
          <a:lstStyle>
            <a:lvl1pPr marL="0" indent="0">
              <a:buNone/>
              <a:defRPr sz="1600"/>
            </a:lvl1pPr>
          </a:lstStyle>
          <a:p>
            <a:pPr lvl="0"/>
            <a:r>
              <a:rPr lang="en-US" dirty="0"/>
              <a:t>Slide Topic Title</a:t>
            </a:r>
            <a:endParaRPr lang="en-GB" dirty="0"/>
          </a:p>
        </p:txBody>
      </p:sp>
      <p:sp>
        <p:nvSpPr>
          <p:cNvPr id="39" name="Text Placeholder 7">
            <a:extLst>
              <a:ext uri="{FF2B5EF4-FFF2-40B4-BE49-F238E27FC236}">
                <a16:creationId xmlns:a16="http://schemas.microsoft.com/office/drawing/2014/main" id="{BAD390B3-B952-46CA-840D-4343985AA137}"/>
              </a:ext>
            </a:extLst>
          </p:cNvPr>
          <p:cNvSpPr>
            <a:spLocks noGrp="1"/>
          </p:cNvSpPr>
          <p:nvPr>
            <p:ph type="body" sz="quarter" idx="54" hasCustomPrompt="1"/>
          </p:nvPr>
        </p:nvSpPr>
        <p:spPr>
          <a:xfrm>
            <a:off x="7754783" y="4872009"/>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3" name="Text Placeholder 5">
            <a:extLst>
              <a:ext uri="{FF2B5EF4-FFF2-40B4-BE49-F238E27FC236}">
                <a16:creationId xmlns:a16="http://schemas.microsoft.com/office/drawing/2014/main" id="{165BD6D8-02CB-4AC3-87CB-BD2B942B8144}"/>
              </a:ext>
            </a:extLst>
          </p:cNvPr>
          <p:cNvSpPr>
            <a:spLocks noGrp="1"/>
          </p:cNvSpPr>
          <p:nvPr>
            <p:ph type="body" sz="quarter" idx="49" hasCustomPrompt="1"/>
          </p:nvPr>
        </p:nvSpPr>
        <p:spPr>
          <a:xfrm>
            <a:off x="7754783" y="4344921"/>
            <a:ext cx="2916106" cy="317281"/>
          </a:xfrm>
        </p:spPr>
        <p:txBody>
          <a:bodyPr>
            <a:noAutofit/>
          </a:bodyPr>
          <a:lstStyle>
            <a:lvl1pPr marL="0" indent="0">
              <a:buNone/>
              <a:defRPr sz="1600"/>
            </a:lvl1pPr>
          </a:lstStyle>
          <a:p>
            <a:pPr lvl="0"/>
            <a:r>
              <a:rPr lang="en-US" dirty="0"/>
              <a:t>Slide Topic Title</a:t>
            </a:r>
            <a:endParaRPr lang="en-GB" dirty="0"/>
          </a:p>
        </p:txBody>
      </p:sp>
      <p:cxnSp>
        <p:nvCxnSpPr>
          <p:cNvPr id="30" name="Straight Connector 29">
            <a:extLst>
              <a:ext uri="{FF2B5EF4-FFF2-40B4-BE49-F238E27FC236}">
                <a16:creationId xmlns:a16="http://schemas.microsoft.com/office/drawing/2014/main" id="{DC00B339-3F0B-524E-935F-22BFF4A676BF}"/>
              </a:ext>
            </a:extLst>
          </p:cNvPr>
          <p:cNvCxnSpPr>
            <a:cxnSpLocks/>
          </p:cNvCxnSpPr>
          <p:nvPr userDrawn="1"/>
        </p:nvCxnSpPr>
        <p:spPr>
          <a:xfrm>
            <a:off x="7020220" y="1561796"/>
            <a:ext cx="0" cy="3890426"/>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sp>
        <p:nvSpPr>
          <p:cNvPr id="37" name="Text Placeholder 5">
            <a:extLst>
              <a:ext uri="{FF2B5EF4-FFF2-40B4-BE49-F238E27FC236}">
                <a16:creationId xmlns:a16="http://schemas.microsoft.com/office/drawing/2014/main" id="{77F6C65D-B724-4BE1-9BCF-95AFAF1E45F3}"/>
              </a:ext>
            </a:extLst>
          </p:cNvPr>
          <p:cNvSpPr>
            <a:spLocks noGrp="1"/>
          </p:cNvSpPr>
          <p:nvPr>
            <p:ph type="body" sz="quarter" idx="51" hasCustomPrompt="1"/>
          </p:nvPr>
        </p:nvSpPr>
        <p:spPr>
          <a:xfrm>
            <a:off x="1007978" y="3272756"/>
            <a:ext cx="2038096" cy="354608"/>
          </a:xfrm>
        </p:spPr>
        <p:txBody>
          <a:bodyPr>
            <a:noAutofit/>
          </a:bodyPr>
          <a:lstStyle>
            <a:lvl1pPr marL="0" indent="0">
              <a:buNone/>
              <a:defRPr sz="2000"/>
            </a:lvl1pPr>
          </a:lstStyle>
          <a:p>
            <a:pPr lvl="0"/>
            <a:r>
              <a:rPr lang="en-US" dirty="0"/>
              <a:t>X-Axis Title</a:t>
            </a:r>
            <a:endParaRPr lang="en-GB" dirty="0"/>
          </a:p>
        </p:txBody>
      </p:sp>
      <p:sp>
        <p:nvSpPr>
          <p:cNvPr id="41" name="Text Placeholder 5">
            <a:extLst>
              <a:ext uri="{FF2B5EF4-FFF2-40B4-BE49-F238E27FC236}">
                <a16:creationId xmlns:a16="http://schemas.microsoft.com/office/drawing/2014/main" id="{586CA4CE-7D23-4A3E-9D71-3368F631D7DB}"/>
              </a:ext>
            </a:extLst>
          </p:cNvPr>
          <p:cNvSpPr>
            <a:spLocks noGrp="1"/>
          </p:cNvSpPr>
          <p:nvPr>
            <p:ph type="body" sz="quarter" idx="56" hasCustomPrompt="1"/>
          </p:nvPr>
        </p:nvSpPr>
        <p:spPr>
          <a:xfrm>
            <a:off x="5469023" y="5800650"/>
            <a:ext cx="2916106" cy="354608"/>
          </a:xfrm>
        </p:spPr>
        <p:txBody>
          <a:bodyPr>
            <a:noAutofit/>
          </a:bodyPr>
          <a:lstStyle>
            <a:lvl1pPr marL="0" indent="0" algn="ctr">
              <a:buNone/>
              <a:defRPr sz="2000"/>
            </a:lvl1pPr>
          </a:lstStyle>
          <a:p>
            <a:pPr lvl="0"/>
            <a:r>
              <a:rPr lang="en-US" dirty="0"/>
              <a:t>Y-Axis Title</a:t>
            </a:r>
            <a:endParaRPr lang="en-GB" dirty="0"/>
          </a:p>
        </p:txBody>
      </p:sp>
      <p:pic>
        <p:nvPicPr>
          <p:cNvPr id="32" name="Picture 31">
            <a:extLst>
              <a:ext uri="{FF2B5EF4-FFF2-40B4-BE49-F238E27FC236}">
                <a16:creationId xmlns:a16="http://schemas.microsoft.com/office/drawing/2014/main" id="{6F7728C6-6459-9F41-BE0D-7702E0C0C520}"/>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34" name="Text Placeholder 2">
            <a:extLst>
              <a:ext uri="{FF2B5EF4-FFF2-40B4-BE49-F238E27FC236}">
                <a16:creationId xmlns:a16="http://schemas.microsoft.com/office/drawing/2014/main" id="{759A6876-F064-456F-A853-44EAD20210B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4" name="Title 3">
            <a:extLst>
              <a:ext uri="{FF2B5EF4-FFF2-40B4-BE49-F238E27FC236}">
                <a16:creationId xmlns:a16="http://schemas.microsoft.com/office/drawing/2014/main" id="{866F9930-5603-49A1-A730-865B55E353C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01774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bg1"/>
        </a:solidFill>
        <a:effectLst/>
      </p:bgPr>
    </p:bg>
    <p:spTree>
      <p:nvGrpSpPr>
        <p:cNvPr id="1" name=""/>
        <p:cNvGrpSpPr/>
        <p:nvPr/>
      </p:nvGrpSpPr>
      <p:grpSpPr>
        <a:xfrm>
          <a:off x="0" y="0"/>
          <a:ext cx="0" cy="0"/>
          <a:chOff x="0" y="0"/>
          <a:chExt cx="0" cy="0"/>
        </a:xfrm>
      </p:grpSpPr>
      <p:sp>
        <p:nvSpPr>
          <p:cNvPr id="28" name="object 13">
            <a:extLst>
              <a:ext uri="{FF2B5EF4-FFF2-40B4-BE49-F238E27FC236}">
                <a16:creationId xmlns:a16="http://schemas.microsoft.com/office/drawing/2014/main" id="{BF3D0192-718A-7A42-9302-2292A4CF8AB7}"/>
              </a:ext>
            </a:extLst>
          </p:cNvPr>
          <p:cNvSpPr/>
          <p:nvPr userDrawn="1"/>
        </p:nvSpPr>
        <p:spPr>
          <a:xfrm>
            <a:off x="6120764" y="2793965"/>
            <a:ext cx="5029296" cy="0"/>
          </a:xfrm>
          <a:custGeom>
            <a:avLst/>
            <a:gdLst/>
            <a:ahLst/>
            <a:cxnLst/>
            <a:rect l="l" t="t" r="r" b="b"/>
            <a:pathLst>
              <a:path w="8293100">
                <a:moveTo>
                  <a:pt x="0" y="0"/>
                </a:moveTo>
                <a:lnTo>
                  <a:pt x="8293045" y="0"/>
                </a:lnTo>
              </a:path>
            </a:pathLst>
          </a:custGeom>
          <a:ln w="5235" cmpd="sng">
            <a:solidFill>
              <a:schemeClr val="accent2">
                <a:lumMod val="100000"/>
              </a:schemeClr>
            </a:solidFill>
            <a:prstDash val="solid"/>
          </a:ln>
        </p:spPr>
        <p:txBody>
          <a:bodyPr wrap="square" lIns="0" tIns="0" rIns="0" bIns="0" rtlCol="0"/>
          <a:lstStyle/>
          <a:p>
            <a:endParaRPr sz="1092"/>
          </a:p>
        </p:txBody>
      </p:sp>
      <p:sp>
        <p:nvSpPr>
          <p:cNvPr id="31" name="object 18">
            <a:extLst>
              <a:ext uri="{FF2B5EF4-FFF2-40B4-BE49-F238E27FC236}">
                <a16:creationId xmlns:a16="http://schemas.microsoft.com/office/drawing/2014/main" id="{D4E9302F-218F-534C-920E-FD2E32647DBD}"/>
              </a:ext>
            </a:extLst>
          </p:cNvPr>
          <p:cNvSpPr/>
          <p:nvPr userDrawn="1"/>
        </p:nvSpPr>
        <p:spPr>
          <a:xfrm>
            <a:off x="6632321" y="5040876"/>
            <a:ext cx="1745235" cy="846372"/>
          </a:xfrm>
          <a:custGeom>
            <a:avLst/>
            <a:gdLst/>
            <a:ahLst/>
            <a:cxnLst/>
            <a:rect l="l" t="t" r="r" b="b"/>
            <a:pathLst>
              <a:path w="2877819" h="1395729">
                <a:moveTo>
                  <a:pt x="0" y="1395245"/>
                </a:moveTo>
                <a:lnTo>
                  <a:pt x="2877807" y="1395245"/>
                </a:lnTo>
                <a:lnTo>
                  <a:pt x="2877807" y="0"/>
                </a:lnTo>
                <a:lnTo>
                  <a:pt x="0" y="0"/>
                </a:lnTo>
                <a:lnTo>
                  <a:pt x="0" y="1395245"/>
                </a:lnTo>
                <a:close/>
              </a:path>
            </a:pathLst>
          </a:custGeom>
          <a:solidFill>
            <a:schemeClr val="accent6"/>
          </a:solidFill>
        </p:spPr>
        <p:txBody>
          <a:bodyPr wrap="square" lIns="0" tIns="0" rIns="0" bIns="0" rtlCol="0"/>
          <a:lstStyle/>
          <a:p>
            <a:endParaRPr sz="1092"/>
          </a:p>
        </p:txBody>
      </p:sp>
      <p:sp>
        <p:nvSpPr>
          <p:cNvPr id="32" name="object 19">
            <a:extLst>
              <a:ext uri="{FF2B5EF4-FFF2-40B4-BE49-F238E27FC236}">
                <a16:creationId xmlns:a16="http://schemas.microsoft.com/office/drawing/2014/main" id="{D7454359-5B6A-A843-8A42-4795872DA343}"/>
              </a:ext>
            </a:extLst>
          </p:cNvPr>
          <p:cNvSpPr/>
          <p:nvPr userDrawn="1"/>
        </p:nvSpPr>
        <p:spPr>
          <a:xfrm>
            <a:off x="8891898" y="3953514"/>
            <a:ext cx="1747161" cy="1933794"/>
          </a:xfrm>
          <a:custGeom>
            <a:avLst/>
            <a:gdLst/>
            <a:ahLst/>
            <a:cxnLst/>
            <a:rect l="l" t="t" r="r" b="b"/>
            <a:pathLst>
              <a:path w="2880994" h="3188970">
                <a:moveTo>
                  <a:pt x="0" y="3188384"/>
                </a:moveTo>
                <a:lnTo>
                  <a:pt x="2880655" y="3188384"/>
                </a:lnTo>
                <a:lnTo>
                  <a:pt x="2880655" y="0"/>
                </a:lnTo>
                <a:lnTo>
                  <a:pt x="0" y="0"/>
                </a:lnTo>
                <a:lnTo>
                  <a:pt x="0" y="3188384"/>
                </a:lnTo>
                <a:close/>
              </a:path>
            </a:pathLst>
          </a:custGeom>
          <a:solidFill>
            <a:schemeClr val="accent2"/>
          </a:solidFill>
        </p:spPr>
        <p:txBody>
          <a:bodyPr wrap="square" lIns="0" tIns="0" rIns="0" bIns="0" rtlCol="0"/>
          <a:lstStyle/>
          <a:p>
            <a:endParaRPr sz="1092">
              <a:solidFill>
                <a:srgbClr val="234A48"/>
              </a:solidFill>
            </a:endParaRPr>
          </a:p>
        </p:txBody>
      </p:sp>
      <p:sp>
        <p:nvSpPr>
          <p:cNvPr id="38" name="object 22">
            <a:extLst>
              <a:ext uri="{FF2B5EF4-FFF2-40B4-BE49-F238E27FC236}">
                <a16:creationId xmlns:a16="http://schemas.microsoft.com/office/drawing/2014/main" id="{F10947BD-1BD7-A546-9827-F75D677E0B2C}"/>
              </a:ext>
            </a:extLst>
          </p:cNvPr>
          <p:cNvSpPr/>
          <p:nvPr userDrawn="1"/>
        </p:nvSpPr>
        <p:spPr>
          <a:xfrm>
            <a:off x="6122045" y="5883779"/>
            <a:ext cx="5028141" cy="0"/>
          </a:xfrm>
          <a:custGeom>
            <a:avLst/>
            <a:gdLst/>
            <a:ahLst/>
            <a:cxnLst/>
            <a:rect l="l" t="t" r="r" b="b"/>
            <a:pathLst>
              <a:path w="8291194">
                <a:moveTo>
                  <a:pt x="0" y="0"/>
                </a:moveTo>
                <a:lnTo>
                  <a:pt x="8290930" y="0"/>
                </a:lnTo>
              </a:path>
            </a:pathLst>
          </a:custGeom>
          <a:ln w="5235" cmpd="sng">
            <a:solidFill>
              <a:schemeClr val="accent2">
                <a:lumMod val="100000"/>
              </a:schemeClr>
            </a:solidFill>
            <a:prstDash val="solid"/>
          </a:ln>
        </p:spPr>
        <p:txBody>
          <a:bodyPr wrap="square" lIns="0" tIns="0" rIns="0" bIns="0" rtlCol="0"/>
          <a:lstStyle/>
          <a:p>
            <a:endParaRPr sz="1092"/>
          </a:p>
        </p:txBody>
      </p:sp>
      <p:sp>
        <p:nvSpPr>
          <p:cNvPr id="39" name="object 24">
            <a:extLst>
              <a:ext uri="{FF2B5EF4-FFF2-40B4-BE49-F238E27FC236}">
                <a16:creationId xmlns:a16="http://schemas.microsoft.com/office/drawing/2014/main" id="{D3CB97AB-9446-194F-915D-356F4AD3BB2E}"/>
              </a:ext>
            </a:extLst>
          </p:cNvPr>
          <p:cNvSpPr/>
          <p:nvPr userDrawn="1"/>
        </p:nvSpPr>
        <p:spPr>
          <a:xfrm>
            <a:off x="7506522" y="3528095"/>
            <a:ext cx="2257407" cy="1512919"/>
          </a:xfrm>
          <a:custGeom>
            <a:avLst/>
            <a:gdLst/>
            <a:ahLst/>
            <a:cxnLst/>
            <a:rect l="l" t="t" r="r" b="b"/>
            <a:pathLst>
              <a:path w="3722369" h="2494915">
                <a:moveTo>
                  <a:pt x="3722137" y="701549"/>
                </a:moveTo>
                <a:lnTo>
                  <a:pt x="3722137" y="0"/>
                </a:lnTo>
                <a:lnTo>
                  <a:pt x="0" y="0"/>
                </a:lnTo>
                <a:lnTo>
                  <a:pt x="0" y="2494688"/>
                </a:lnTo>
              </a:path>
            </a:pathLst>
          </a:custGeom>
          <a:ln w="5235" cmpd="sng">
            <a:solidFill>
              <a:schemeClr val="accent2">
                <a:lumMod val="100000"/>
              </a:schemeClr>
            </a:solidFill>
            <a:prstDash val="solid"/>
          </a:ln>
        </p:spPr>
        <p:txBody>
          <a:bodyPr wrap="square" lIns="0" tIns="0" rIns="0" bIns="0" rtlCol="0"/>
          <a:lstStyle/>
          <a:p>
            <a:endParaRPr sz="1092">
              <a:solidFill>
                <a:srgbClr val="234A48"/>
              </a:solidFill>
            </a:endParaRPr>
          </a:p>
        </p:txBody>
      </p:sp>
      <p:sp>
        <p:nvSpPr>
          <p:cNvPr id="44" name="object 25">
            <a:extLst>
              <a:ext uri="{FF2B5EF4-FFF2-40B4-BE49-F238E27FC236}">
                <a16:creationId xmlns:a16="http://schemas.microsoft.com/office/drawing/2014/main" id="{C52F783C-8576-A546-A4F8-733399926BE0}"/>
              </a:ext>
            </a:extLst>
          </p:cNvPr>
          <p:cNvSpPr/>
          <p:nvPr userDrawn="1"/>
        </p:nvSpPr>
        <p:spPr>
          <a:xfrm>
            <a:off x="7872723" y="3363006"/>
            <a:ext cx="1524193" cy="336546"/>
          </a:xfrm>
          <a:custGeom>
            <a:avLst/>
            <a:gdLst/>
            <a:ahLst/>
            <a:cxnLst/>
            <a:rect l="l" t="t" r="r" b="b"/>
            <a:pathLst>
              <a:path w="2513330" h="554990">
                <a:moveTo>
                  <a:pt x="0" y="554956"/>
                </a:moveTo>
                <a:lnTo>
                  <a:pt x="2513012" y="554956"/>
                </a:lnTo>
                <a:lnTo>
                  <a:pt x="2513012" y="0"/>
                </a:lnTo>
                <a:lnTo>
                  <a:pt x="0" y="0"/>
                </a:lnTo>
                <a:lnTo>
                  <a:pt x="0" y="554956"/>
                </a:lnTo>
                <a:close/>
              </a:path>
            </a:pathLst>
          </a:custGeom>
          <a:solidFill>
            <a:srgbClr val="F4F4F4"/>
          </a:solidFill>
        </p:spPr>
        <p:txBody>
          <a:bodyPr wrap="square" lIns="0" tIns="0" rIns="0" bIns="0" rtlCol="0"/>
          <a:lstStyle/>
          <a:p>
            <a:endParaRPr sz="1200"/>
          </a:p>
        </p:txBody>
      </p:sp>
      <p:sp>
        <p:nvSpPr>
          <p:cNvPr id="45" name="object 27">
            <a:extLst>
              <a:ext uri="{FF2B5EF4-FFF2-40B4-BE49-F238E27FC236}">
                <a16:creationId xmlns:a16="http://schemas.microsoft.com/office/drawing/2014/main" id="{2E890CF7-127F-624D-884E-AA2FDE338756}"/>
              </a:ext>
            </a:extLst>
          </p:cNvPr>
          <p:cNvSpPr/>
          <p:nvPr userDrawn="1"/>
        </p:nvSpPr>
        <p:spPr>
          <a:xfrm>
            <a:off x="7872723" y="3363006"/>
            <a:ext cx="1524193" cy="336546"/>
          </a:xfrm>
          <a:custGeom>
            <a:avLst/>
            <a:gdLst/>
            <a:ahLst/>
            <a:cxnLst/>
            <a:rect l="l" t="t" r="r" b="b"/>
            <a:pathLst>
              <a:path w="2513330" h="554990">
                <a:moveTo>
                  <a:pt x="0" y="554956"/>
                </a:moveTo>
                <a:lnTo>
                  <a:pt x="2513012" y="554956"/>
                </a:lnTo>
                <a:lnTo>
                  <a:pt x="2513012" y="0"/>
                </a:lnTo>
                <a:lnTo>
                  <a:pt x="0" y="0"/>
                </a:lnTo>
                <a:lnTo>
                  <a:pt x="0" y="554956"/>
                </a:lnTo>
                <a:close/>
              </a:path>
            </a:pathLst>
          </a:custGeom>
          <a:noFill/>
          <a:ln w="5235">
            <a:solidFill>
              <a:srgbClr val="234A48"/>
            </a:solidFill>
          </a:ln>
        </p:spPr>
        <p:txBody>
          <a:bodyPr wrap="square" lIns="0" tIns="0" rIns="0" bIns="0" rtlCol="0"/>
          <a:lstStyle/>
          <a:p>
            <a:endParaRPr sz="1200"/>
          </a:p>
        </p:txBody>
      </p:sp>
      <p:sp>
        <p:nvSpPr>
          <p:cNvPr id="41" name="Text Placeholder 6">
            <a:extLst>
              <a:ext uri="{FF2B5EF4-FFF2-40B4-BE49-F238E27FC236}">
                <a16:creationId xmlns:a16="http://schemas.microsoft.com/office/drawing/2014/main" id="{30EA48AF-599C-4C72-B8AA-4F2E974308B9}"/>
              </a:ext>
            </a:extLst>
          </p:cNvPr>
          <p:cNvSpPr>
            <a:spLocks noGrp="1"/>
          </p:cNvSpPr>
          <p:nvPr>
            <p:ph type="body" sz="quarter" idx="56" hasCustomPrompt="1"/>
          </p:nvPr>
        </p:nvSpPr>
        <p:spPr>
          <a:xfrm>
            <a:off x="7984418" y="340996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
        <p:nvSpPr>
          <p:cNvPr id="7" name="Text Placeholder 6">
            <a:extLst>
              <a:ext uri="{FF2B5EF4-FFF2-40B4-BE49-F238E27FC236}">
                <a16:creationId xmlns:a16="http://schemas.microsoft.com/office/drawing/2014/main" id="{0562EC61-829B-481A-834B-26F52408FD87}"/>
              </a:ext>
            </a:extLst>
          </p:cNvPr>
          <p:cNvSpPr>
            <a:spLocks noGrp="1"/>
          </p:cNvSpPr>
          <p:nvPr>
            <p:ph type="body" sz="quarter" idx="54" hasCustomPrompt="1"/>
          </p:nvPr>
        </p:nvSpPr>
        <p:spPr>
          <a:xfrm>
            <a:off x="6120732" y="2833875"/>
            <a:ext cx="5029296" cy="242627"/>
          </a:xfrm>
        </p:spPr>
        <p:txBody>
          <a:bodyPr>
            <a:noAutofit/>
          </a:bodyPr>
          <a:lstStyle>
            <a:lvl1pPr marL="0" indent="0" algn="ctr">
              <a:buNone/>
              <a:defRPr sz="1200">
                <a:solidFill>
                  <a:schemeClr val="accent1"/>
                </a:solidFill>
              </a:defRPr>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Longer call out text</a:t>
            </a:r>
            <a:endParaRPr lang="en-GB" dirty="0"/>
          </a:p>
        </p:txBody>
      </p:sp>
      <p:sp>
        <p:nvSpPr>
          <p:cNvPr id="35" name="Text Placeholder 6">
            <a:extLst>
              <a:ext uri="{FF2B5EF4-FFF2-40B4-BE49-F238E27FC236}">
                <a16:creationId xmlns:a16="http://schemas.microsoft.com/office/drawing/2014/main" id="{1CA6B864-28E5-40EF-BAE0-3AC0D0EDC2F0}"/>
              </a:ext>
            </a:extLst>
          </p:cNvPr>
          <p:cNvSpPr>
            <a:spLocks noGrp="1"/>
          </p:cNvSpPr>
          <p:nvPr>
            <p:ph type="body" sz="quarter" idx="55" hasCustomPrompt="1"/>
          </p:nvPr>
        </p:nvSpPr>
        <p:spPr>
          <a:xfrm>
            <a:off x="9097528" y="595591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
        <p:nvSpPr>
          <p:cNvPr id="73" name="Content Placeholder 2">
            <a:extLst>
              <a:ext uri="{FF2B5EF4-FFF2-40B4-BE49-F238E27FC236}">
                <a16:creationId xmlns:a16="http://schemas.microsoft.com/office/drawing/2014/main" id="{B8A73A29-C6A0-3744-AEE4-1B72039971A7}"/>
              </a:ext>
            </a:extLst>
          </p:cNvPr>
          <p:cNvSpPr>
            <a:spLocks noGrp="1"/>
          </p:cNvSpPr>
          <p:nvPr>
            <p:ph sz="quarter" idx="44"/>
          </p:nvPr>
        </p:nvSpPr>
        <p:spPr>
          <a:xfrm>
            <a:off x="6114570" y="1262080"/>
            <a:ext cx="2289861" cy="1467762"/>
          </a:xfrm>
          <a:prstGeom prst="rect">
            <a:avLst/>
          </a:prstGeom>
        </p:spPr>
        <p:txBody>
          <a:bodyPr/>
          <a:lstStyle/>
          <a:p>
            <a:pPr lvl="0"/>
            <a:r>
              <a:rPr lang="en-US"/>
              <a:t>Click to edit Master text styles</a:t>
            </a:r>
          </a:p>
        </p:txBody>
      </p:sp>
      <p:sp>
        <p:nvSpPr>
          <p:cNvPr id="75" name="Content Placeholder 2">
            <a:extLst>
              <a:ext uri="{FF2B5EF4-FFF2-40B4-BE49-F238E27FC236}">
                <a16:creationId xmlns:a16="http://schemas.microsoft.com/office/drawing/2014/main" id="{27F2AEB9-FFA4-F341-AEDB-11D498665037}"/>
              </a:ext>
            </a:extLst>
          </p:cNvPr>
          <p:cNvSpPr>
            <a:spLocks noGrp="1"/>
          </p:cNvSpPr>
          <p:nvPr>
            <p:ph sz="quarter" idx="45"/>
          </p:nvPr>
        </p:nvSpPr>
        <p:spPr>
          <a:xfrm>
            <a:off x="8894162" y="1262080"/>
            <a:ext cx="2289861" cy="1467762"/>
          </a:xfrm>
          <a:prstGeom prst="rect">
            <a:avLst/>
          </a:prstGeom>
        </p:spPr>
        <p:txBody>
          <a:bodyPr/>
          <a:lstStyle/>
          <a:p>
            <a:pPr lvl="0"/>
            <a:r>
              <a:rPr lang="en-US"/>
              <a:t>Click to edit Master text styles</a:t>
            </a:r>
          </a:p>
        </p:txBody>
      </p:sp>
      <p:sp>
        <p:nvSpPr>
          <p:cNvPr id="29" name="Text Placeholder 2">
            <a:extLst>
              <a:ext uri="{FF2B5EF4-FFF2-40B4-BE49-F238E27FC236}">
                <a16:creationId xmlns:a16="http://schemas.microsoft.com/office/drawing/2014/main" id="{2C330B88-D60B-6E4D-BBFF-7DBC16E78DE5}"/>
              </a:ext>
            </a:extLst>
          </p:cNvPr>
          <p:cNvSpPr>
            <a:spLocks noGrp="1"/>
          </p:cNvSpPr>
          <p:nvPr>
            <p:ph type="body" sz="quarter" idx="25" hasCustomPrompt="1"/>
          </p:nvPr>
        </p:nvSpPr>
        <p:spPr>
          <a:xfrm>
            <a:off x="1007978" y="2322339"/>
            <a:ext cx="3225077" cy="830997"/>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4" name="Text Placeholder 5">
            <a:extLst>
              <a:ext uri="{FF2B5EF4-FFF2-40B4-BE49-F238E27FC236}">
                <a16:creationId xmlns:a16="http://schemas.microsoft.com/office/drawing/2014/main" id="{FE9FFBB1-104B-4B13-B7BB-06F5C19BD2FB}"/>
              </a:ext>
            </a:extLst>
          </p:cNvPr>
          <p:cNvSpPr>
            <a:spLocks noGrp="1"/>
          </p:cNvSpPr>
          <p:nvPr>
            <p:ph type="body" sz="quarter" idx="52" hasCustomPrompt="1"/>
          </p:nvPr>
        </p:nvSpPr>
        <p:spPr>
          <a:xfrm>
            <a:off x="1007978" y="1790478"/>
            <a:ext cx="3225077" cy="354608"/>
          </a:xfrm>
        </p:spPr>
        <p:txBody>
          <a:bodyPr>
            <a:noAutofit/>
          </a:bodyPr>
          <a:lstStyle>
            <a:lvl1pPr marL="0" indent="0">
              <a:buNone/>
              <a:defRPr sz="2000"/>
            </a:lvl1pPr>
          </a:lstStyle>
          <a:p>
            <a:pPr lvl="0"/>
            <a:r>
              <a:rPr lang="en-US" dirty="0"/>
              <a:t>Slide Topic Title</a:t>
            </a:r>
            <a:endParaRPr lang="en-GB" dirty="0"/>
          </a:p>
        </p:txBody>
      </p:sp>
      <p:sp>
        <p:nvSpPr>
          <p:cNvPr id="26" name="Text Placeholder 4">
            <a:extLst>
              <a:ext uri="{FF2B5EF4-FFF2-40B4-BE49-F238E27FC236}">
                <a16:creationId xmlns:a16="http://schemas.microsoft.com/office/drawing/2014/main" id="{1A53EDBE-69AF-46B1-B2A8-4FE743D30B10}"/>
              </a:ext>
            </a:extLst>
          </p:cNvPr>
          <p:cNvSpPr>
            <a:spLocks noGrp="1"/>
          </p:cNvSpPr>
          <p:nvPr>
            <p:ph type="body" sz="quarter" idx="67"/>
          </p:nvPr>
        </p:nvSpPr>
        <p:spPr>
          <a:xfrm>
            <a:off x="1007978" y="4909973"/>
            <a:ext cx="3225077"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2">
            <a:extLst>
              <a:ext uri="{FF2B5EF4-FFF2-40B4-BE49-F238E27FC236}">
                <a16:creationId xmlns:a16="http://schemas.microsoft.com/office/drawing/2014/main" id="{5EB76813-2544-2F45-8D7E-2ED775B2F6E1}"/>
              </a:ext>
            </a:extLst>
          </p:cNvPr>
          <p:cNvSpPr>
            <a:spLocks noGrp="1"/>
          </p:cNvSpPr>
          <p:nvPr>
            <p:ph type="body" sz="quarter" idx="46" hasCustomPrompt="1"/>
          </p:nvPr>
        </p:nvSpPr>
        <p:spPr>
          <a:xfrm>
            <a:off x="1007978" y="4540686"/>
            <a:ext cx="3225077" cy="316240"/>
          </a:xfrm>
          <a:prstGeom prst="rect">
            <a:avLst/>
          </a:prstGeom>
        </p:spPr>
        <p:txBody>
          <a:bodyPr>
            <a:spAutoFit/>
          </a:bodyPr>
          <a:lstStyle>
            <a:lvl1pPr marL="0" indent="0">
              <a:spcAft>
                <a:spcPts val="1455"/>
              </a:spcAft>
              <a:buFont typeface="Arial" panose="020B0604020202020204" pitchFamily="34" charset="0"/>
              <a:buNone/>
              <a:defRPr sz="1400">
                <a:latin typeface="+mn-lt"/>
              </a:defRPr>
            </a:lvl1pPr>
          </a:lstStyle>
          <a:p>
            <a:pPr lvl="0"/>
            <a:r>
              <a:rPr lang="en-US" dirty="0"/>
              <a:t>Subtitle</a:t>
            </a:r>
          </a:p>
        </p:txBody>
      </p:sp>
      <p:sp>
        <p:nvSpPr>
          <p:cNvPr id="40" name="Text Placeholder 2">
            <a:extLst>
              <a:ext uri="{FF2B5EF4-FFF2-40B4-BE49-F238E27FC236}">
                <a16:creationId xmlns:a16="http://schemas.microsoft.com/office/drawing/2014/main" id="{2E1344EA-B054-0A40-9056-8F5452FEF912}"/>
              </a:ext>
            </a:extLst>
          </p:cNvPr>
          <p:cNvSpPr>
            <a:spLocks noGrp="1"/>
          </p:cNvSpPr>
          <p:nvPr>
            <p:ph type="body" sz="quarter" idx="47" hasCustomPrompt="1"/>
          </p:nvPr>
        </p:nvSpPr>
        <p:spPr>
          <a:xfrm>
            <a:off x="1007978" y="3426502"/>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sp>
        <p:nvSpPr>
          <p:cNvPr id="42" name="Text Placeholder 2">
            <a:extLst>
              <a:ext uri="{FF2B5EF4-FFF2-40B4-BE49-F238E27FC236}">
                <a16:creationId xmlns:a16="http://schemas.microsoft.com/office/drawing/2014/main" id="{5500BEE0-7D26-CC49-B9D1-A5823815C46C}"/>
              </a:ext>
            </a:extLst>
          </p:cNvPr>
          <p:cNvSpPr>
            <a:spLocks noGrp="1"/>
          </p:cNvSpPr>
          <p:nvPr>
            <p:ph type="body" sz="quarter" idx="48" hasCustomPrompt="1"/>
          </p:nvPr>
        </p:nvSpPr>
        <p:spPr>
          <a:xfrm>
            <a:off x="1007978" y="3716951"/>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sp>
        <p:nvSpPr>
          <p:cNvPr id="43" name="Text Placeholder 2">
            <a:extLst>
              <a:ext uri="{FF2B5EF4-FFF2-40B4-BE49-F238E27FC236}">
                <a16:creationId xmlns:a16="http://schemas.microsoft.com/office/drawing/2014/main" id="{36E8499A-88F7-BD49-A1DF-57A4F7345416}"/>
              </a:ext>
            </a:extLst>
          </p:cNvPr>
          <p:cNvSpPr>
            <a:spLocks noGrp="1"/>
          </p:cNvSpPr>
          <p:nvPr>
            <p:ph type="body" sz="quarter" idx="49" hasCustomPrompt="1"/>
          </p:nvPr>
        </p:nvSpPr>
        <p:spPr>
          <a:xfrm>
            <a:off x="1007978" y="4043706"/>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pic>
        <p:nvPicPr>
          <p:cNvPr id="27" name="Picture 26">
            <a:extLst>
              <a:ext uri="{FF2B5EF4-FFF2-40B4-BE49-F238E27FC236}">
                <a16:creationId xmlns:a16="http://schemas.microsoft.com/office/drawing/2014/main" id="{2D86E8C4-0734-844B-8BBA-11CD2A5BA0F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36" name="Chevron 35">
            <a:extLst>
              <a:ext uri="{FF2B5EF4-FFF2-40B4-BE49-F238E27FC236}">
                <a16:creationId xmlns:a16="http://schemas.microsoft.com/office/drawing/2014/main" id="{05E489E9-D7C5-0F48-9231-CCE0F3726D15}"/>
              </a:ext>
            </a:extLst>
          </p:cNvPr>
          <p:cNvSpPr/>
          <p:nvPr userDrawn="1"/>
        </p:nvSpPr>
        <p:spPr>
          <a:xfrm>
            <a:off x="8584088" y="1923290"/>
            <a:ext cx="145939" cy="262672"/>
          </a:xfrm>
          <a:prstGeom prst="chevron">
            <a:avLst>
              <a:gd name="adj" fmla="val 80588"/>
            </a:avLst>
          </a:prstGeom>
          <a:solidFill>
            <a:srgbClr val="3A7D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47" name="Text Placeholder 2">
            <a:extLst>
              <a:ext uri="{FF2B5EF4-FFF2-40B4-BE49-F238E27FC236}">
                <a16:creationId xmlns:a16="http://schemas.microsoft.com/office/drawing/2014/main" id="{1BC7973E-F987-42D0-A566-A9199B021A32}"/>
              </a:ext>
            </a:extLst>
          </p:cNvPr>
          <p:cNvSpPr>
            <a:spLocks noGrp="1"/>
          </p:cNvSpPr>
          <p:nvPr>
            <p:ph type="body" sz="quarter" idx="50"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D55AA8BC-DC90-431F-A401-4DC1E2070FF0}"/>
              </a:ext>
            </a:extLst>
          </p:cNvPr>
          <p:cNvSpPr>
            <a:spLocks noGrp="1"/>
          </p:cNvSpPr>
          <p:nvPr>
            <p:ph type="title"/>
          </p:nvPr>
        </p:nvSpPr>
        <p:spPr/>
        <p:txBody>
          <a:bodyPr/>
          <a:lstStyle/>
          <a:p>
            <a:r>
              <a:rPr lang="en-US"/>
              <a:t>Click to edit Master title style</a:t>
            </a:r>
            <a:endParaRPr lang="en-GB"/>
          </a:p>
        </p:txBody>
      </p:sp>
      <p:sp>
        <p:nvSpPr>
          <p:cNvPr id="49" name="Text Placeholder 6">
            <a:extLst>
              <a:ext uri="{FF2B5EF4-FFF2-40B4-BE49-F238E27FC236}">
                <a16:creationId xmlns:a16="http://schemas.microsoft.com/office/drawing/2014/main" id="{5C800692-B196-4DE7-A47B-7E63A93374FE}"/>
              </a:ext>
            </a:extLst>
          </p:cNvPr>
          <p:cNvSpPr>
            <a:spLocks noGrp="1"/>
          </p:cNvSpPr>
          <p:nvPr>
            <p:ph type="body" sz="quarter" idx="57" hasCustomPrompt="1"/>
          </p:nvPr>
        </p:nvSpPr>
        <p:spPr>
          <a:xfrm>
            <a:off x="6838537" y="595591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Tree>
    <p:extLst>
      <p:ext uri="{BB962C8B-B14F-4D97-AF65-F5344CB8AC3E}">
        <p14:creationId xmlns:p14="http://schemas.microsoft.com/office/powerpoint/2010/main" val="18296195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X and Y Table with Graphics">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CF20C16-8EFB-5D46-BDC4-F3611FE9CD51}"/>
              </a:ext>
            </a:extLst>
          </p:cNvPr>
          <p:cNvCxnSpPr>
            <a:cxnSpLocks/>
          </p:cNvCxnSpPr>
          <p:nvPr userDrawn="1"/>
        </p:nvCxnSpPr>
        <p:spPr>
          <a:xfrm>
            <a:off x="1007978" y="3610019"/>
            <a:ext cx="10176045" cy="0"/>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91E026D-6A5F-484D-9B71-1B95D0804915}"/>
              </a:ext>
            </a:extLst>
          </p:cNvPr>
          <p:cNvCxnSpPr>
            <a:cxnSpLocks/>
          </p:cNvCxnSpPr>
          <p:nvPr userDrawn="1"/>
        </p:nvCxnSpPr>
        <p:spPr>
          <a:xfrm>
            <a:off x="6096999" y="1303444"/>
            <a:ext cx="0" cy="4640340"/>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6060F608-FDBB-854F-AF2D-C81945306E7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0" name="Text Placeholder 2">
            <a:extLst>
              <a:ext uri="{FF2B5EF4-FFF2-40B4-BE49-F238E27FC236}">
                <a16:creationId xmlns:a16="http://schemas.microsoft.com/office/drawing/2014/main" id="{5DF356AD-4425-4F54-A5BD-2A81B79C7F5A}"/>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DCEAD6FA-136B-42B9-81FD-3B925758779C}"/>
              </a:ext>
            </a:extLst>
          </p:cNvPr>
          <p:cNvSpPr>
            <a:spLocks noGrp="1"/>
          </p:cNvSpPr>
          <p:nvPr>
            <p:ph type="title"/>
          </p:nvPr>
        </p:nvSpPr>
        <p:spPr/>
        <p:txBody>
          <a:bodyPr/>
          <a:lstStyle/>
          <a:p>
            <a:r>
              <a:rPr lang="en-US"/>
              <a:t>Click to edit Master title style</a:t>
            </a:r>
            <a:endParaRPr lang="en-GB"/>
          </a:p>
        </p:txBody>
      </p:sp>
      <p:sp>
        <p:nvSpPr>
          <p:cNvPr id="17" name="Content Placeholder 2">
            <a:extLst>
              <a:ext uri="{FF2B5EF4-FFF2-40B4-BE49-F238E27FC236}">
                <a16:creationId xmlns:a16="http://schemas.microsoft.com/office/drawing/2014/main" id="{0504A744-5663-4B0A-959B-CE252A295A53}"/>
              </a:ext>
            </a:extLst>
          </p:cNvPr>
          <p:cNvSpPr>
            <a:spLocks noGrp="1"/>
          </p:cNvSpPr>
          <p:nvPr>
            <p:ph sz="quarter" idx="10"/>
          </p:nvPr>
        </p:nvSpPr>
        <p:spPr>
          <a:xfrm>
            <a:off x="1007978" y="1276255"/>
            <a:ext cx="5037960" cy="228374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CB5508B5-4FB3-425D-819D-3C32E3607C20}"/>
              </a:ext>
            </a:extLst>
          </p:cNvPr>
          <p:cNvSpPr>
            <a:spLocks noGrp="1"/>
          </p:cNvSpPr>
          <p:nvPr>
            <p:ph sz="quarter" idx="30"/>
          </p:nvPr>
        </p:nvSpPr>
        <p:spPr>
          <a:xfrm>
            <a:off x="1007978" y="3660038"/>
            <a:ext cx="5037960" cy="226418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5B8E9EE3-DA17-4904-8755-B36EACD18FB5}"/>
              </a:ext>
            </a:extLst>
          </p:cNvPr>
          <p:cNvSpPr>
            <a:spLocks noGrp="1"/>
          </p:cNvSpPr>
          <p:nvPr>
            <p:ph sz="quarter" idx="31"/>
          </p:nvPr>
        </p:nvSpPr>
        <p:spPr>
          <a:xfrm>
            <a:off x="6148062" y="1276255"/>
            <a:ext cx="5037960" cy="228374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5" name="Content Placeholder 2">
            <a:extLst>
              <a:ext uri="{FF2B5EF4-FFF2-40B4-BE49-F238E27FC236}">
                <a16:creationId xmlns:a16="http://schemas.microsoft.com/office/drawing/2014/main" id="{2FA69C9B-CFA5-41CC-816C-38E491F236CF}"/>
              </a:ext>
            </a:extLst>
          </p:cNvPr>
          <p:cNvSpPr>
            <a:spLocks noGrp="1"/>
          </p:cNvSpPr>
          <p:nvPr>
            <p:ph sz="quarter" idx="32"/>
          </p:nvPr>
        </p:nvSpPr>
        <p:spPr>
          <a:xfrm>
            <a:off x="6148062" y="3660038"/>
            <a:ext cx="5037960" cy="2264181"/>
          </a:xfrm>
          <a:prstGeom prst="rect">
            <a:avLst/>
          </a:prstGeom>
        </p:spPr>
        <p:txBody>
          <a:bodyPr/>
          <a:lstStyle>
            <a:lvl1pPr>
              <a:defRPr>
                <a:solidFill>
                  <a:schemeClr val="tx1">
                    <a:lumMod val="100000"/>
                  </a:schemeClr>
                </a:solidFill>
              </a:defRPr>
            </a:lvl1pPr>
          </a:lstStyle>
          <a:p>
            <a:pPr lvl="0"/>
            <a:r>
              <a:rPr lang="en-US"/>
              <a:t>Click to edit Master text styles</a:t>
            </a:r>
          </a:p>
        </p:txBody>
      </p:sp>
    </p:spTree>
    <p:extLst>
      <p:ext uri="{BB962C8B-B14F-4D97-AF65-F5344CB8AC3E}">
        <p14:creationId xmlns:p14="http://schemas.microsoft.com/office/powerpoint/2010/main" val="38064367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sp>
        <p:nvSpPr>
          <p:cNvPr id="7" name="Rectangle 6">
            <a:extLst>
              <a:ext uri="{FF2B5EF4-FFF2-40B4-BE49-F238E27FC236}">
                <a16:creationId xmlns:a16="http://schemas.microsoft.com/office/drawing/2014/main" id="{1640EAC5-AF80-4851-A2C4-CD81CC790A47}"/>
              </a:ext>
            </a:extLst>
          </p:cNvPr>
          <p:cNvSpPr/>
          <p:nvPr userDrawn="1"/>
        </p:nvSpPr>
        <p:spPr>
          <a:xfrm>
            <a:off x="0" y="0"/>
            <a:ext cx="3600804" cy="685800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54576" tIns="54576" rIns="54576" bIns="54576" rtlCol="0" anchor="ctr"/>
          <a:lstStyle/>
          <a:p>
            <a:pPr marL="0" indent="0" algn="ctr">
              <a:buFont typeface="Arial" panose="020B0604020202020204" pitchFamily="34" charset="0"/>
              <a:buNone/>
            </a:pPr>
            <a:endParaRPr lang="en-US" sz="1600" dirty="0">
              <a:solidFill>
                <a:schemeClr val="bg1"/>
              </a:solidFill>
            </a:endParaRPr>
          </a:p>
        </p:txBody>
      </p:sp>
    </p:spTree>
    <p:extLst>
      <p:ext uri="{BB962C8B-B14F-4D97-AF65-F5344CB8AC3E}">
        <p14:creationId xmlns:p14="http://schemas.microsoft.com/office/powerpoint/2010/main" val="12274150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rrow 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grpSp>
        <p:nvGrpSpPr>
          <p:cNvPr id="6" name="Group 5">
            <a:extLst>
              <a:ext uri="{FF2B5EF4-FFF2-40B4-BE49-F238E27FC236}">
                <a16:creationId xmlns:a16="http://schemas.microsoft.com/office/drawing/2014/main" id="{3A3BC9D5-4EDF-4EEA-95CB-1A957F48D311}"/>
              </a:ext>
            </a:extLst>
          </p:cNvPr>
          <p:cNvGrpSpPr/>
          <p:nvPr userDrawn="1"/>
        </p:nvGrpSpPr>
        <p:grpSpPr>
          <a:xfrm>
            <a:off x="0" y="-1"/>
            <a:ext cx="3878046" cy="6858001"/>
            <a:chOff x="0" y="-1"/>
            <a:chExt cx="6395241" cy="11309351"/>
          </a:xfrm>
        </p:grpSpPr>
        <p:sp>
          <p:nvSpPr>
            <p:cNvPr id="14" name="Rectangle 13">
              <a:extLst>
                <a:ext uri="{FF2B5EF4-FFF2-40B4-BE49-F238E27FC236}">
                  <a16:creationId xmlns:a16="http://schemas.microsoft.com/office/drawing/2014/main" id="{E2E6A7C6-0894-402B-A897-2CBD20DA90D7}"/>
                </a:ext>
              </a:extLst>
            </p:cNvPr>
            <p:cNvSpPr/>
            <p:nvPr userDrawn="1"/>
          </p:nvSpPr>
          <p:spPr>
            <a:xfrm>
              <a:off x="0" y="0"/>
              <a:ext cx="4947442" cy="1130935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5" name="Isosceles Triangle 14">
              <a:extLst>
                <a:ext uri="{FF2B5EF4-FFF2-40B4-BE49-F238E27FC236}">
                  <a16:creationId xmlns:a16="http://schemas.microsoft.com/office/drawing/2014/main" id="{CB2F6DCA-2C4E-4D41-84C9-9DBC3466011E}"/>
                </a:ext>
              </a:extLst>
            </p:cNvPr>
            <p:cNvSpPr/>
            <p:nvPr userDrawn="1"/>
          </p:nvSpPr>
          <p:spPr>
            <a:xfrm rot="5400000">
              <a:off x="16666" y="4930775"/>
              <a:ext cx="11309351" cy="1447799"/>
            </a:xfrm>
            <a:prstGeom prst="triangle">
              <a:avLst>
                <a:gd name="adj" fmla="val 50404"/>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spTree>
    <p:extLst>
      <p:ext uri="{BB962C8B-B14F-4D97-AF65-F5344CB8AC3E}">
        <p14:creationId xmlns:p14="http://schemas.microsoft.com/office/powerpoint/2010/main" val="32541195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sp>
        <p:nvSpPr>
          <p:cNvPr id="11" name="Oval 10">
            <a:extLst>
              <a:ext uri="{FF2B5EF4-FFF2-40B4-BE49-F238E27FC236}">
                <a16:creationId xmlns:a16="http://schemas.microsoft.com/office/drawing/2014/main" id="{E44D4EF2-1379-4F83-8E2F-2B353840AA65}"/>
              </a:ext>
            </a:extLst>
          </p:cNvPr>
          <p:cNvSpPr/>
          <p:nvPr userDrawn="1"/>
        </p:nvSpPr>
        <p:spPr>
          <a:xfrm>
            <a:off x="-3284091" y="-290724"/>
            <a:ext cx="7167351" cy="7439448"/>
          </a:xfrm>
          <a:prstGeom prst="ellipse">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28328109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 Third Title Text Left">
    <p:bg>
      <p:bgPr>
        <a:solidFill>
          <a:schemeClr val="bg1"/>
        </a:solid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C432157A-C647-40F0-850F-F4F5602D60BD}"/>
              </a:ext>
            </a:extLst>
          </p:cNvPr>
          <p:cNvSpPr>
            <a:spLocks noGrp="1"/>
          </p:cNvSpPr>
          <p:nvPr>
            <p:ph type="body" sz="quarter" idx="45" hasCustomPrompt="1"/>
          </p:nvPr>
        </p:nvSpPr>
        <p:spPr>
          <a:xfrm>
            <a:off x="1007979" y="6363480"/>
            <a:ext cx="7305974"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A2256208-074A-4815-84DA-966ADEFC937B}"/>
              </a:ext>
            </a:extLst>
          </p:cNvPr>
          <p:cNvSpPr>
            <a:spLocks noGrp="1"/>
          </p:cNvSpPr>
          <p:nvPr>
            <p:ph type="title"/>
          </p:nvPr>
        </p:nvSpPr>
        <p:spPr>
          <a:xfrm>
            <a:off x="1007979" y="564121"/>
            <a:ext cx="7305974" cy="354608"/>
          </a:xfrm>
        </p:spPr>
        <p:txBody>
          <a:bodyPr/>
          <a:lstStyle/>
          <a:p>
            <a:r>
              <a:rPr lang="en-US"/>
              <a:t>Click to edit Master title style</a:t>
            </a:r>
            <a:endParaRPr lang="en-GB"/>
          </a:p>
        </p:txBody>
      </p:sp>
      <p:sp>
        <p:nvSpPr>
          <p:cNvPr id="6" name="Rectangle 5">
            <a:extLst>
              <a:ext uri="{FF2B5EF4-FFF2-40B4-BE49-F238E27FC236}">
                <a16:creationId xmlns:a16="http://schemas.microsoft.com/office/drawing/2014/main" id="{0653E897-0EB5-447F-87C2-B5DDD052E40B}"/>
              </a:ext>
            </a:extLst>
          </p:cNvPr>
          <p:cNvSpPr/>
          <p:nvPr userDrawn="1"/>
        </p:nvSpPr>
        <p:spPr>
          <a:xfrm>
            <a:off x="8591196" y="0"/>
            <a:ext cx="3600804" cy="685800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7" name="Text Placeholder 2">
            <a:extLst>
              <a:ext uri="{FF2B5EF4-FFF2-40B4-BE49-F238E27FC236}">
                <a16:creationId xmlns:a16="http://schemas.microsoft.com/office/drawing/2014/main" id="{507A82F2-3F5A-424F-BB1E-EE1C219A0EF1}"/>
              </a:ext>
            </a:extLst>
          </p:cNvPr>
          <p:cNvSpPr>
            <a:spLocks noGrp="1"/>
          </p:cNvSpPr>
          <p:nvPr>
            <p:ph type="body" sz="quarter" idx="46"/>
          </p:nvPr>
        </p:nvSpPr>
        <p:spPr>
          <a:xfrm>
            <a:off x="1007979" y="1276254"/>
            <a:ext cx="7305974"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FEEF2F2B-142C-45D2-9F3C-9AC5962F469B}"/>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Box 10">
            <a:extLst>
              <a:ext uri="{FF2B5EF4-FFF2-40B4-BE49-F238E27FC236}">
                <a16:creationId xmlns:a16="http://schemas.microsoft.com/office/drawing/2014/main" id="{B4CAE5CC-F685-43CA-8794-56E3CF7563C5}"/>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Tree>
    <p:extLst>
      <p:ext uri="{BB962C8B-B14F-4D97-AF65-F5344CB8AC3E}">
        <p14:creationId xmlns:p14="http://schemas.microsoft.com/office/powerpoint/2010/main" val="418531269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ontact Page">
    <p:bg>
      <p:bgPr>
        <a:solidFill>
          <a:srgbClr val="050A09"/>
        </a:solidFill>
        <a:effectLst/>
      </p:bgPr>
    </p:bg>
    <p:spTree>
      <p:nvGrpSpPr>
        <p:cNvPr id="1" name=""/>
        <p:cNvGrpSpPr/>
        <p:nvPr/>
      </p:nvGrpSpPr>
      <p:grpSpPr>
        <a:xfrm>
          <a:off x="0" y="0"/>
          <a:ext cx="0" cy="0"/>
          <a:chOff x="0" y="0"/>
          <a:chExt cx="0" cy="0"/>
        </a:xfrm>
      </p:grpSpPr>
      <p:sp>
        <p:nvSpPr>
          <p:cNvPr id="13" name="object 4">
            <a:extLst>
              <a:ext uri="{FF2B5EF4-FFF2-40B4-BE49-F238E27FC236}">
                <a16:creationId xmlns:a16="http://schemas.microsoft.com/office/drawing/2014/main" id="{16593205-F1A1-B845-8395-829A0638B93A}"/>
              </a:ext>
            </a:extLst>
          </p:cNvPr>
          <p:cNvSpPr txBox="1"/>
          <p:nvPr userDrawn="1"/>
        </p:nvSpPr>
        <p:spPr>
          <a:xfrm>
            <a:off x="1007978" y="5821492"/>
            <a:ext cx="1113877" cy="222839"/>
          </a:xfrm>
          <a:prstGeom prst="rect">
            <a:avLst/>
          </a:prstGeom>
        </p:spPr>
        <p:txBody>
          <a:bodyPr vert="horz" wrap="square" lIns="0" tIns="8086" rIns="0" bIns="0" rtlCol="0">
            <a:spAutoFit/>
          </a:bodyPr>
          <a:lstStyle/>
          <a:p>
            <a:pPr marL="7701">
              <a:lnSpc>
                <a:spcPct val="100000"/>
              </a:lnSpc>
              <a:spcBef>
                <a:spcPts val="64"/>
              </a:spcBef>
            </a:pPr>
            <a:r>
              <a:rPr sz="1395" spc="-9" dirty="0">
                <a:solidFill>
                  <a:schemeClr val="bg1"/>
                </a:solidFill>
                <a:latin typeface="+mn-lt"/>
                <a:cs typeface="Greycliff CF"/>
              </a:rPr>
              <a:t>arcline.com</a:t>
            </a:r>
            <a:endParaRPr sz="1395" dirty="0">
              <a:solidFill>
                <a:schemeClr val="bg1"/>
              </a:solidFill>
              <a:latin typeface="+mn-lt"/>
              <a:cs typeface="Greycliff CF"/>
            </a:endParaRPr>
          </a:p>
        </p:txBody>
      </p:sp>
      <p:pic>
        <p:nvPicPr>
          <p:cNvPr id="15" name="Picture 14">
            <a:extLst>
              <a:ext uri="{FF2B5EF4-FFF2-40B4-BE49-F238E27FC236}">
                <a16:creationId xmlns:a16="http://schemas.microsoft.com/office/drawing/2014/main" id="{5E47D63B-C394-074F-939A-921F98A4121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998" y="5707029"/>
            <a:ext cx="2547704" cy="308502"/>
          </a:xfrm>
          <a:prstGeom prst="rect">
            <a:avLst/>
          </a:prstGeom>
        </p:spPr>
      </p:pic>
      <p:sp>
        <p:nvSpPr>
          <p:cNvPr id="24" name="Text Placeholder 2">
            <a:extLst>
              <a:ext uri="{FF2B5EF4-FFF2-40B4-BE49-F238E27FC236}">
                <a16:creationId xmlns:a16="http://schemas.microsoft.com/office/drawing/2014/main" id="{ACB992D2-5C8D-6244-8FFD-BE8461F068DB}"/>
              </a:ext>
            </a:extLst>
          </p:cNvPr>
          <p:cNvSpPr>
            <a:spLocks noGrp="1"/>
          </p:cNvSpPr>
          <p:nvPr>
            <p:ph type="body" sz="quarter" idx="31" hasCustomPrompt="1"/>
          </p:nvPr>
        </p:nvSpPr>
        <p:spPr>
          <a:xfrm>
            <a:off x="1008299" y="2406735"/>
            <a:ext cx="2148426" cy="987963"/>
          </a:xfrm>
          <a:prstGeom prst="rect">
            <a:avLst/>
          </a:prstGeom>
        </p:spPr>
        <p:txBody>
          <a:bodyPr anchor="t">
            <a:spAutoFit/>
          </a:bodyPr>
          <a:lstStyle>
            <a:lvl1pPr marL="0" indent="0">
              <a:buNone/>
              <a:defRPr sz="1400" b="0" i="0">
                <a:solidFill>
                  <a:schemeClr val="bg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25" name="Text Placeholder 2">
            <a:extLst>
              <a:ext uri="{FF2B5EF4-FFF2-40B4-BE49-F238E27FC236}">
                <a16:creationId xmlns:a16="http://schemas.microsoft.com/office/drawing/2014/main" id="{C5C15B51-E0DA-5C4A-9CD1-41C97F232802}"/>
              </a:ext>
            </a:extLst>
          </p:cNvPr>
          <p:cNvSpPr>
            <a:spLocks noGrp="1"/>
          </p:cNvSpPr>
          <p:nvPr>
            <p:ph type="body" sz="quarter" idx="32" hasCustomPrompt="1"/>
          </p:nvPr>
        </p:nvSpPr>
        <p:spPr>
          <a:xfrm>
            <a:off x="1008299" y="2098958"/>
            <a:ext cx="2148426" cy="307777"/>
          </a:xfrm>
          <a:prstGeom prst="rect">
            <a:avLst/>
          </a:prstGeom>
        </p:spPr>
        <p:txBody>
          <a:bodyPr anchor="t">
            <a:spAutoFit/>
          </a:bodyPr>
          <a:lstStyle>
            <a:lvl1pPr marL="0" indent="0">
              <a:buNone/>
              <a:defRPr sz="1400" b="1" i="0">
                <a:solidFill>
                  <a:schemeClr val="bg1"/>
                </a:solidFill>
                <a:latin typeface="+mn-lt"/>
              </a:defRPr>
            </a:lvl1pPr>
          </a:lstStyle>
          <a:p>
            <a:pPr lvl="0"/>
            <a:r>
              <a:rPr lang="en-US" dirty="0"/>
              <a:t>Full Name</a:t>
            </a:r>
          </a:p>
        </p:txBody>
      </p:sp>
      <p:sp>
        <p:nvSpPr>
          <p:cNvPr id="9" name="Text Placeholder 2">
            <a:extLst>
              <a:ext uri="{FF2B5EF4-FFF2-40B4-BE49-F238E27FC236}">
                <a16:creationId xmlns:a16="http://schemas.microsoft.com/office/drawing/2014/main" id="{836D45AF-2003-3449-97F3-4951C98E41E2}"/>
              </a:ext>
            </a:extLst>
          </p:cNvPr>
          <p:cNvSpPr>
            <a:spLocks noGrp="1"/>
          </p:cNvSpPr>
          <p:nvPr>
            <p:ph type="body" sz="quarter" idx="35" hasCustomPrompt="1"/>
          </p:nvPr>
        </p:nvSpPr>
        <p:spPr>
          <a:xfrm>
            <a:off x="1008299" y="4017267"/>
            <a:ext cx="2148426" cy="987963"/>
          </a:xfrm>
          <a:prstGeom prst="rect">
            <a:avLst/>
          </a:prstGeom>
        </p:spPr>
        <p:txBody>
          <a:bodyPr anchor="t">
            <a:spAutoFit/>
          </a:bodyPr>
          <a:lstStyle>
            <a:lvl1pPr marL="0" indent="0">
              <a:buNone/>
              <a:defRPr sz="1400" b="0" i="0">
                <a:solidFill>
                  <a:schemeClr val="bg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10" name="Text Placeholder 2">
            <a:extLst>
              <a:ext uri="{FF2B5EF4-FFF2-40B4-BE49-F238E27FC236}">
                <a16:creationId xmlns:a16="http://schemas.microsoft.com/office/drawing/2014/main" id="{9137789C-49B7-3E4C-8464-C50BA2034B6B}"/>
              </a:ext>
            </a:extLst>
          </p:cNvPr>
          <p:cNvSpPr>
            <a:spLocks noGrp="1"/>
          </p:cNvSpPr>
          <p:nvPr>
            <p:ph type="body" sz="quarter" idx="36" hasCustomPrompt="1"/>
          </p:nvPr>
        </p:nvSpPr>
        <p:spPr>
          <a:xfrm>
            <a:off x="1008299" y="3709490"/>
            <a:ext cx="2148426" cy="307777"/>
          </a:xfrm>
          <a:prstGeom prst="rect">
            <a:avLst/>
          </a:prstGeom>
        </p:spPr>
        <p:txBody>
          <a:bodyPr anchor="t">
            <a:spAutoFit/>
          </a:bodyPr>
          <a:lstStyle>
            <a:lvl1pPr marL="0" indent="0">
              <a:buNone/>
              <a:defRPr sz="1400" b="1" i="0">
                <a:solidFill>
                  <a:schemeClr val="bg1"/>
                </a:solidFill>
                <a:latin typeface="+mn-lt"/>
              </a:defRPr>
            </a:lvl1pPr>
          </a:lstStyle>
          <a:p>
            <a:pPr lvl="0"/>
            <a:r>
              <a:rPr lang="en-US" dirty="0"/>
              <a:t>Full Name</a:t>
            </a:r>
          </a:p>
        </p:txBody>
      </p:sp>
      <p:sp>
        <p:nvSpPr>
          <p:cNvPr id="2" name="Title 1">
            <a:extLst>
              <a:ext uri="{FF2B5EF4-FFF2-40B4-BE49-F238E27FC236}">
                <a16:creationId xmlns:a16="http://schemas.microsoft.com/office/drawing/2014/main" id="{9899B9C2-78EA-4FF3-8C93-69AABC180E99}"/>
              </a:ext>
            </a:extLst>
          </p:cNvPr>
          <p:cNvSpPr>
            <a:spLocks noGrp="1"/>
          </p:cNvSpPr>
          <p:nvPr>
            <p:ph type="title" hasCustomPrompt="1"/>
          </p:nvPr>
        </p:nvSpPr>
        <p:spPr>
          <a:xfrm>
            <a:off x="1007978" y="564121"/>
            <a:ext cx="3225077" cy="354608"/>
          </a:xfrm>
        </p:spPr>
        <p:txBody>
          <a:bodyPr/>
          <a:lstStyle>
            <a:lvl1pPr>
              <a:defRPr>
                <a:solidFill>
                  <a:schemeClr val="accent3"/>
                </a:solidFill>
              </a:defRPr>
            </a:lvl1pPr>
          </a:lstStyle>
          <a:p>
            <a:r>
              <a:rPr lang="en-US" dirty="0"/>
              <a:t>Contact</a:t>
            </a:r>
            <a:endParaRPr lang="en-GB" dirty="0"/>
          </a:p>
        </p:txBody>
      </p:sp>
    </p:spTree>
    <p:extLst>
      <p:ext uri="{BB962C8B-B14F-4D97-AF65-F5344CB8AC3E}">
        <p14:creationId xmlns:p14="http://schemas.microsoft.com/office/powerpoint/2010/main" val="41938583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ntact Page_Print">
    <p:bg>
      <p:bgPr>
        <a:solidFill>
          <a:schemeClr val="bg1"/>
        </a:solidFill>
        <a:effectLst/>
      </p:bgPr>
    </p:bg>
    <p:spTree>
      <p:nvGrpSpPr>
        <p:cNvPr id="1" name=""/>
        <p:cNvGrpSpPr/>
        <p:nvPr/>
      </p:nvGrpSpPr>
      <p:grpSpPr>
        <a:xfrm>
          <a:off x="0" y="0"/>
          <a:ext cx="0" cy="0"/>
          <a:chOff x="0" y="0"/>
          <a:chExt cx="0" cy="0"/>
        </a:xfrm>
      </p:grpSpPr>
      <p:sp>
        <p:nvSpPr>
          <p:cNvPr id="13" name="object 4">
            <a:extLst>
              <a:ext uri="{FF2B5EF4-FFF2-40B4-BE49-F238E27FC236}">
                <a16:creationId xmlns:a16="http://schemas.microsoft.com/office/drawing/2014/main" id="{16593205-F1A1-B845-8395-829A0638B93A}"/>
              </a:ext>
            </a:extLst>
          </p:cNvPr>
          <p:cNvSpPr txBox="1"/>
          <p:nvPr userDrawn="1"/>
        </p:nvSpPr>
        <p:spPr>
          <a:xfrm>
            <a:off x="1008298" y="5821492"/>
            <a:ext cx="1113557" cy="222839"/>
          </a:xfrm>
          <a:prstGeom prst="rect">
            <a:avLst/>
          </a:prstGeom>
        </p:spPr>
        <p:txBody>
          <a:bodyPr vert="horz" wrap="square" lIns="0" tIns="8086" rIns="0" bIns="0" rtlCol="0">
            <a:spAutoFit/>
          </a:bodyPr>
          <a:lstStyle/>
          <a:p>
            <a:pPr marL="7701">
              <a:lnSpc>
                <a:spcPct val="100000"/>
              </a:lnSpc>
              <a:spcBef>
                <a:spcPts val="64"/>
              </a:spcBef>
            </a:pPr>
            <a:r>
              <a:rPr sz="1395" spc="-9" dirty="0">
                <a:solidFill>
                  <a:schemeClr val="tx1"/>
                </a:solidFill>
                <a:latin typeface="+mn-lt"/>
                <a:cs typeface="Greycliff CF"/>
              </a:rPr>
              <a:t>arcline.com</a:t>
            </a:r>
            <a:endParaRPr sz="1395" dirty="0">
              <a:solidFill>
                <a:schemeClr val="tx1"/>
              </a:solidFill>
              <a:latin typeface="+mn-lt"/>
              <a:cs typeface="Greycliff CF"/>
            </a:endParaRPr>
          </a:p>
        </p:txBody>
      </p:sp>
      <p:pic>
        <p:nvPicPr>
          <p:cNvPr id="15" name="Picture 14">
            <a:extLst>
              <a:ext uri="{FF2B5EF4-FFF2-40B4-BE49-F238E27FC236}">
                <a16:creationId xmlns:a16="http://schemas.microsoft.com/office/drawing/2014/main" id="{5E47D63B-C394-074F-939A-921F98A4121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8635998" y="5707028"/>
            <a:ext cx="2547704" cy="308502"/>
          </a:xfrm>
          <a:prstGeom prst="rect">
            <a:avLst/>
          </a:prstGeom>
        </p:spPr>
      </p:pic>
      <p:sp>
        <p:nvSpPr>
          <p:cNvPr id="24" name="Text Placeholder 2">
            <a:extLst>
              <a:ext uri="{FF2B5EF4-FFF2-40B4-BE49-F238E27FC236}">
                <a16:creationId xmlns:a16="http://schemas.microsoft.com/office/drawing/2014/main" id="{ACB992D2-5C8D-6244-8FFD-BE8461F068DB}"/>
              </a:ext>
            </a:extLst>
          </p:cNvPr>
          <p:cNvSpPr>
            <a:spLocks noGrp="1"/>
          </p:cNvSpPr>
          <p:nvPr>
            <p:ph type="body" sz="quarter" idx="31" hasCustomPrompt="1"/>
          </p:nvPr>
        </p:nvSpPr>
        <p:spPr>
          <a:xfrm>
            <a:off x="1008299" y="2406735"/>
            <a:ext cx="2148426" cy="987963"/>
          </a:xfrm>
          <a:prstGeom prst="rect">
            <a:avLst/>
          </a:prstGeom>
        </p:spPr>
        <p:txBody>
          <a:bodyPr anchor="t">
            <a:spAutoFit/>
          </a:bodyPr>
          <a:lstStyle>
            <a:lvl1pPr marL="0" indent="0">
              <a:buNone/>
              <a:defRPr sz="1400" b="0" i="0">
                <a:solidFill>
                  <a:schemeClr val="tx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25" name="Text Placeholder 2">
            <a:extLst>
              <a:ext uri="{FF2B5EF4-FFF2-40B4-BE49-F238E27FC236}">
                <a16:creationId xmlns:a16="http://schemas.microsoft.com/office/drawing/2014/main" id="{C5C15B51-E0DA-5C4A-9CD1-41C97F232802}"/>
              </a:ext>
            </a:extLst>
          </p:cNvPr>
          <p:cNvSpPr>
            <a:spLocks noGrp="1"/>
          </p:cNvSpPr>
          <p:nvPr>
            <p:ph type="body" sz="quarter" idx="32" hasCustomPrompt="1"/>
          </p:nvPr>
        </p:nvSpPr>
        <p:spPr>
          <a:xfrm>
            <a:off x="1008299" y="2098958"/>
            <a:ext cx="2148426" cy="307777"/>
          </a:xfrm>
          <a:prstGeom prst="rect">
            <a:avLst/>
          </a:prstGeom>
        </p:spPr>
        <p:txBody>
          <a:bodyPr anchor="t">
            <a:spAutoFit/>
          </a:bodyPr>
          <a:lstStyle>
            <a:lvl1pPr marL="0" indent="0">
              <a:buNone/>
              <a:defRPr sz="1400" b="1" i="0">
                <a:solidFill>
                  <a:schemeClr val="tx1"/>
                </a:solidFill>
                <a:latin typeface="+mn-lt"/>
              </a:defRPr>
            </a:lvl1pPr>
          </a:lstStyle>
          <a:p>
            <a:pPr lvl="0"/>
            <a:r>
              <a:rPr lang="en-US" dirty="0"/>
              <a:t>Full Name</a:t>
            </a:r>
          </a:p>
        </p:txBody>
      </p:sp>
      <p:sp>
        <p:nvSpPr>
          <p:cNvPr id="9" name="Text Placeholder 2">
            <a:extLst>
              <a:ext uri="{FF2B5EF4-FFF2-40B4-BE49-F238E27FC236}">
                <a16:creationId xmlns:a16="http://schemas.microsoft.com/office/drawing/2014/main" id="{836D45AF-2003-3449-97F3-4951C98E41E2}"/>
              </a:ext>
            </a:extLst>
          </p:cNvPr>
          <p:cNvSpPr>
            <a:spLocks noGrp="1"/>
          </p:cNvSpPr>
          <p:nvPr>
            <p:ph type="body" sz="quarter" idx="35" hasCustomPrompt="1"/>
          </p:nvPr>
        </p:nvSpPr>
        <p:spPr>
          <a:xfrm>
            <a:off x="1008299" y="4017267"/>
            <a:ext cx="2148426" cy="987963"/>
          </a:xfrm>
          <a:prstGeom prst="rect">
            <a:avLst/>
          </a:prstGeom>
        </p:spPr>
        <p:txBody>
          <a:bodyPr anchor="t">
            <a:spAutoFit/>
          </a:bodyPr>
          <a:lstStyle>
            <a:lvl1pPr marL="0" indent="0">
              <a:buNone/>
              <a:defRPr sz="1400" b="0" i="0">
                <a:solidFill>
                  <a:schemeClr val="tx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10" name="Text Placeholder 2">
            <a:extLst>
              <a:ext uri="{FF2B5EF4-FFF2-40B4-BE49-F238E27FC236}">
                <a16:creationId xmlns:a16="http://schemas.microsoft.com/office/drawing/2014/main" id="{9137789C-49B7-3E4C-8464-C50BA2034B6B}"/>
              </a:ext>
            </a:extLst>
          </p:cNvPr>
          <p:cNvSpPr>
            <a:spLocks noGrp="1"/>
          </p:cNvSpPr>
          <p:nvPr>
            <p:ph type="body" sz="quarter" idx="36" hasCustomPrompt="1"/>
          </p:nvPr>
        </p:nvSpPr>
        <p:spPr>
          <a:xfrm>
            <a:off x="1008299" y="3709490"/>
            <a:ext cx="2148426" cy="307777"/>
          </a:xfrm>
          <a:prstGeom prst="rect">
            <a:avLst/>
          </a:prstGeom>
        </p:spPr>
        <p:txBody>
          <a:bodyPr anchor="t">
            <a:spAutoFit/>
          </a:bodyPr>
          <a:lstStyle>
            <a:lvl1pPr marL="0" indent="0">
              <a:buNone/>
              <a:defRPr sz="1400" b="1" i="0">
                <a:solidFill>
                  <a:schemeClr val="tx1"/>
                </a:solidFill>
                <a:latin typeface="+mn-lt"/>
              </a:defRPr>
            </a:lvl1pPr>
          </a:lstStyle>
          <a:p>
            <a:pPr lvl="0"/>
            <a:r>
              <a:rPr lang="en-US" dirty="0"/>
              <a:t>Full Name</a:t>
            </a:r>
          </a:p>
        </p:txBody>
      </p:sp>
      <p:sp>
        <p:nvSpPr>
          <p:cNvPr id="2" name="Title 1">
            <a:extLst>
              <a:ext uri="{FF2B5EF4-FFF2-40B4-BE49-F238E27FC236}">
                <a16:creationId xmlns:a16="http://schemas.microsoft.com/office/drawing/2014/main" id="{B0CD4F9E-5DFA-4A14-AD5D-C2EFDE2C9F47}"/>
              </a:ext>
            </a:extLst>
          </p:cNvPr>
          <p:cNvSpPr>
            <a:spLocks noGrp="1"/>
          </p:cNvSpPr>
          <p:nvPr>
            <p:ph type="title" hasCustomPrompt="1"/>
          </p:nvPr>
        </p:nvSpPr>
        <p:spPr>
          <a:xfrm>
            <a:off x="1007978" y="564121"/>
            <a:ext cx="3225077" cy="354608"/>
          </a:xfrm>
        </p:spPr>
        <p:txBody>
          <a:bodyPr/>
          <a:lstStyle>
            <a:lvl1pPr>
              <a:defRPr>
                <a:solidFill>
                  <a:schemeClr val="accent2"/>
                </a:solidFill>
              </a:defRPr>
            </a:lvl1pPr>
          </a:lstStyle>
          <a:p>
            <a:r>
              <a:rPr lang="en-US" dirty="0"/>
              <a:t>Contact</a:t>
            </a:r>
            <a:endParaRPr lang="en-GB" dirty="0"/>
          </a:p>
        </p:txBody>
      </p:sp>
    </p:spTree>
    <p:extLst>
      <p:ext uri="{BB962C8B-B14F-4D97-AF65-F5344CB8AC3E}">
        <p14:creationId xmlns:p14="http://schemas.microsoft.com/office/powerpoint/2010/main" val="25332928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BCB2C72-1692-44D3-BA5A-BCE0D13563D4}"/>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2" name="Title 1">
            <a:extLst>
              <a:ext uri="{FF2B5EF4-FFF2-40B4-BE49-F238E27FC236}">
                <a16:creationId xmlns:a16="http://schemas.microsoft.com/office/drawing/2014/main" id="{0FA5F5D8-5F16-45EA-8E83-31A16228D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F808A2-CF06-4977-9152-80D7504FFD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298180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6AB44-9A8F-4122-90AF-B1CB84A99F54}"/>
              </a:ext>
            </a:extLst>
          </p:cNvPr>
          <p:cNvSpPr>
            <a:spLocks noGrp="1"/>
          </p:cNvSpPr>
          <p:nvPr>
            <p:ph type="title"/>
          </p:nvPr>
        </p:nvSpPr>
        <p:spPr>
          <a:xfrm>
            <a:off x="1007978" y="564121"/>
            <a:ext cx="10176043" cy="354608"/>
          </a:xfrm>
          <a:prstGeom prst="rect">
            <a:avLst/>
          </a:prstGeom>
        </p:spPr>
        <p:txBody>
          <a:bodyPr vert="horz" lIns="91440" tIns="45720" rIns="91440" bIns="45720" rtlCol="0" anchor="ctr">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319528B3-0270-47BC-9DA8-E389F5028089}"/>
              </a:ext>
            </a:extLst>
          </p:cNvPr>
          <p:cNvSpPr>
            <a:spLocks noGrp="1"/>
          </p:cNvSpPr>
          <p:nvPr>
            <p:ph type="body" idx="1"/>
          </p:nvPr>
        </p:nvSpPr>
        <p:spPr>
          <a:xfrm>
            <a:off x="1007978" y="1276254"/>
            <a:ext cx="10176043" cy="46479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Box 3">
            <a:extLst>
              <a:ext uri="{FF2B5EF4-FFF2-40B4-BE49-F238E27FC236}">
                <a16:creationId xmlns:a16="http://schemas.microsoft.com/office/drawing/2014/main" id="{EC5ADF8D-F9B7-4A81-B301-C40D7D7D62EC}"/>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00"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00" b="0" i="0" u="none" kern="1200" spc="303" dirty="0">
              <a:solidFill>
                <a:schemeClr val="accent1">
                  <a:lumMod val="100000"/>
                </a:schemeClr>
              </a:solidFill>
              <a:latin typeface="Century Gothic" panose="020B0502020202020204" pitchFamily="34" charset="0"/>
            </a:endParaRPr>
          </a:p>
        </p:txBody>
      </p:sp>
      <p:pic>
        <p:nvPicPr>
          <p:cNvPr id="7" name="Picture 6">
            <a:extLst>
              <a:ext uri="{FF2B5EF4-FFF2-40B4-BE49-F238E27FC236}">
                <a16:creationId xmlns:a16="http://schemas.microsoft.com/office/drawing/2014/main" id="{1B8BDCC4-A9ED-40A3-9541-3725D29389CF}"/>
              </a:ext>
            </a:extLst>
          </p:cNvPr>
          <p:cNvPicPr>
            <a:picLocks noChangeAspect="1"/>
          </p:cNvPicPr>
          <p:nvPr userDrawn="1"/>
        </p:nvPicPr>
        <p:blipFill>
          <a:blip r:embed="rId66"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3" r:id="rId2"/>
    <p:sldLayoutId id="2147483729" r:id="rId3"/>
    <p:sldLayoutId id="2147483730" r:id="rId4"/>
    <p:sldLayoutId id="2147483666" r:id="rId5"/>
    <p:sldLayoutId id="2147483704" r:id="rId6"/>
    <p:sldLayoutId id="2147483696" r:id="rId7"/>
    <p:sldLayoutId id="2147483665" r:id="rId8"/>
    <p:sldLayoutId id="2147483668" r:id="rId9"/>
    <p:sldLayoutId id="2147483705" r:id="rId10"/>
    <p:sldLayoutId id="2147483669" r:id="rId11"/>
    <p:sldLayoutId id="2147483706" r:id="rId12"/>
    <p:sldLayoutId id="2147483670" r:id="rId13"/>
    <p:sldLayoutId id="2147483707" r:id="rId14"/>
    <p:sldLayoutId id="2147483671" r:id="rId15"/>
    <p:sldLayoutId id="2147483708" r:id="rId16"/>
    <p:sldLayoutId id="2147483672" r:id="rId17"/>
    <p:sldLayoutId id="2147483709" r:id="rId18"/>
    <p:sldLayoutId id="2147483673" r:id="rId19"/>
    <p:sldLayoutId id="2147483710" r:id="rId20"/>
    <p:sldLayoutId id="2147483698" r:id="rId21"/>
    <p:sldLayoutId id="2147483711" r:id="rId22"/>
    <p:sldLayoutId id="2147483699" r:id="rId23"/>
    <p:sldLayoutId id="2147483712" r:id="rId24"/>
    <p:sldLayoutId id="2147483700" r:id="rId25"/>
    <p:sldLayoutId id="2147483713" r:id="rId26"/>
    <p:sldLayoutId id="2147483701" r:id="rId27"/>
    <p:sldLayoutId id="2147483714" r:id="rId28"/>
    <p:sldLayoutId id="2147483674" r:id="rId29"/>
    <p:sldLayoutId id="2147483715" r:id="rId30"/>
    <p:sldLayoutId id="2147483667" r:id="rId31"/>
    <p:sldLayoutId id="2147483731" r:id="rId32"/>
    <p:sldLayoutId id="2147483720" r:id="rId33"/>
    <p:sldLayoutId id="2147483725" r:id="rId34"/>
    <p:sldLayoutId id="2147483662" r:id="rId35"/>
    <p:sldLayoutId id="2147483675" r:id="rId36"/>
    <p:sldLayoutId id="2147483727" r:id="rId37"/>
    <p:sldLayoutId id="2147483676" r:id="rId38"/>
    <p:sldLayoutId id="2147483719" r:id="rId39"/>
    <p:sldLayoutId id="2147483677" r:id="rId40"/>
    <p:sldLayoutId id="2147483691" r:id="rId41"/>
    <p:sldLayoutId id="2147483692" r:id="rId42"/>
    <p:sldLayoutId id="2147483690" r:id="rId43"/>
    <p:sldLayoutId id="2147483717" r:id="rId44"/>
    <p:sldLayoutId id="2147483693" r:id="rId45"/>
    <p:sldLayoutId id="2147483718" r:id="rId46"/>
    <p:sldLayoutId id="2147483694" r:id="rId47"/>
    <p:sldLayoutId id="2147483721" r:id="rId48"/>
    <p:sldLayoutId id="2147483724" r:id="rId49"/>
    <p:sldLayoutId id="2147483685" r:id="rId50"/>
    <p:sldLayoutId id="2147483686" r:id="rId51"/>
    <p:sldLayoutId id="2147483697" r:id="rId52"/>
    <p:sldLayoutId id="2147483687" r:id="rId53"/>
    <p:sldLayoutId id="2147483688" r:id="rId54"/>
    <p:sldLayoutId id="2147483728" r:id="rId55"/>
    <p:sldLayoutId id="2147483702" r:id="rId56"/>
    <p:sldLayoutId id="2147483723" r:id="rId57"/>
    <p:sldLayoutId id="2147483734" r:id="rId58"/>
    <p:sldLayoutId id="2147483735" r:id="rId59"/>
    <p:sldLayoutId id="2147483736" r:id="rId60"/>
    <p:sldLayoutId id="2147483737" r:id="rId61"/>
    <p:sldLayoutId id="2147483689" r:id="rId62"/>
    <p:sldLayoutId id="2147483716" r:id="rId63"/>
    <p:sldLayoutId id="2147483738" r:id="rId64"/>
  </p:sldLayoutIdLst>
  <p:hf hdr="0" ftr="0" dt="0"/>
  <p:txStyles>
    <p:titleStyle>
      <a:lvl1pPr eaLnBrk="1" hangingPunct="1">
        <a:defRPr sz="2000">
          <a:solidFill>
            <a:srgbClr val="234948"/>
          </a:solidFill>
          <a:latin typeface="+mj-lt"/>
          <a:ea typeface="+mj-ea"/>
          <a:cs typeface="+mj-cs"/>
        </a:defRPr>
      </a:lvl1pPr>
    </p:titleStyle>
    <p:bodyStyle>
      <a:lvl1pPr marL="207389" indent="-207389" eaLnBrk="1" hangingPunct="1">
        <a:buClr>
          <a:schemeClr val="tx1"/>
        </a:buClr>
        <a:buFont typeface="Arial" panose="020B0604020202020204" pitchFamily="34" charset="0"/>
        <a:buChar char="•"/>
        <a:defRPr sz="1600">
          <a:solidFill>
            <a:schemeClr val="tx1"/>
          </a:solidFill>
          <a:latin typeface="+mn-lt"/>
          <a:ea typeface="+mn-ea"/>
          <a:cs typeface="+mn-cs"/>
        </a:defRPr>
      </a:lvl1pPr>
      <a:lvl2pPr marL="417600" indent="-207389" eaLnBrk="1" hangingPunct="1">
        <a:buClr>
          <a:schemeClr val="tx1"/>
        </a:buClr>
        <a:buFont typeface="Century Gothic" panose="020B0502020202020204" pitchFamily="34" charset="0"/>
        <a:buChar char="−"/>
        <a:defRPr sz="1600">
          <a:solidFill>
            <a:schemeClr val="tx1"/>
          </a:solidFill>
          <a:latin typeface="+mn-lt"/>
          <a:ea typeface="+mn-ea"/>
          <a:cs typeface="+mn-cs"/>
        </a:defRPr>
      </a:lvl2pPr>
      <a:lvl3pPr marL="626400" indent="-207389" eaLnBrk="1" hangingPunct="1">
        <a:buClr>
          <a:schemeClr val="tx1"/>
        </a:buClr>
        <a:buFont typeface="Arial" panose="020B0604020202020204" pitchFamily="34" charset="0"/>
        <a:buChar char="­"/>
        <a:defRPr sz="1600">
          <a:solidFill>
            <a:schemeClr val="tx1"/>
          </a:solidFill>
          <a:latin typeface="+mn-lt"/>
          <a:ea typeface="+mn-ea"/>
          <a:cs typeface="+mn-cs"/>
        </a:defRPr>
      </a:lvl3pPr>
      <a:lvl4pPr marL="835200" indent="-207389" eaLnBrk="1" hangingPunct="1">
        <a:buClr>
          <a:schemeClr val="tx1"/>
        </a:buClr>
        <a:buFont typeface="Arial" panose="020B0604020202020204" pitchFamily="34" charset="0"/>
        <a:buChar char="•"/>
        <a:defRPr sz="1600">
          <a:solidFill>
            <a:schemeClr val="tx1"/>
          </a:solidFill>
          <a:latin typeface="+mn-lt"/>
          <a:ea typeface="+mn-ea"/>
          <a:cs typeface="+mn-cs"/>
        </a:defRPr>
      </a:lvl4pPr>
      <a:lvl5pPr marL="1044000" indent="-207389" eaLnBrk="1" hangingPunct="1">
        <a:buClr>
          <a:schemeClr val="tx1"/>
        </a:buClr>
        <a:buFont typeface="Century Gothic" panose="020B0502020202020204" pitchFamily="34" charset="0"/>
        <a:buChar char="−"/>
        <a:defRPr sz="1600">
          <a:solidFill>
            <a:schemeClr val="tx1"/>
          </a:solidFill>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bodyStyle>
    <p:other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B49EE-29BC-6F85-D500-B99EDAB9ADB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982B0D8-A27D-262D-FF95-59D42286448A}"/>
              </a:ext>
            </a:extLst>
          </p:cNvPr>
          <p:cNvPicPr>
            <a:picLocks noChangeAspect="1"/>
          </p:cNvPicPr>
          <p:nvPr/>
        </p:nvPicPr>
        <p:blipFill>
          <a:blip r:embed="rId2"/>
          <a:stretch>
            <a:fillRect/>
          </a:stretch>
        </p:blipFill>
        <p:spPr>
          <a:xfrm>
            <a:off x="459104" y="793729"/>
            <a:ext cx="6244793" cy="5913763"/>
          </a:xfrm>
          <a:prstGeom prst="rect">
            <a:avLst/>
          </a:prstGeom>
        </p:spPr>
      </p:pic>
      <p:sp>
        <p:nvSpPr>
          <p:cNvPr id="13" name="Title 3">
            <a:extLst>
              <a:ext uri="{FF2B5EF4-FFF2-40B4-BE49-F238E27FC236}">
                <a16:creationId xmlns:a16="http://schemas.microsoft.com/office/drawing/2014/main" id="{C6792442-6A41-C575-C239-03FB9A8938D2}"/>
              </a:ext>
            </a:extLst>
          </p:cNvPr>
          <p:cNvSpPr>
            <a:spLocks noGrp="1"/>
          </p:cNvSpPr>
          <p:nvPr>
            <p:ph type="title"/>
          </p:nvPr>
        </p:nvSpPr>
        <p:spPr>
          <a:xfrm>
            <a:off x="368678" y="276225"/>
            <a:ext cx="10176043" cy="354608"/>
          </a:xfrm>
        </p:spPr>
        <p:txBody>
          <a:bodyPr/>
          <a:lstStyle/>
          <a:p>
            <a:r>
              <a:rPr lang="en-US" b="1" dirty="0"/>
              <a:t>P&amp;L summary</a:t>
            </a:r>
          </a:p>
        </p:txBody>
      </p:sp>
      <p:sp>
        <p:nvSpPr>
          <p:cNvPr id="17" name="Rectangle 16">
            <a:extLst>
              <a:ext uri="{FF2B5EF4-FFF2-40B4-BE49-F238E27FC236}">
                <a16:creationId xmlns:a16="http://schemas.microsoft.com/office/drawing/2014/main" id="{E16A1356-A25A-3D1C-1C9B-B584479AF8B1}"/>
              </a:ext>
            </a:extLst>
          </p:cNvPr>
          <p:cNvSpPr/>
          <p:nvPr/>
        </p:nvSpPr>
        <p:spPr>
          <a:xfrm>
            <a:off x="533400" y="7145227"/>
            <a:ext cx="4514320" cy="15549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3" name="Rectangle 2">
            <a:extLst>
              <a:ext uri="{FF2B5EF4-FFF2-40B4-BE49-F238E27FC236}">
                <a16:creationId xmlns:a16="http://schemas.microsoft.com/office/drawing/2014/main" id="{CC050AC0-988F-2D81-F4DA-4F40620035AA}"/>
              </a:ext>
            </a:extLst>
          </p:cNvPr>
          <p:cNvSpPr/>
          <p:nvPr/>
        </p:nvSpPr>
        <p:spPr>
          <a:xfrm>
            <a:off x="7086600" y="793729"/>
            <a:ext cx="4501513"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8" name="Rectangle 17">
            <a:extLst>
              <a:ext uri="{FF2B5EF4-FFF2-40B4-BE49-F238E27FC236}">
                <a16:creationId xmlns:a16="http://schemas.microsoft.com/office/drawing/2014/main" id="{18321970-826E-532C-C7C2-D87A734FCF95}"/>
              </a:ext>
            </a:extLst>
          </p:cNvPr>
          <p:cNvSpPr/>
          <p:nvPr/>
        </p:nvSpPr>
        <p:spPr>
          <a:xfrm>
            <a:off x="5722619" y="6188687"/>
            <a:ext cx="3695701" cy="3857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500"/>
              </a:spcBef>
              <a:spcAft>
                <a:spcPts val="500"/>
              </a:spcAft>
            </a:pPr>
            <a:r>
              <a:rPr lang="en-US" sz="1050" i="1" dirty="0">
                <a:solidFill>
                  <a:schemeClr val="tx1"/>
                </a:solidFill>
              </a:rPr>
              <a:t>Note: represents estimated adjustment to 2020-2023 P&amp;L to align with 2024 cost accounting change (full absorption of </a:t>
            </a:r>
            <a:r>
              <a:rPr lang="en-US" sz="1050" i="1" u="sng" dirty="0">
                <a:solidFill>
                  <a:schemeClr val="tx1"/>
                </a:solidFill>
              </a:rPr>
              <a:t>supply chain</a:t>
            </a:r>
            <a:r>
              <a:rPr lang="en-US" sz="1050" i="1" dirty="0">
                <a:solidFill>
                  <a:schemeClr val="tx1"/>
                </a:solidFill>
              </a:rPr>
              <a:t> and </a:t>
            </a:r>
            <a:r>
              <a:rPr lang="en-US" sz="1050" i="1" u="sng" dirty="0">
                <a:solidFill>
                  <a:schemeClr val="tx1"/>
                </a:solidFill>
              </a:rPr>
              <a:t>quality control </a:t>
            </a:r>
            <a:r>
              <a:rPr lang="en-US" sz="1050" i="1" dirty="0">
                <a:solidFill>
                  <a:schemeClr val="tx1"/>
                </a:solidFill>
              </a:rPr>
              <a:t>costs).</a:t>
            </a:r>
          </a:p>
        </p:txBody>
      </p:sp>
      <p:sp>
        <p:nvSpPr>
          <p:cNvPr id="21" name="Right Brace 20">
            <a:extLst>
              <a:ext uri="{FF2B5EF4-FFF2-40B4-BE49-F238E27FC236}">
                <a16:creationId xmlns:a16="http://schemas.microsoft.com/office/drawing/2014/main" id="{F380230D-6B13-0155-3561-4F167121A016}"/>
              </a:ext>
            </a:extLst>
          </p:cNvPr>
          <p:cNvSpPr/>
          <p:nvPr/>
        </p:nvSpPr>
        <p:spPr>
          <a:xfrm>
            <a:off x="5666276" y="6074547"/>
            <a:ext cx="41564" cy="614009"/>
          </a:xfrm>
          <a:prstGeom prst="rightBrace">
            <a:avLst>
              <a:gd name="adj1" fmla="val 8333"/>
              <a:gd name="adj2" fmla="val 515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3AD4C906-951F-4119-F5E7-B0C1F733151F}"/>
              </a:ext>
            </a:extLst>
          </p:cNvPr>
          <p:cNvSpPr/>
          <p:nvPr/>
        </p:nvSpPr>
        <p:spPr>
          <a:xfrm>
            <a:off x="459104" y="793729"/>
            <a:ext cx="11129009" cy="5894827"/>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Please provide an update on how the business has performed since the 2022 sale process. </a:t>
            </a:r>
          </a:p>
          <a:p>
            <a:pPr marL="505800" lvl="1" indent="-228600">
              <a:lnSpc>
                <a:spcPct val="110000"/>
              </a:lnSpc>
              <a:buFont typeface="+mj-lt"/>
              <a:buAutoNum type="alphaLcParenR"/>
            </a:pPr>
            <a:r>
              <a:rPr lang="en-US" sz="1050" dirty="0">
                <a:solidFill>
                  <a:schemeClr val="tx1"/>
                </a:solidFill>
              </a:rPr>
              <a:t>Discuss areas of overperformance and underperformance relative to expectations. </a:t>
            </a:r>
            <a:r>
              <a:rPr lang="en-US" sz="1050" dirty="0">
                <a:solidFill>
                  <a:srgbClr val="C00000"/>
                </a:solidFill>
              </a:rPr>
              <a:t>All opportunities / strategies presented in the ’22 materials are very much in play. Nothing material has changed other than timing. Customer programs have been delayed, some certifications have taken longer than expected, sales cycles have taken longer than they hoped</a:t>
            </a:r>
          </a:p>
          <a:p>
            <a:pPr marL="783001" lvl="2" indent="-228600">
              <a:lnSpc>
                <a:spcPct val="110000"/>
              </a:lnSpc>
              <a:buFont typeface="+mj-lt"/>
              <a:buAutoNum type="alphaLcParenR"/>
            </a:pPr>
            <a:r>
              <a:rPr lang="en-US" sz="1050" dirty="0">
                <a:solidFill>
                  <a:srgbClr val="C00000"/>
                </a:solidFill>
              </a:rPr>
              <a:t>Purchased building next door, want to expand metal fab capabilities</a:t>
            </a:r>
            <a:endParaRPr lang="en-US" sz="1050" dirty="0">
              <a:solidFill>
                <a:schemeClr val="tx1"/>
              </a:solidFill>
            </a:endParaRPr>
          </a:p>
          <a:p>
            <a:pPr>
              <a:lnSpc>
                <a:spcPct val="110000"/>
              </a:lnSpc>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At a high-level, what do you believe is required to grow revenue over the long-term. </a:t>
            </a:r>
            <a:r>
              <a:rPr lang="en-US" sz="1050" dirty="0">
                <a:solidFill>
                  <a:schemeClr val="tx1"/>
                </a:solidFill>
              </a:rPr>
              <a:t>What investment has been made to execute on this and what still needs to be made?</a:t>
            </a:r>
            <a:r>
              <a:rPr lang="en-US" sz="1050" dirty="0">
                <a:solidFill>
                  <a:srgbClr val="C00000"/>
                </a:solidFill>
              </a:rPr>
              <a:t> Biggest growth opportunities come from day to day focus on quality, reliability, and service for their customers—what mgmt. believe drives their “land and expand strategy” and what drove most of their business / most of the opportunity pipeline. Won an award for being a quality supplier to Cirrus.</a:t>
            </a:r>
          </a:p>
          <a:p>
            <a:pPr marL="505800" lvl="1" indent="-228600">
              <a:lnSpc>
                <a:spcPct val="110000"/>
              </a:lnSpc>
              <a:buFont typeface="+mj-lt"/>
              <a:buAutoNum type="arabicPeriod"/>
            </a:pPr>
            <a:r>
              <a:rPr lang="en-US" sz="1050" dirty="0">
                <a:solidFill>
                  <a:srgbClr val="C00000"/>
                </a:solidFill>
              </a:rPr>
              <a:t>Certification is important to them and their growth. Just added another engineering position to expedite certification process.</a:t>
            </a:r>
          </a:p>
          <a:p>
            <a:pPr marL="505800" lvl="1" indent="-228600">
              <a:lnSpc>
                <a:spcPct val="110000"/>
              </a:lnSpc>
              <a:buFont typeface="+mj-lt"/>
              <a:buAutoNum type="arabicPeriod"/>
            </a:pPr>
            <a:r>
              <a:rPr lang="en-US" sz="1050" dirty="0">
                <a:solidFill>
                  <a:srgbClr val="C00000"/>
                </a:solidFill>
              </a:rPr>
              <a:t>Salesforce consists of Doug and Bill with Scott supporting </a:t>
            </a:r>
            <a:r>
              <a:rPr lang="en-US" sz="1050" i="1" dirty="0">
                <a:solidFill>
                  <a:srgbClr val="C00000"/>
                </a:solidFill>
              </a:rPr>
              <a:t>[Note: Not sure how much credence we give to their statement / adjustment that Scott and Doug are not involved with the day-to-day ops of the business]</a:t>
            </a:r>
            <a:endParaRPr lang="en-US" sz="1050" dirty="0">
              <a:solidFill>
                <a:srgbClr val="C00000"/>
              </a:solidFill>
            </a:endParaRPr>
          </a:p>
          <a:p>
            <a:pPr marL="505800" lvl="1" indent="-228600">
              <a:lnSpc>
                <a:spcPct val="110000"/>
              </a:lnSpc>
              <a:buFont typeface="+mj-lt"/>
              <a:buAutoNum type="arabicPeriod"/>
            </a:pPr>
            <a:r>
              <a:rPr lang="en-US" sz="1050" dirty="0">
                <a:solidFill>
                  <a:srgbClr val="C00000"/>
                </a:solidFill>
              </a:rPr>
              <a:t>Mgmt. doesn’t believe any contracts / awards are based on them being a small business designee</a:t>
            </a: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any specific elements driving your confidence in achieving the EBITDA forecast for 2025. What % of 2025 revenue is not booked (i.e., go-get)? </a:t>
            </a:r>
            <a:r>
              <a:rPr lang="en-US" sz="1050" b="1" dirty="0">
                <a:solidFill>
                  <a:srgbClr val="C00000"/>
                </a:solidFill>
              </a:rPr>
              <a:t>Vast majority is booked. Proceeded to say some customers order closer to delivery date, but with years of experience can count on run-rate so high confidence in the forecast </a:t>
            </a:r>
            <a:r>
              <a:rPr lang="en-US" sz="1050" b="1" i="1" dirty="0">
                <a:solidFill>
                  <a:srgbClr val="C00000"/>
                </a:solidFill>
              </a:rPr>
              <a:t>[so not sure how much is actually booked vs them saying is “booked”]</a:t>
            </a:r>
            <a:r>
              <a:rPr lang="en-US" sz="1050" b="1" dirty="0">
                <a:solidFill>
                  <a:srgbClr val="C00000"/>
                </a:solidFill>
              </a:rPr>
              <a:t>.</a:t>
            </a:r>
          </a:p>
          <a:p>
            <a:pPr marL="505800" lvl="1" indent="-228600">
              <a:lnSpc>
                <a:spcPct val="110000"/>
              </a:lnSpc>
              <a:buFont typeface="+mj-lt"/>
              <a:buAutoNum type="arabicPeriod"/>
            </a:pPr>
            <a:r>
              <a:rPr lang="en-US" sz="1050" dirty="0">
                <a:solidFill>
                  <a:srgbClr val="C00000"/>
                </a:solidFill>
              </a:rPr>
              <a:t>With Cirrus, generally just-in-time fulfillment. They send a blanket PO, usually for a year, but it’s for more product than they’ll actually take. PO is less formal, and doesn’t really get honored. You can’t force them to take product they aren’t ready to take as they’re such a large part of revenue.</a:t>
            </a:r>
          </a:p>
          <a:p>
            <a:pPr marL="505800" lvl="1" indent="-228600">
              <a:lnSpc>
                <a:spcPct val="110000"/>
              </a:lnSpc>
              <a:buFont typeface="+mj-lt"/>
              <a:buAutoNum type="arabicPeriod"/>
            </a:pPr>
            <a:r>
              <a:rPr lang="en-US" sz="1050" dirty="0">
                <a:solidFill>
                  <a:srgbClr val="C00000"/>
                </a:solidFill>
              </a:rPr>
              <a:t>Mgmt. has high confidence in the sell-side forecast, believes that FY’25 revenue forecast is conservative. Expect potential outperformance / risk with one customer where PFI has recently become sole-source supplier of fabricated tubes (potential timing issues). Also always risk with Cirrus being 50% of revenue.</a:t>
            </a:r>
          </a:p>
          <a:p>
            <a:pPr marL="505800" lvl="1" indent="-228600">
              <a:lnSpc>
                <a:spcPct val="110000"/>
              </a:lnSpc>
              <a:buFont typeface="+mj-lt"/>
              <a:buAutoNum type="arabicPeriod"/>
            </a:pPr>
            <a:r>
              <a:rPr lang="en-US" sz="1050" dirty="0">
                <a:solidFill>
                  <a:srgbClr val="C00000"/>
                </a:solidFill>
              </a:rPr>
              <a:t>2024 revenue drop: due to the ’22/’23 TA defense contract revenue ending in 2023. Left a hole to fill in the ’24 P&amp;L.</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What is driving the YoY decline in 2025E “Administration” </a:t>
            </a:r>
            <a:r>
              <a:rPr lang="en-US" sz="1050" b="1" dirty="0" err="1">
                <a:solidFill>
                  <a:schemeClr val="tx1"/>
                </a:solidFill>
              </a:rPr>
              <a:t>OpEx</a:t>
            </a:r>
            <a:r>
              <a:rPr lang="en-US" sz="1050" b="1" dirty="0">
                <a:solidFill>
                  <a:schemeClr val="tx1"/>
                </a:solidFill>
              </a:rPr>
              <a:t>, and what drove the decline in 2024A? </a:t>
            </a:r>
            <a:r>
              <a:rPr lang="en-US" sz="1050" b="1" dirty="0">
                <a:solidFill>
                  <a:srgbClr val="C00000"/>
                </a:solidFill>
              </a:rPr>
              <a:t>Accounting change (partial to full absorption of costs). </a:t>
            </a:r>
            <a:r>
              <a:rPr lang="en-US" sz="1050" dirty="0">
                <a:solidFill>
                  <a:srgbClr val="C00000"/>
                </a:solidFill>
              </a:rPr>
              <a:t>Moved from primarily capitalizing production labor into inventory to identifying all inventoriable costs (admin, </a:t>
            </a:r>
            <a:r>
              <a:rPr lang="en-US" sz="1050" dirty="0" err="1">
                <a:solidFill>
                  <a:srgbClr val="C00000"/>
                </a:solidFill>
              </a:rPr>
              <a:t>opex</a:t>
            </a:r>
            <a:r>
              <a:rPr lang="en-US" sz="1050" dirty="0">
                <a:solidFill>
                  <a:srgbClr val="C00000"/>
                </a:solidFill>
              </a:rPr>
              <a:t>, depreciation, rent related to where production occurs, supply chain &amp; QC, material / labor / OVH) and capitalizing those into inventory. No bottom line impact, just a shift between COGS / </a:t>
            </a:r>
            <a:r>
              <a:rPr lang="en-US" sz="1050" dirty="0" err="1">
                <a:solidFill>
                  <a:srgbClr val="C00000"/>
                </a:solidFill>
              </a:rPr>
              <a:t>Opex</a:t>
            </a:r>
            <a:r>
              <a:rPr lang="en-US" sz="1050" dirty="0">
                <a:solidFill>
                  <a:srgbClr val="C00000"/>
                </a:solidFill>
              </a:rPr>
              <a:t>. ~$0.5M of admin cost moved.</a:t>
            </a:r>
            <a:endParaRPr lang="en-US" sz="1050"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the cost accounting change from partial absorption to full absorption in 2024.</a:t>
            </a:r>
          </a:p>
          <a:p>
            <a:pPr marL="505800" lvl="1" indent="-228600">
              <a:lnSpc>
                <a:spcPct val="110000"/>
              </a:lnSpc>
              <a:buFont typeface="+mj-lt"/>
              <a:buAutoNum type="alphaLcParenR"/>
            </a:pPr>
            <a:r>
              <a:rPr lang="en-US" sz="1050" dirty="0">
                <a:solidFill>
                  <a:schemeClr val="tx1"/>
                </a:solidFill>
              </a:rPr>
              <a:t>Are all COGS fully burdened for material, labor, and overhead? </a:t>
            </a:r>
            <a:r>
              <a:rPr lang="en-US" sz="1050" dirty="0">
                <a:solidFill>
                  <a:srgbClr val="C00000"/>
                </a:solidFill>
              </a:rPr>
              <a:t>Yes</a:t>
            </a:r>
          </a:p>
          <a:p>
            <a:pPr marL="505800" lvl="1" indent="-228600">
              <a:lnSpc>
                <a:spcPct val="110000"/>
              </a:lnSpc>
              <a:buFont typeface="+mj-lt"/>
              <a:buAutoNum type="alphaLcParenR"/>
            </a:pPr>
            <a:r>
              <a:rPr lang="en-US" sz="1050" dirty="0">
                <a:solidFill>
                  <a:schemeClr val="tx1"/>
                </a:solidFill>
              </a:rPr>
              <a:t>Can you confirm if any costs outside of “supply chain” and “quality control” were reallocated from </a:t>
            </a:r>
            <a:r>
              <a:rPr lang="en-US" sz="1050" dirty="0" err="1">
                <a:solidFill>
                  <a:schemeClr val="tx1"/>
                </a:solidFill>
              </a:rPr>
              <a:t>OpEx</a:t>
            </a:r>
            <a:r>
              <a:rPr lang="en-US" sz="1050" dirty="0">
                <a:solidFill>
                  <a:schemeClr val="tx1"/>
                </a:solidFill>
              </a:rPr>
              <a:t> to COGS? </a:t>
            </a:r>
            <a:r>
              <a:rPr lang="en-US" sz="1050" dirty="0">
                <a:solidFill>
                  <a:srgbClr val="C00000"/>
                </a:solidFill>
              </a:rPr>
              <a:t>See above</a:t>
            </a:r>
          </a:p>
          <a:p>
            <a:pPr marL="505800" lvl="1" indent="-228600">
              <a:lnSpc>
                <a:spcPct val="110000"/>
              </a:lnSpc>
              <a:buFont typeface="+mj-lt"/>
              <a:buAutoNum type="alphaLcParenR"/>
            </a:pPr>
            <a:r>
              <a:rPr lang="en-US" sz="1050" dirty="0">
                <a:solidFill>
                  <a:schemeClr val="tx1"/>
                </a:solidFill>
              </a:rPr>
              <a:t>How did the change impact each product line? </a:t>
            </a:r>
            <a:r>
              <a:rPr lang="en-US" sz="1050" dirty="0">
                <a:solidFill>
                  <a:srgbClr val="C00000"/>
                </a:solidFill>
              </a:rPr>
              <a:t>Costs were allocated pro rata for inventory value and associated margins / COGS.</a:t>
            </a:r>
            <a:endParaRPr lang="en-US" sz="1050" dirty="0">
              <a:solidFill>
                <a:schemeClr val="tx1"/>
              </a:solidFill>
            </a:endParaRPr>
          </a:p>
        </p:txBody>
      </p:sp>
    </p:spTree>
    <p:extLst>
      <p:ext uri="{BB962C8B-B14F-4D97-AF65-F5344CB8AC3E}">
        <p14:creationId xmlns:p14="http://schemas.microsoft.com/office/powerpoint/2010/main" val="215463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DB1E-D325-2F41-53ED-733D5A38AF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20506B-35A5-3EB8-6580-0D22ADC740CC}"/>
              </a:ext>
            </a:extLst>
          </p:cNvPr>
          <p:cNvPicPr>
            <a:picLocks noChangeAspect="1"/>
          </p:cNvPicPr>
          <p:nvPr/>
        </p:nvPicPr>
        <p:blipFill>
          <a:blip r:embed="rId2"/>
          <a:stretch>
            <a:fillRect/>
          </a:stretch>
        </p:blipFill>
        <p:spPr>
          <a:xfrm>
            <a:off x="1159765" y="692658"/>
            <a:ext cx="9698736" cy="4089828"/>
          </a:xfrm>
          <a:prstGeom prst="rect">
            <a:avLst/>
          </a:prstGeom>
        </p:spPr>
      </p:pic>
      <p:sp>
        <p:nvSpPr>
          <p:cNvPr id="6" name="Title 3">
            <a:extLst>
              <a:ext uri="{FF2B5EF4-FFF2-40B4-BE49-F238E27FC236}">
                <a16:creationId xmlns:a16="http://schemas.microsoft.com/office/drawing/2014/main" id="{80F28302-F665-2E65-F83D-ECE5D3CC3C76}"/>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Product by channel type summary</a:t>
            </a:r>
          </a:p>
        </p:txBody>
      </p:sp>
      <p:sp>
        <p:nvSpPr>
          <p:cNvPr id="16" name="Rectangle 15">
            <a:extLst>
              <a:ext uri="{FF2B5EF4-FFF2-40B4-BE49-F238E27FC236}">
                <a16:creationId xmlns:a16="http://schemas.microsoft.com/office/drawing/2014/main" id="{DAA8C85D-2F88-651E-5D11-ABD654CC70CA}"/>
              </a:ext>
            </a:extLst>
          </p:cNvPr>
          <p:cNvSpPr/>
          <p:nvPr/>
        </p:nvSpPr>
        <p:spPr>
          <a:xfrm>
            <a:off x="666140" y="4880967"/>
            <a:ext cx="10859720"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5" name="Rectangle 14">
            <a:extLst>
              <a:ext uri="{FF2B5EF4-FFF2-40B4-BE49-F238E27FC236}">
                <a16:creationId xmlns:a16="http://schemas.microsoft.com/office/drawing/2014/main" id="{10D1AB95-EB21-DCF4-00E2-602C4207D056}"/>
              </a:ext>
            </a:extLst>
          </p:cNvPr>
          <p:cNvSpPr/>
          <p:nvPr/>
        </p:nvSpPr>
        <p:spPr>
          <a:xfrm>
            <a:off x="666140" y="692658"/>
            <a:ext cx="10859720" cy="5631942"/>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Do your OEMs resell your product in the aftermarket? If so, which product categories does this impact and what is the mark-up they place for the end-customer? </a:t>
            </a:r>
            <a:endParaRPr lang="en-US" sz="1050" b="1" dirty="0">
              <a:solidFill>
                <a:srgbClr val="C00000"/>
              </a:solidFill>
            </a:endParaRPr>
          </a:p>
          <a:p>
            <a:pPr marL="505800" lvl="1" indent="-228600">
              <a:lnSpc>
                <a:spcPct val="110000"/>
              </a:lnSpc>
              <a:buFont typeface="+mj-lt"/>
              <a:buAutoNum type="arabicPeriod"/>
            </a:pPr>
            <a:r>
              <a:rPr lang="en-US" sz="1050" b="1" dirty="0">
                <a:solidFill>
                  <a:srgbClr val="C00000"/>
                </a:solidFill>
              </a:rPr>
              <a:t>This chart was filled out by Scott based on sales to Cirrus as a customer. It’s not the actual split by platform.</a:t>
            </a:r>
          </a:p>
          <a:p>
            <a:pPr marL="505800" lvl="1" indent="-228600">
              <a:lnSpc>
                <a:spcPct val="110000"/>
              </a:lnSpc>
              <a:buFont typeface="+mj-lt"/>
              <a:buAutoNum type="arabicPeriod"/>
            </a:pPr>
            <a:r>
              <a:rPr lang="en-US" sz="1050" b="1" dirty="0">
                <a:solidFill>
                  <a:srgbClr val="C00000"/>
                </a:solidFill>
              </a:rPr>
              <a:t>PFI is the only authorized repair and service center for their products. Any MRO has to come through their repair station. However, for all of their OEM platforms all warranties and repairs are funneled through the OEM (except for Cirrus oxygen systems)—customer goes to the OEM, OEM deals with PFI. So the Cirrus OE demand shown captures some AM work (couple hundred $k).</a:t>
            </a:r>
          </a:p>
          <a:p>
            <a:pPr marL="783001" lvl="2" indent="-228600">
              <a:lnSpc>
                <a:spcPct val="110000"/>
              </a:lnSpc>
              <a:buFont typeface="+mj-lt"/>
              <a:buAutoNum type="arabicPeriod"/>
            </a:pPr>
            <a:r>
              <a:rPr lang="en-US" sz="1050" b="1" i="1" dirty="0">
                <a:solidFill>
                  <a:srgbClr val="C00000"/>
                </a:solidFill>
              </a:rPr>
              <a:t>[Note: mgmt. was not very clear here and there could be Cirrus AM sales incremental to the oxygen systems included in the other customers section, such as with brakes]</a:t>
            </a:r>
            <a:endParaRPr lang="en-US" sz="1050" b="1" dirty="0">
              <a:solidFill>
                <a:srgbClr val="C00000"/>
              </a:solidFill>
            </a:endParaRPr>
          </a:p>
          <a:p>
            <a:pPr marL="505800" lvl="1" indent="-228600">
              <a:lnSpc>
                <a:spcPct val="110000"/>
              </a:lnSpc>
              <a:buFont typeface="+mj-lt"/>
              <a:buAutoNum type="arabicPeriod"/>
            </a:pPr>
            <a:r>
              <a:rPr lang="en-US" sz="1050" dirty="0">
                <a:solidFill>
                  <a:srgbClr val="C00000"/>
                </a:solidFill>
              </a:rPr>
              <a:t>Little to no AM demand on fabricated tubes, AM is generally on oxygen systems and ECS controllers.</a:t>
            </a:r>
          </a:p>
          <a:p>
            <a:pPr marL="505800" lvl="1" indent="-228600">
              <a:lnSpc>
                <a:spcPct val="110000"/>
              </a:lnSpc>
              <a:buFont typeface="+mj-lt"/>
              <a:buAutoNum type="arabicPeriod"/>
            </a:pPr>
            <a:r>
              <a:rPr lang="en-US" sz="1050" dirty="0">
                <a:solidFill>
                  <a:srgbClr val="C00000"/>
                </a:solidFill>
              </a:rPr>
              <a:t>Have products on all Cirrus platforms. New Cirrus platforms are included in this table. Wouldn’t tell us the split of sales by platform. </a:t>
            </a:r>
          </a:p>
          <a:p>
            <a:pPr marL="783001" lvl="2" indent="-228600">
              <a:lnSpc>
                <a:spcPct val="110000"/>
              </a:lnSpc>
              <a:buFont typeface="+mj-lt"/>
              <a:buAutoNum type="arabicPeriod"/>
            </a:pPr>
            <a:r>
              <a:rPr lang="en-US" sz="1050" dirty="0">
                <a:solidFill>
                  <a:srgbClr val="C00000"/>
                </a:solidFill>
              </a:rPr>
              <a:t>Invited to the R&amp;D table by Cirrus to solve their problems</a:t>
            </a:r>
          </a:p>
          <a:p>
            <a:pPr marL="228600" indent="-228600">
              <a:lnSpc>
                <a:spcPct val="110000"/>
              </a:lnSpc>
              <a:buFont typeface="+mj-lt"/>
              <a:buAutoNum type="arabicPeriod"/>
            </a:pPr>
            <a:r>
              <a:rPr lang="en-US" sz="1050" b="1" dirty="0">
                <a:solidFill>
                  <a:srgbClr val="C00000"/>
                </a:solidFill>
              </a:rPr>
              <a:t>Lighting:</a:t>
            </a:r>
          </a:p>
          <a:p>
            <a:pPr marL="505800" lvl="1" indent="-228600">
              <a:lnSpc>
                <a:spcPct val="110000"/>
              </a:lnSpc>
              <a:buFont typeface="+mj-lt"/>
              <a:buAutoNum type="arabicPeriod"/>
            </a:pPr>
            <a:r>
              <a:rPr lang="en-US" sz="1050" b="1" dirty="0">
                <a:solidFill>
                  <a:srgbClr val="C00000"/>
                </a:solidFill>
              </a:rPr>
              <a:t>OE: </a:t>
            </a:r>
            <a:r>
              <a:rPr lang="en-US" sz="1050" dirty="0">
                <a:solidFill>
                  <a:srgbClr val="C00000"/>
                </a:solidFill>
              </a:rPr>
              <a:t>Volume growth here is driven by overall bizjet segment growth. 75-80% penetration of </a:t>
            </a:r>
            <a:r>
              <a:rPr lang="en-US" sz="1050" dirty="0" err="1">
                <a:solidFill>
                  <a:srgbClr val="C00000"/>
                </a:solidFill>
              </a:rPr>
              <a:t>Pulselite</a:t>
            </a:r>
            <a:r>
              <a:rPr lang="en-US" sz="1050" dirty="0">
                <a:solidFill>
                  <a:srgbClr val="C00000"/>
                </a:solidFill>
              </a:rPr>
              <a:t> into the bizjet market, standard on many bizjet platforms. Same % penetration on both existing fleet and new platforms</a:t>
            </a:r>
          </a:p>
          <a:p>
            <a:pPr marL="783001" lvl="2" indent="-228600">
              <a:lnSpc>
                <a:spcPct val="110000"/>
              </a:lnSpc>
              <a:buFont typeface="+mj-lt"/>
              <a:buAutoNum type="arabicPeriod"/>
            </a:pPr>
            <a:r>
              <a:rPr lang="en-US" sz="1050" dirty="0">
                <a:solidFill>
                  <a:srgbClr val="C00000"/>
                </a:solidFill>
              </a:rPr>
              <a:t>Makeup of OE sales: mostly bizjet, some rotorcraft, small % on GA. 60% bizjet, 30-35% rotorcraft, 5-10% GA aircraft</a:t>
            </a:r>
          </a:p>
          <a:p>
            <a:pPr marL="505800" lvl="1" indent="-228600">
              <a:lnSpc>
                <a:spcPct val="110000"/>
              </a:lnSpc>
              <a:buFont typeface="+mj-lt"/>
              <a:buAutoNum type="arabicPeriod"/>
            </a:pPr>
            <a:r>
              <a:rPr lang="en-US" sz="1050" b="1" dirty="0">
                <a:solidFill>
                  <a:srgbClr val="C00000"/>
                </a:solidFill>
              </a:rPr>
              <a:t>AM – STC / PMA: </a:t>
            </a:r>
            <a:r>
              <a:rPr lang="en-US" sz="1050" dirty="0">
                <a:solidFill>
                  <a:srgbClr val="C00000"/>
                </a:solidFill>
              </a:rPr>
              <a:t>all retrofit demand. Driven by both fleets and one-off customers. Have content across commercial jets, bizjets, rotorcraft and GA fixed wing—100s of models of aircraft</a:t>
            </a:r>
          </a:p>
          <a:p>
            <a:pPr marL="228600" indent="-228600">
              <a:lnSpc>
                <a:spcPct val="110000"/>
              </a:lnSpc>
              <a:buFont typeface="+mj-lt"/>
              <a:buAutoNum type="arabicPeriod"/>
            </a:pPr>
            <a:r>
              <a:rPr lang="en-US" sz="1050" b="1" dirty="0">
                <a:solidFill>
                  <a:srgbClr val="C00000"/>
                </a:solidFill>
              </a:rPr>
              <a:t>Oxygen:</a:t>
            </a:r>
          </a:p>
          <a:p>
            <a:pPr marL="505800" lvl="1" indent="-228600">
              <a:lnSpc>
                <a:spcPct val="110000"/>
              </a:lnSpc>
              <a:buFont typeface="+mj-lt"/>
              <a:buAutoNum type="arabicPeriod"/>
            </a:pPr>
            <a:r>
              <a:rPr lang="en-US" sz="1050" b="1" dirty="0">
                <a:solidFill>
                  <a:srgbClr val="C00000"/>
                </a:solidFill>
              </a:rPr>
              <a:t>AM – STC / PMA: </a:t>
            </a:r>
            <a:r>
              <a:rPr lang="en-US" sz="1050" dirty="0">
                <a:solidFill>
                  <a:srgbClr val="C00000"/>
                </a:solidFill>
              </a:rPr>
              <a:t>Consists of breathing gear (wear item, </a:t>
            </a:r>
            <a:r>
              <a:rPr lang="en-US" sz="1050" dirty="0" err="1">
                <a:solidFill>
                  <a:srgbClr val="C00000"/>
                </a:solidFill>
              </a:rPr>
              <a:t>rotable</a:t>
            </a:r>
            <a:r>
              <a:rPr lang="en-US" sz="1050" dirty="0">
                <a:solidFill>
                  <a:srgbClr val="C00000"/>
                </a:solidFill>
              </a:rPr>
              <a:t>, gets replaced often), as well as upgrades and portable oxygen systems.</a:t>
            </a:r>
            <a:endParaRPr lang="en-US" sz="1050" b="1" dirty="0">
              <a:solidFill>
                <a:srgbClr val="C00000"/>
              </a:solidFill>
            </a:endParaRPr>
          </a:p>
          <a:p>
            <a:pPr marL="505800" lvl="1" indent="-228600">
              <a:lnSpc>
                <a:spcPct val="110000"/>
              </a:lnSpc>
              <a:buFont typeface="+mj-lt"/>
              <a:buAutoNum type="arabicPeriod"/>
            </a:pPr>
            <a:r>
              <a:rPr lang="en-US" sz="1050" b="1" dirty="0">
                <a:solidFill>
                  <a:srgbClr val="C00000"/>
                </a:solidFill>
              </a:rPr>
              <a:t>AM – MRO: </a:t>
            </a:r>
            <a:r>
              <a:rPr lang="en-US" sz="1050" dirty="0">
                <a:solidFill>
                  <a:srgbClr val="C00000"/>
                </a:solidFill>
              </a:rPr>
              <a:t>A component to the fixed oxygen system has a regular MRO schedule. System includes breathing gear as well, which is a wear item that needs to be replaced every few years.</a:t>
            </a:r>
          </a:p>
          <a:p>
            <a:pPr marL="783001" lvl="2" indent="-228600">
              <a:lnSpc>
                <a:spcPct val="110000"/>
              </a:lnSpc>
              <a:buFont typeface="+mj-lt"/>
              <a:buAutoNum type="arabicPeriod"/>
            </a:pPr>
            <a:r>
              <a:rPr lang="en-US" sz="1050" dirty="0">
                <a:solidFill>
                  <a:srgbClr val="C00000"/>
                </a:solidFill>
              </a:rPr>
              <a:t>5 year mandated overhaul cycle for the bottle and regulator, 15 year life for the bottles that require a complete replacement. Seeing the 15 year cycle coming through now</a:t>
            </a:r>
          </a:p>
          <a:p>
            <a:pPr marL="783001" lvl="2" indent="-228600">
              <a:lnSpc>
                <a:spcPct val="110000"/>
              </a:lnSpc>
              <a:buFont typeface="+mj-lt"/>
              <a:buAutoNum type="arabicPeriod"/>
            </a:pPr>
            <a:r>
              <a:rPr lang="en-US" sz="1050" dirty="0">
                <a:solidFill>
                  <a:srgbClr val="C00000"/>
                </a:solidFill>
              </a:rPr>
              <a:t>Replacement cycle for breathing gear is an FAA recommendation (2 years / 200 hours). Sold almost entirely direct, there are a few MRO shops who stock.</a:t>
            </a:r>
          </a:p>
          <a:p>
            <a:pPr marL="783001" lvl="2" indent="-228600">
              <a:lnSpc>
                <a:spcPct val="110000"/>
              </a:lnSpc>
              <a:buFont typeface="+mj-lt"/>
              <a:buAutoNum type="arabicPeriod"/>
            </a:pPr>
            <a:r>
              <a:rPr lang="en-US" sz="1050" dirty="0">
                <a:solidFill>
                  <a:srgbClr val="C00000"/>
                </a:solidFill>
              </a:rPr>
              <a:t>50%+ of the $800k of AM MRO work for oxygen is going to be Cirrus—but the owners and MRO shops, even on Cirrus platforms, are coming directly to PFI.</a:t>
            </a:r>
          </a:p>
          <a:p>
            <a:pPr marL="228600" indent="-228600">
              <a:lnSpc>
                <a:spcPct val="110000"/>
              </a:lnSpc>
              <a:buFont typeface="+mj-lt"/>
              <a:buAutoNum type="arabicPeriod"/>
            </a:pPr>
            <a:r>
              <a:rPr lang="en-US" sz="1050" b="1" dirty="0">
                <a:solidFill>
                  <a:srgbClr val="C00000"/>
                </a:solidFill>
              </a:rPr>
              <a:t>Brakes:</a:t>
            </a:r>
            <a:endParaRPr lang="en-US" sz="1050" dirty="0">
              <a:solidFill>
                <a:srgbClr val="C00000"/>
              </a:solidFill>
            </a:endParaRPr>
          </a:p>
          <a:p>
            <a:pPr marL="505800" lvl="1" indent="-228600">
              <a:lnSpc>
                <a:spcPct val="110000"/>
              </a:lnSpc>
              <a:buFont typeface="+mj-lt"/>
              <a:buAutoNum type="arabicPeriod"/>
            </a:pPr>
            <a:r>
              <a:rPr lang="en-US" sz="1050" dirty="0" err="1">
                <a:solidFill>
                  <a:srgbClr val="C00000"/>
                </a:solidFill>
              </a:rPr>
              <a:t>Speedbrake</a:t>
            </a:r>
            <a:r>
              <a:rPr lang="en-US" sz="1050" dirty="0">
                <a:solidFill>
                  <a:srgbClr val="C00000"/>
                </a:solidFill>
              </a:rPr>
              <a:t> is PFI’s first product, has been around for 40+ years. Large IB with an FAA mandated 1000 hour overhaul cycle. </a:t>
            </a:r>
          </a:p>
          <a:p>
            <a:pPr marL="505800" lvl="1" indent="-228600">
              <a:lnSpc>
                <a:spcPct val="110000"/>
              </a:lnSpc>
              <a:buFont typeface="+mj-lt"/>
              <a:buAutoNum type="arabicPeriod"/>
            </a:pPr>
            <a:r>
              <a:rPr lang="en-US" sz="1050" dirty="0">
                <a:solidFill>
                  <a:srgbClr val="C00000"/>
                </a:solidFill>
              </a:rPr>
              <a:t>Installed on a small number of OE platforms as well.</a:t>
            </a:r>
          </a:p>
          <a:p>
            <a:pPr marL="228600" indent="-228600">
              <a:lnSpc>
                <a:spcPct val="110000"/>
              </a:lnSpc>
              <a:buFont typeface="+mj-lt"/>
              <a:buAutoNum type="arabicPeriod"/>
            </a:pPr>
            <a:r>
              <a:rPr lang="en-US" sz="1050" b="1" dirty="0">
                <a:solidFill>
                  <a:srgbClr val="C00000"/>
                </a:solidFill>
              </a:rPr>
              <a:t>Pricing:</a:t>
            </a:r>
          </a:p>
          <a:p>
            <a:pPr marL="505800" lvl="1" indent="-228600">
              <a:lnSpc>
                <a:spcPct val="110000"/>
              </a:lnSpc>
              <a:buFont typeface="+mj-lt"/>
              <a:buAutoNum type="arabicPeriod"/>
            </a:pPr>
            <a:r>
              <a:rPr lang="en-US" sz="1050" dirty="0">
                <a:solidFill>
                  <a:srgbClr val="C00000"/>
                </a:solidFill>
              </a:rPr>
              <a:t>Have taken price in the past where they can, especially in the AM—seem quite </a:t>
            </a:r>
            <a:r>
              <a:rPr lang="en-US" sz="1050" dirty="0" err="1">
                <a:solidFill>
                  <a:srgbClr val="C00000"/>
                </a:solidFill>
              </a:rPr>
              <a:t>saavy</a:t>
            </a:r>
            <a:r>
              <a:rPr lang="en-US" sz="1050" dirty="0">
                <a:solidFill>
                  <a:srgbClr val="C00000"/>
                </a:solidFill>
              </a:rPr>
              <a:t> on that front, not much opportunity.</a:t>
            </a:r>
          </a:p>
          <a:p>
            <a:pPr marL="228600" indent="-228600">
              <a:lnSpc>
                <a:spcPct val="110000"/>
              </a:lnSpc>
              <a:buFont typeface="+mj-lt"/>
              <a:buAutoNum type="arabicPeriod"/>
            </a:pPr>
            <a:r>
              <a:rPr lang="en-US" sz="1050" b="1" dirty="0">
                <a:solidFill>
                  <a:srgbClr val="C00000"/>
                </a:solidFill>
              </a:rPr>
              <a:t>MRO margins: </a:t>
            </a:r>
            <a:r>
              <a:rPr lang="en-US" sz="1050" dirty="0">
                <a:solidFill>
                  <a:srgbClr val="C00000"/>
                </a:solidFill>
              </a:rPr>
              <a:t>higher than overall (mgmt. mentioned 78%)</a:t>
            </a:r>
          </a:p>
          <a:p>
            <a:pPr marL="228600" indent="-228600">
              <a:lnSpc>
                <a:spcPct val="110000"/>
              </a:lnSpc>
              <a:buFont typeface="+mj-lt"/>
              <a:buAutoNum type="arabicPeriod"/>
            </a:pPr>
            <a:endParaRPr lang="en-US" sz="1050" b="1" dirty="0">
              <a:solidFill>
                <a:srgbClr val="C00000"/>
              </a:solidFill>
            </a:endParaRPr>
          </a:p>
          <a:p>
            <a:pPr marL="228600" indent="-228600">
              <a:lnSpc>
                <a:spcPct val="110000"/>
              </a:lnSpc>
              <a:buFont typeface="+mj-lt"/>
              <a:buAutoNum type="arabicPeriod"/>
            </a:pPr>
            <a:endParaRPr lang="en-US" sz="1050" dirty="0">
              <a:solidFill>
                <a:schemeClr val="tx1"/>
              </a:solidFill>
            </a:endParaRPr>
          </a:p>
          <a:p>
            <a:pPr marL="228600" indent="-228600">
              <a:lnSpc>
                <a:spcPct val="110000"/>
              </a:lnSpc>
              <a:buFont typeface="+mj-lt"/>
              <a:buAutoNum type="arabicPeriod"/>
            </a:pPr>
            <a:endParaRPr lang="en-US" sz="1050"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p:txBody>
      </p:sp>
    </p:spTree>
    <p:extLst>
      <p:ext uri="{BB962C8B-B14F-4D97-AF65-F5344CB8AC3E}">
        <p14:creationId xmlns:p14="http://schemas.microsoft.com/office/powerpoint/2010/main" val="3729816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D1A3-066C-191E-1CA8-E29BFC4BEFA0}"/>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D8173B1D-8C52-A522-7821-976B724D5767}"/>
              </a:ext>
            </a:extLst>
          </p:cNvPr>
          <p:cNvSpPr>
            <a:spLocks noGrp="1"/>
          </p:cNvSpPr>
          <p:nvPr>
            <p:ph type="title"/>
          </p:nvPr>
        </p:nvSpPr>
        <p:spPr>
          <a:xfrm>
            <a:off x="368678" y="276225"/>
            <a:ext cx="10176043" cy="354608"/>
          </a:xfrm>
        </p:spPr>
        <p:txBody>
          <a:bodyPr/>
          <a:lstStyle/>
          <a:p>
            <a:r>
              <a:rPr lang="en-US" b="1" dirty="0"/>
              <a:t>Customer summary</a:t>
            </a:r>
          </a:p>
        </p:txBody>
      </p:sp>
      <p:pic>
        <p:nvPicPr>
          <p:cNvPr id="22" name="Picture 21">
            <a:extLst>
              <a:ext uri="{FF2B5EF4-FFF2-40B4-BE49-F238E27FC236}">
                <a16:creationId xmlns:a16="http://schemas.microsoft.com/office/drawing/2014/main" id="{FEE9EB16-B947-1260-216B-8439317549B9}"/>
              </a:ext>
            </a:extLst>
          </p:cNvPr>
          <p:cNvPicPr>
            <a:picLocks noChangeAspect="1"/>
          </p:cNvPicPr>
          <p:nvPr/>
        </p:nvPicPr>
        <p:blipFill>
          <a:blip r:embed="rId2"/>
          <a:stretch>
            <a:fillRect/>
          </a:stretch>
        </p:blipFill>
        <p:spPr>
          <a:xfrm>
            <a:off x="433553" y="793729"/>
            <a:ext cx="7643647" cy="3151197"/>
          </a:xfrm>
          <a:prstGeom prst="rect">
            <a:avLst/>
          </a:prstGeom>
        </p:spPr>
      </p:pic>
      <p:sp>
        <p:nvSpPr>
          <p:cNvPr id="20" name="Rectangle 19">
            <a:extLst>
              <a:ext uri="{FF2B5EF4-FFF2-40B4-BE49-F238E27FC236}">
                <a16:creationId xmlns:a16="http://schemas.microsoft.com/office/drawing/2014/main" id="{1FA759C8-DD2C-80FC-5FE7-D90B47EB6769}"/>
              </a:ext>
            </a:extLst>
          </p:cNvPr>
          <p:cNvSpPr/>
          <p:nvPr/>
        </p:nvSpPr>
        <p:spPr>
          <a:xfrm>
            <a:off x="433554" y="3965050"/>
            <a:ext cx="1107264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9" name="Rectangle 18">
            <a:extLst>
              <a:ext uri="{FF2B5EF4-FFF2-40B4-BE49-F238E27FC236}">
                <a16:creationId xmlns:a16="http://schemas.microsoft.com/office/drawing/2014/main" id="{4C403022-61A4-B74D-E467-8F140C332CB5}"/>
              </a:ext>
            </a:extLst>
          </p:cNvPr>
          <p:cNvSpPr/>
          <p:nvPr/>
        </p:nvSpPr>
        <p:spPr>
          <a:xfrm>
            <a:off x="167121" y="752458"/>
            <a:ext cx="11857759" cy="6105542"/>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buFont typeface="+mj-lt"/>
              <a:buAutoNum type="arabicPeriod"/>
            </a:pPr>
            <a:r>
              <a:rPr lang="en-US" sz="1050" b="1" dirty="0">
                <a:solidFill>
                  <a:srgbClr val="C00000"/>
                </a:solidFill>
              </a:rPr>
              <a:t>AM: </a:t>
            </a:r>
            <a:r>
              <a:rPr lang="en-US" sz="1050" dirty="0">
                <a:solidFill>
                  <a:srgbClr val="C00000"/>
                </a:solidFill>
              </a:rPr>
              <a:t>Pricing is wide open, comes down to elasticity of demand. Raise prices annually based on cost inflation and margin targets by product. Don’t do too much in terms of major price increases anymore, were some years in the past where they did catch-up price increases. Would model a small amount of margin upside here, mgmt. has already taken the big chunks of opportunity.</a:t>
            </a:r>
          </a:p>
          <a:p>
            <a:pPr marL="505800" lvl="1" indent="-228600">
              <a:buFont typeface="+mj-lt"/>
              <a:buAutoNum type="alphaLcParenR"/>
            </a:pPr>
            <a:r>
              <a:rPr lang="en-US" sz="1050" b="1" dirty="0">
                <a:solidFill>
                  <a:srgbClr val="C00000"/>
                </a:solidFill>
              </a:rPr>
              <a:t>TA defense: </a:t>
            </a:r>
            <a:r>
              <a:rPr lang="en-US" sz="1050" dirty="0">
                <a:solidFill>
                  <a:srgbClr val="C00000"/>
                </a:solidFill>
              </a:rPr>
              <a:t>MRO demand for them wasn’t technically an LTA but more of a longer-term quote with built-in escalation. Mgmt. said they’ll have good margins on that piece. Demand still expected to start in 2027, contractually locked—5-year overhaul part of their working agreement. MRO can only go through their repair station.</a:t>
            </a:r>
          </a:p>
          <a:p>
            <a:pPr marL="228600" indent="-228600">
              <a:buFont typeface="+mj-lt"/>
              <a:buAutoNum type="arabicPeriod"/>
            </a:pPr>
            <a:r>
              <a:rPr lang="en-US" sz="1050" b="1" dirty="0">
                <a:solidFill>
                  <a:srgbClr val="C00000"/>
                </a:solidFill>
              </a:rPr>
              <a:t>OE business: </a:t>
            </a:r>
            <a:r>
              <a:rPr lang="en-US" sz="1050" dirty="0">
                <a:solidFill>
                  <a:srgbClr val="C00000"/>
                </a:solidFill>
              </a:rPr>
              <a:t>Under LTA. All of their contracts have similar price escalation provisions—annual increases tied to indices. If inflation out of the norm was to arise, would approach the customer and renegotiate—have been successful in renegotiating on more than one occasion (inherited unfavorable pricing when they took over the company). </a:t>
            </a:r>
            <a:endParaRPr lang="en-US" sz="1050" b="1" dirty="0">
              <a:solidFill>
                <a:srgbClr val="C00000"/>
              </a:solidFill>
            </a:endParaRPr>
          </a:p>
          <a:p>
            <a:pPr marL="505800" lvl="1" indent="-228600">
              <a:buFont typeface="+mj-lt"/>
              <a:buAutoNum type="alphaLcParenR"/>
            </a:pPr>
            <a:r>
              <a:rPr lang="en-US" sz="1050" b="1" dirty="0">
                <a:solidFill>
                  <a:srgbClr val="C00000"/>
                </a:solidFill>
              </a:rPr>
              <a:t>Non-LTA customers (all others): </a:t>
            </a:r>
            <a:r>
              <a:rPr lang="en-US" sz="1050" dirty="0">
                <a:solidFill>
                  <a:srgbClr val="C00000"/>
                </a:solidFill>
              </a:rPr>
              <a:t>No pricing restrictions. Would model a bit of margin upside for non-contracted OEMs.</a:t>
            </a:r>
            <a:endParaRPr lang="en-US" sz="1050" b="1" dirty="0">
              <a:solidFill>
                <a:srgbClr val="C00000"/>
              </a:solidFill>
            </a:endParaRPr>
          </a:p>
          <a:p>
            <a:pPr marL="228600" indent="-228600">
              <a:buFont typeface="+mj-lt"/>
              <a:buAutoNum type="arabicPeriod"/>
            </a:pPr>
            <a:r>
              <a:rPr lang="en-US" sz="1050" b="1" dirty="0">
                <a:solidFill>
                  <a:srgbClr val="C00000"/>
                </a:solidFill>
              </a:rPr>
              <a:t>Cirrus: </a:t>
            </a:r>
            <a:r>
              <a:rPr lang="en-US" sz="1050" dirty="0">
                <a:solidFill>
                  <a:srgbClr val="C00000"/>
                </a:solidFill>
              </a:rPr>
              <a:t>Challenging customer for PFI. Don’t feel as if they’re in a bad position. Were able to push back on some issues when negotiating that contract. But Cirrus is getting the most concession of all of their customers—have a global rebate program in place with Cirrus, tied to growth.</a:t>
            </a:r>
          </a:p>
          <a:p>
            <a:pPr marL="505800" lvl="1" indent="-228600">
              <a:buFont typeface="+mj-lt"/>
              <a:buAutoNum type="alphaLcParenR"/>
            </a:pPr>
            <a:r>
              <a:rPr lang="en-US" sz="1050" dirty="0">
                <a:solidFill>
                  <a:srgbClr val="C00000"/>
                </a:solidFill>
              </a:rPr>
              <a:t>Mgmt. happy to participate in a rebate program as long as it’s based on defined significant growth milestones.</a:t>
            </a:r>
          </a:p>
          <a:p>
            <a:pPr marL="228600" indent="-228600">
              <a:buFont typeface="+mj-lt"/>
              <a:buAutoNum type="arabicPeriod"/>
            </a:pPr>
            <a:r>
              <a:rPr lang="en-US" sz="1050" b="1" dirty="0">
                <a:solidFill>
                  <a:srgbClr val="C00000"/>
                </a:solidFill>
              </a:rPr>
              <a:t>Sole-sourced on the vast majority of programs. </a:t>
            </a:r>
            <a:r>
              <a:rPr lang="en-US" sz="1050" dirty="0">
                <a:solidFill>
                  <a:srgbClr val="C00000"/>
                </a:solidFill>
              </a:rPr>
              <a:t>“We are, with OEM, pretty much sole sourced for about all that we sell.” In some places, that’s because they’re selling proprietary engineered equipment. Only place they aren’t 100% sole-sourced is on the BTP tube business (still sole sourced on 98-99% of platforms there, may be some specialty items that don’t fit their capabilities).</a:t>
            </a:r>
          </a:p>
          <a:p>
            <a:pPr marL="228600" indent="-228600">
              <a:buFont typeface="+mj-lt"/>
              <a:buAutoNum type="arabicPeriod"/>
            </a:pPr>
            <a:r>
              <a:rPr lang="en-US" sz="1050" b="1" dirty="0">
                <a:solidFill>
                  <a:srgbClr val="C00000"/>
                </a:solidFill>
              </a:rPr>
              <a:t>2025 increase in revenue for Customer 2 in 2025 is based largely on tubes. </a:t>
            </a:r>
            <a:r>
              <a:rPr lang="en-US" sz="1050" dirty="0">
                <a:solidFill>
                  <a:srgbClr val="C00000"/>
                </a:solidFill>
              </a:rPr>
              <a:t>New business, will grow after 2025; expect $1M+ in 2026.</a:t>
            </a:r>
          </a:p>
          <a:p>
            <a:pPr marL="505800" lvl="1" indent="-228600">
              <a:buFont typeface="+mj-lt"/>
              <a:buAutoNum type="alphaLcParenR"/>
            </a:pPr>
            <a:r>
              <a:rPr lang="en-US" sz="1050" dirty="0">
                <a:solidFill>
                  <a:srgbClr val="C00000"/>
                </a:solidFill>
              </a:rPr>
              <a:t>There’s also another, affiliated customer that they expect to win business from. Expect that to be 2x FY run-rate on that 2026 expected revenue, included in the pipeline report.</a:t>
            </a:r>
          </a:p>
          <a:p>
            <a:pPr marL="505800" lvl="1" indent="-228600">
              <a:buFont typeface="+mj-lt"/>
              <a:buAutoNum type="alphaLcParenR"/>
            </a:pPr>
            <a:r>
              <a:rPr lang="en-US" sz="1050" dirty="0">
                <a:solidFill>
                  <a:srgbClr val="C00000"/>
                </a:solidFill>
              </a:rPr>
              <a:t>Margins remain the same on the fabricated tube business as it grows.</a:t>
            </a:r>
          </a:p>
          <a:p>
            <a:pPr marL="228600" indent="-228600">
              <a:buFont typeface="+mj-lt"/>
              <a:buAutoNum type="arabicPeriod"/>
            </a:pPr>
            <a:r>
              <a:rPr lang="en-US" sz="1050" b="1" dirty="0">
                <a:solidFill>
                  <a:srgbClr val="C00000"/>
                </a:solidFill>
              </a:rPr>
              <a:t>They like the tube business because it is a primary driver of their land and expand model. </a:t>
            </a:r>
            <a:r>
              <a:rPr lang="en-US" sz="1050" dirty="0">
                <a:solidFill>
                  <a:srgbClr val="C00000"/>
                </a:solidFill>
              </a:rPr>
              <a:t>If you can prove that you can excel in the tube business, an OEM will come to you for other programs. Has happened with a majority of their tube customers. After being successful on the tube front will bring you other programs to bid on (adjacent metal fab parts)</a:t>
            </a:r>
          </a:p>
          <a:p>
            <a:pPr marL="228600" indent="-228600">
              <a:buFont typeface="+mj-lt"/>
              <a:buAutoNum type="arabicPeriod"/>
            </a:pPr>
            <a:r>
              <a:rPr lang="en-US" sz="1050" b="1" dirty="0">
                <a:solidFill>
                  <a:srgbClr val="C00000"/>
                </a:solidFill>
              </a:rPr>
              <a:t>Gulfstream volume forecast: </a:t>
            </a:r>
            <a:r>
              <a:rPr lang="en-US" sz="1050" dirty="0">
                <a:solidFill>
                  <a:srgbClr val="C00000"/>
                </a:solidFill>
              </a:rPr>
              <a:t>PFI is at about terminal decline with them. More upside, other sales cycles and opportunities for other products. Have good relationships there. Shouldn’t model less volume, won’t let that business go away.</a:t>
            </a:r>
          </a:p>
          <a:p>
            <a:pPr marL="505800" lvl="1" indent="-228600">
              <a:buFont typeface="+mj-lt"/>
              <a:buAutoNum type="alphaLcParenR"/>
            </a:pPr>
            <a:r>
              <a:rPr lang="en-US" sz="1050" dirty="0">
                <a:solidFill>
                  <a:srgbClr val="C00000"/>
                </a:solidFill>
              </a:rPr>
              <a:t>Have lighting content on new flagship bizjet platforms from Gulfstream that are just ramping up, will be decades of recurring revenue.</a:t>
            </a:r>
          </a:p>
          <a:p>
            <a:pPr marL="228600" indent="-228600">
              <a:buFont typeface="+mj-lt"/>
              <a:buAutoNum type="arabicPeriod"/>
            </a:pPr>
            <a:r>
              <a:rPr lang="en-US" sz="1050" b="1" dirty="0">
                <a:solidFill>
                  <a:srgbClr val="C00000"/>
                </a:solidFill>
              </a:rPr>
              <a:t>Customer 6 forecast—two cross-currents:</a:t>
            </a:r>
          </a:p>
          <a:p>
            <a:pPr marL="505800" lvl="1" indent="-228600">
              <a:buFont typeface="+mj-lt"/>
              <a:buAutoNum type="alphaLcParenR"/>
            </a:pPr>
            <a:r>
              <a:rPr lang="en-US" sz="1050" b="1" dirty="0">
                <a:solidFill>
                  <a:srgbClr val="C00000"/>
                </a:solidFill>
              </a:rPr>
              <a:t>Downside: </a:t>
            </a:r>
            <a:r>
              <a:rPr lang="en-US" sz="1050" dirty="0">
                <a:solidFill>
                  <a:srgbClr val="C00000"/>
                </a:solidFill>
              </a:rPr>
              <a:t>Overbought one product, working through inventory.</a:t>
            </a:r>
          </a:p>
          <a:p>
            <a:pPr marL="505800" lvl="1" indent="-228600">
              <a:buFont typeface="+mj-lt"/>
              <a:buAutoNum type="alphaLcParenR"/>
            </a:pPr>
            <a:r>
              <a:rPr lang="en-US" sz="1050" b="1" dirty="0">
                <a:solidFill>
                  <a:srgbClr val="C00000"/>
                </a:solidFill>
              </a:rPr>
              <a:t>Upside: </a:t>
            </a:r>
            <a:r>
              <a:rPr lang="en-US" sz="1050" dirty="0">
                <a:solidFill>
                  <a:srgbClr val="C00000"/>
                </a:solidFill>
              </a:rPr>
              <a:t>Production run-rate is increasing, so in general expect to see growth that will have them north of $1M </a:t>
            </a:r>
            <a:r>
              <a:rPr lang="en-US" sz="1050" i="1" dirty="0">
                <a:solidFill>
                  <a:srgbClr val="C00000"/>
                </a:solidFill>
              </a:rPr>
              <a:t>[assuming revenue] </a:t>
            </a:r>
            <a:r>
              <a:rPr lang="en-US" sz="1050" dirty="0">
                <a:solidFill>
                  <a:srgbClr val="C00000"/>
                </a:solidFill>
              </a:rPr>
              <a:t>on a run-rate basis.</a:t>
            </a:r>
          </a:p>
          <a:p>
            <a:pPr marL="505800" lvl="1" indent="-228600">
              <a:buFont typeface="+mj-lt"/>
              <a:buAutoNum type="alphaLcParenR"/>
            </a:pPr>
            <a:r>
              <a:rPr lang="en-US" sz="1050" dirty="0">
                <a:solidFill>
                  <a:srgbClr val="C00000"/>
                </a:solidFill>
              </a:rPr>
              <a:t>If they had purchased according to need would be $800k in ’24 and $800k in ’25.</a:t>
            </a:r>
          </a:p>
          <a:p>
            <a:pPr marL="228600" indent="-228600">
              <a:buFont typeface="+mj-lt"/>
              <a:buAutoNum type="arabicPeriod"/>
            </a:pPr>
            <a:endParaRPr lang="en-US" sz="400" b="1" dirty="0">
              <a:solidFill>
                <a:schemeClr val="tx1"/>
              </a:solidFill>
            </a:endParaRPr>
          </a:p>
          <a:p>
            <a:pPr marL="228600" indent="-228600">
              <a:buFont typeface="+mj-lt"/>
              <a:buAutoNum type="arabicPeriod"/>
            </a:pPr>
            <a:r>
              <a:rPr lang="en-US" sz="1050" b="1" dirty="0">
                <a:solidFill>
                  <a:srgbClr val="C00000"/>
                </a:solidFill>
              </a:rPr>
              <a:t>Other customers made up of a few small OEMs, rest is AM. Includes all aircraft type categories and includes fleets, MROs, individual owner / operators (who mostly come through MROs for repair).</a:t>
            </a:r>
          </a:p>
          <a:p>
            <a:pPr marL="228600" indent="-228600">
              <a:buFont typeface="+mj-lt"/>
              <a:buAutoNum type="arabicPeriod"/>
            </a:pPr>
            <a:endParaRPr lang="en-US" sz="1050" b="1" dirty="0">
              <a:solidFill>
                <a:srgbClr val="C00000"/>
              </a:solidFill>
            </a:endParaRPr>
          </a:p>
          <a:p>
            <a:pPr marL="228600" indent="-228600">
              <a:buFont typeface="+mj-lt"/>
              <a:buAutoNum type="arabicPeriod"/>
            </a:pPr>
            <a:r>
              <a:rPr lang="en-US" sz="1050" b="1" dirty="0" err="1">
                <a:solidFill>
                  <a:srgbClr val="C00000"/>
                </a:solidFill>
              </a:rPr>
              <a:t>Pulselite</a:t>
            </a:r>
            <a:r>
              <a:rPr lang="en-US" sz="1050" b="1" dirty="0">
                <a:solidFill>
                  <a:srgbClr val="C00000"/>
                </a:solidFill>
              </a:rPr>
              <a:t>: </a:t>
            </a:r>
            <a:r>
              <a:rPr lang="en-US" sz="1050" dirty="0">
                <a:solidFill>
                  <a:srgbClr val="C00000"/>
                </a:solidFill>
              </a:rPr>
              <a:t>Lots of growth in </a:t>
            </a:r>
            <a:r>
              <a:rPr lang="en-US" sz="1050" dirty="0" err="1">
                <a:solidFill>
                  <a:srgbClr val="C00000"/>
                </a:solidFill>
              </a:rPr>
              <a:t>Pulselite</a:t>
            </a:r>
            <a:r>
              <a:rPr lang="en-US" sz="1050" dirty="0">
                <a:solidFill>
                  <a:srgbClr val="C00000"/>
                </a:solidFill>
              </a:rPr>
              <a:t> with bigger fleets—recently fulfilled a Quantas order, expect to fulfill a delayed order for another US airline next year. </a:t>
            </a:r>
            <a:r>
              <a:rPr lang="en-US" sz="1050" i="1" dirty="0">
                <a:solidFill>
                  <a:srgbClr val="C00000"/>
                </a:solidFill>
              </a:rPr>
              <a:t>[Mgmt. was very cagey about specific aircraft models they’re on that are in production / growing when Norm pressed]</a:t>
            </a:r>
          </a:p>
          <a:p>
            <a:pPr marL="783001" lvl="2" indent="-228600">
              <a:buFont typeface="+mj-lt"/>
              <a:buAutoNum type="arabicPeriod"/>
            </a:pPr>
            <a:r>
              <a:rPr lang="en-US" sz="1050" dirty="0" err="1">
                <a:solidFill>
                  <a:srgbClr val="C00000"/>
                </a:solidFill>
              </a:rPr>
              <a:t>Pulselite</a:t>
            </a:r>
            <a:r>
              <a:rPr lang="en-US" sz="1050" dirty="0">
                <a:solidFill>
                  <a:srgbClr val="C00000"/>
                </a:solidFill>
              </a:rPr>
              <a:t> is all AM business—some aircraft are in production and some aren’t. With regard to Boeing, certified for all versions of the 737 except for the 737 Max. Also not certified on the Embraer E175 (E2), just waiting for the certification to come through</a:t>
            </a:r>
          </a:p>
          <a:p>
            <a:pPr marL="783001" lvl="2" indent="-228600">
              <a:buFont typeface="+mj-lt"/>
              <a:buAutoNum type="arabicPeriod"/>
            </a:pPr>
            <a:r>
              <a:rPr lang="en-US" sz="1050" dirty="0">
                <a:solidFill>
                  <a:srgbClr val="C00000"/>
                </a:solidFill>
              </a:rPr>
              <a:t>Airbus A321—projects never came to fruition, that business is customer-dependent (whether or not they have a customer with a 321 fleet). Have most of the certification work done. </a:t>
            </a:r>
            <a:r>
              <a:rPr lang="en-US" sz="1050" i="1" dirty="0">
                <a:solidFill>
                  <a:srgbClr val="C00000"/>
                </a:solidFill>
              </a:rPr>
              <a:t>[Doesn’t make sense—how is it customer dependent if they aren’t even certified]</a:t>
            </a:r>
            <a:endParaRPr lang="en-US" sz="1050" dirty="0">
              <a:solidFill>
                <a:srgbClr val="C00000"/>
              </a:solidFill>
            </a:endParaRPr>
          </a:p>
          <a:p>
            <a:pPr marL="783001" lvl="2" indent="-228600">
              <a:buFont typeface="+mj-lt"/>
              <a:buAutoNum type="arabicPeriod"/>
            </a:pPr>
            <a:r>
              <a:rPr lang="en-US" sz="1050" dirty="0">
                <a:solidFill>
                  <a:srgbClr val="C00000"/>
                </a:solidFill>
              </a:rPr>
              <a:t>Certification hurdles have become more difficult</a:t>
            </a:r>
          </a:p>
          <a:p>
            <a:endParaRPr lang="en-US" sz="1050" b="1" dirty="0">
              <a:solidFill>
                <a:schemeClr val="tx1"/>
              </a:solidFill>
            </a:endParaRPr>
          </a:p>
          <a:p>
            <a:pPr marL="228600" indent="-228600">
              <a:buFont typeface="+mj-lt"/>
              <a:buAutoNum type="arabicPeriod"/>
            </a:pPr>
            <a:endParaRPr lang="en-US" sz="1050" dirty="0">
              <a:solidFill>
                <a:schemeClr val="tx1"/>
              </a:solidFill>
            </a:endParaRPr>
          </a:p>
          <a:p>
            <a:pPr marL="228600" indent="-228600">
              <a:buFont typeface="+mj-lt"/>
              <a:buAutoNum type="arabicPeriod"/>
            </a:pPr>
            <a:endParaRPr lang="en-US" sz="1050" dirty="0">
              <a:solidFill>
                <a:schemeClr val="tx1"/>
              </a:solidFill>
            </a:endParaRPr>
          </a:p>
          <a:p>
            <a:pPr marL="505800" lvl="1" indent="-228600">
              <a:buFont typeface="+mj-lt"/>
              <a:buAutoNum type="alphaLcParenR"/>
            </a:pPr>
            <a:endParaRPr lang="en-US" sz="1050" b="1" dirty="0">
              <a:solidFill>
                <a:schemeClr val="tx1"/>
              </a:solidFill>
            </a:endParaRPr>
          </a:p>
          <a:p>
            <a:pPr marL="228600" indent="-228600">
              <a:buFont typeface="+mj-lt"/>
              <a:buAutoNum type="arabicPeriod"/>
            </a:pPr>
            <a:endParaRPr lang="en-US" sz="1050" b="1" dirty="0">
              <a:solidFill>
                <a:schemeClr val="tx1"/>
              </a:solidFill>
            </a:endParaRPr>
          </a:p>
          <a:p>
            <a:pPr marL="505800" lvl="1" indent="-228600">
              <a:buFont typeface="+mj-lt"/>
              <a:buAutoNum type="alphaLcParenR"/>
            </a:pPr>
            <a:endParaRPr lang="en-US" sz="1050" dirty="0">
              <a:solidFill>
                <a:schemeClr val="tx1"/>
              </a:solidFill>
            </a:endParaRPr>
          </a:p>
        </p:txBody>
      </p:sp>
    </p:spTree>
    <p:extLst>
      <p:ext uri="{BB962C8B-B14F-4D97-AF65-F5344CB8AC3E}">
        <p14:creationId xmlns:p14="http://schemas.microsoft.com/office/powerpoint/2010/main" val="191514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340D8-EA04-5C9B-745C-454ACF866B1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88A4E763-7F93-8B40-5819-26FEAEA97700}"/>
              </a:ext>
            </a:extLst>
          </p:cNvPr>
          <p:cNvPicPr>
            <a:picLocks noChangeAspect="1"/>
          </p:cNvPicPr>
          <p:nvPr/>
        </p:nvPicPr>
        <p:blipFill>
          <a:blip r:embed="rId2"/>
          <a:stretch>
            <a:fillRect/>
          </a:stretch>
        </p:blipFill>
        <p:spPr>
          <a:xfrm>
            <a:off x="433553" y="728026"/>
            <a:ext cx="6272049" cy="5152745"/>
          </a:xfrm>
          <a:prstGeom prst="rect">
            <a:avLst/>
          </a:prstGeom>
        </p:spPr>
      </p:pic>
      <p:sp>
        <p:nvSpPr>
          <p:cNvPr id="17" name="Rectangle 16">
            <a:extLst>
              <a:ext uri="{FF2B5EF4-FFF2-40B4-BE49-F238E27FC236}">
                <a16:creationId xmlns:a16="http://schemas.microsoft.com/office/drawing/2014/main" id="{8CB63DC3-3A93-10F0-CDE9-B6799F76A492}"/>
              </a:ext>
            </a:extLst>
          </p:cNvPr>
          <p:cNvSpPr/>
          <p:nvPr/>
        </p:nvSpPr>
        <p:spPr>
          <a:xfrm>
            <a:off x="533400" y="7145227"/>
            <a:ext cx="4514320" cy="15549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6" name="Title 3">
            <a:extLst>
              <a:ext uri="{FF2B5EF4-FFF2-40B4-BE49-F238E27FC236}">
                <a16:creationId xmlns:a16="http://schemas.microsoft.com/office/drawing/2014/main" id="{DD2380FB-5C6A-8F70-8F6F-4B25EF79116D}"/>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Product summary</a:t>
            </a:r>
          </a:p>
        </p:txBody>
      </p:sp>
      <p:sp>
        <p:nvSpPr>
          <p:cNvPr id="16" name="Rectangle 15">
            <a:extLst>
              <a:ext uri="{FF2B5EF4-FFF2-40B4-BE49-F238E27FC236}">
                <a16:creationId xmlns:a16="http://schemas.microsoft.com/office/drawing/2014/main" id="{E6E9344F-4AFA-A1BC-D5E3-69F71573F393}"/>
              </a:ext>
            </a:extLst>
          </p:cNvPr>
          <p:cNvSpPr/>
          <p:nvPr/>
        </p:nvSpPr>
        <p:spPr>
          <a:xfrm>
            <a:off x="6791325" y="728026"/>
            <a:ext cx="5276849"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 </a:t>
            </a:r>
            <a:r>
              <a:rPr lang="en-US" sz="1200" b="1" dirty="0">
                <a:solidFill>
                  <a:srgbClr val="C00000"/>
                </a:solidFill>
              </a:rPr>
              <a:t>– Notes on next page</a:t>
            </a:r>
          </a:p>
        </p:txBody>
      </p:sp>
      <p:sp>
        <p:nvSpPr>
          <p:cNvPr id="24" name="Rectangle 23">
            <a:extLst>
              <a:ext uri="{FF2B5EF4-FFF2-40B4-BE49-F238E27FC236}">
                <a16:creationId xmlns:a16="http://schemas.microsoft.com/office/drawing/2014/main" id="{87BCF685-5D86-B06B-E355-1F40BD541D3A}"/>
              </a:ext>
            </a:extLst>
          </p:cNvPr>
          <p:cNvSpPr/>
          <p:nvPr/>
        </p:nvSpPr>
        <p:spPr>
          <a:xfrm>
            <a:off x="466725" y="5952232"/>
            <a:ext cx="4501513" cy="422391"/>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0000"/>
              </a:lnSpc>
            </a:pPr>
            <a:r>
              <a:rPr lang="en-US" sz="1050" b="1" i="1" dirty="0">
                <a:solidFill>
                  <a:schemeClr val="tx1"/>
                </a:solidFill>
              </a:rPr>
              <a:t>2024/2025 product-level gross margins not comparable to prior years due to cost accounting change</a:t>
            </a:r>
          </a:p>
        </p:txBody>
      </p:sp>
      <p:sp>
        <p:nvSpPr>
          <p:cNvPr id="15" name="Rectangle 14">
            <a:extLst>
              <a:ext uri="{FF2B5EF4-FFF2-40B4-BE49-F238E27FC236}">
                <a16:creationId xmlns:a16="http://schemas.microsoft.com/office/drawing/2014/main" id="{108E9925-B239-4701-A81C-3BCC95A233F5}"/>
              </a:ext>
            </a:extLst>
          </p:cNvPr>
          <p:cNvSpPr/>
          <p:nvPr/>
        </p:nvSpPr>
        <p:spPr>
          <a:xfrm>
            <a:off x="433553" y="675887"/>
            <a:ext cx="11634621" cy="5801113"/>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0000"/>
              </a:lnSpc>
            </a:pPr>
            <a:r>
              <a:rPr lang="en-US" sz="1050" b="1" u="sng" dirty="0">
                <a:solidFill>
                  <a:schemeClr val="tx1"/>
                </a:solidFill>
              </a:rPr>
              <a:t>Revenue</a:t>
            </a: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For Lighting, please discuss what % of the segment today is from the </a:t>
            </a:r>
            <a:r>
              <a:rPr lang="en-US" sz="1050" b="1" dirty="0" err="1">
                <a:solidFill>
                  <a:schemeClr val="tx1"/>
                </a:solidFill>
              </a:rPr>
              <a:t>Pulselite</a:t>
            </a:r>
            <a:r>
              <a:rPr lang="en-US" sz="1050" b="1" dirty="0">
                <a:solidFill>
                  <a:schemeClr val="tx1"/>
                </a:solidFill>
              </a:rPr>
              <a:t> product. </a:t>
            </a:r>
          </a:p>
          <a:p>
            <a:pPr marL="505800" lvl="1" indent="-228600">
              <a:lnSpc>
                <a:spcPct val="110000"/>
              </a:lnSpc>
              <a:buFont typeface="+mj-lt"/>
              <a:buAutoNum type="alphaLcParenR"/>
            </a:pPr>
            <a:r>
              <a:rPr lang="en-US" sz="1050" dirty="0">
                <a:solidFill>
                  <a:schemeClr val="tx1"/>
                </a:solidFill>
              </a:rPr>
              <a:t>Which customers and platforms are buying this product currently? Who is expected to purchase it in the future?</a:t>
            </a:r>
          </a:p>
          <a:p>
            <a:pPr marL="505800" lvl="1" indent="-228600">
              <a:lnSpc>
                <a:spcPct val="110000"/>
              </a:lnSpc>
              <a:buFont typeface="+mj-lt"/>
              <a:buAutoNum type="alphaLcParenR"/>
            </a:pPr>
            <a:r>
              <a:rPr lang="en-US" sz="1050" dirty="0">
                <a:solidFill>
                  <a:schemeClr val="tx1"/>
                </a:solidFill>
              </a:rPr>
              <a:t>What are your margins for this product? </a:t>
            </a:r>
            <a:r>
              <a:rPr lang="en-US" sz="1050" dirty="0">
                <a:solidFill>
                  <a:srgbClr val="C00000"/>
                </a:solidFill>
              </a:rPr>
              <a:t>Margins are on the higher end of the range—per mgmt., “in the repair zone” (78% margin), maybe higher in certain cases. Depends on the model, offer discounts depending on the size of the fleet. Margin increase here is due to pricing.</a:t>
            </a:r>
            <a:endParaRPr lang="en-US" sz="1050" dirty="0">
              <a:solidFill>
                <a:schemeClr val="tx1"/>
              </a:solidFill>
            </a:endParaRPr>
          </a:p>
          <a:p>
            <a:pPr marL="228600" indent="-228600">
              <a:lnSpc>
                <a:spcPct val="110000"/>
              </a:lnSpc>
              <a:buFont typeface="+mj-lt"/>
              <a:buAutoNum type="arabicPeriod"/>
            </a:pPr>
            <a:endParaRPr lang="en-US" sz="600" dirty="0">
              <a:solidFill>
                <a:schemeClr val="tx1"/>
              </a:solidFill>
            </a:endParaRPr>
          </a:p>
          <a:p>
            <a:pPr marL="228600" indent="-228600">
              <a:lnSpc>
                <a:spcPct val="110000"/>
              </a:lnSpc>
              <a:buFont typeface="+mj-lt"/>
              <a:buAutoNum type="arabicPeriod"/>
            </a:pPr>
            <a:r>
              <a:rPr lang="en-US" sz="1050" b="1" dirty="0">
                <a:solidFill>
                  <a:schemeClr val="tx1"/>
                </a:solidFill>
              </a:rPr>
              <a:t>To the extent not discussed on the prior page, please discuss which customers are most aligned to each product category.</a:t>
            </a:r>
          </a:p>
          <a:p>
            <a:pPr marL="228600" indent="-228600">
              <a:lnSpc>
                <a:spcPct val="110000"/>
              </a:lnSpc>
              <a:buFont typeface="+mj-lt"/>
              <a:buAutoNum type="arabicPeriod"/>
            </a:pPr>
            <a:endParaRPr lang="en-US" sz="1050" b="1" dirty="0">
              <a:solidFill>
                <a:schemeClr val="tx1"/>
              </a:solidFill>
            </a:endParaRPr>
          </a:p>
          <a:p>
            <a:pPr>
              <a:lnSpc>
                <a:spcPct val="110000"/>
              </a:lnSpc>
            </a:pPr>
            <a:r>
              <a:rPr lang="en-US" sz="1050" b="1" u="sng" dirty="0">
                <a:solidFill>
                  <a:schemeClr val="tx1"/>
                </a:solidFill>
              </a:rPr>
              <a:t>Margins</a:t>
            </a:r>
          </a:p>
          <a:p>
            <a:pPr marL="228600" indent="-228600">
              <a:lnSpc>
                <a:spcPct val="110000"/>
              </a:lnSpc>
              <a:buFont typeface="+mj-lt"/>
              <a:buAutoNum type="arabicPeriod"/>
            </a:pPr>
            <a:r>
              <a:rPr lang="en-US" sz="1050" b="1" dirty="0">
                <a:solidFill>
                  <a:schemeClr val="tx1"/>
                </a:solidFill>
              </a:rPr>
              <a:t>What drives the difference in margins between products? </a:t>
            </a:r>
            <a:r>
              <a:rPr lang="en-US" sz="1050" dirty="0">
                <a:solidFill>
                  <a:schemeClr val="tx1"/>
                </a:solidFill>
              </a:rPr>
              <a:t>Why is Oxygen and Environmental Controls substantially lower than other products? </a:t>
            </a:r>
            <a:r>
              <a:rPr lang="en-US" sz="1050" dirty="0">
                <a:solidFill>
                  <a:srgbClr val="C00000"/>
                </a:solidFill>
              </a:rPr>
              <a:t>Opportunistic / value-based pricing. Anywhere there’s a lower margin it’s because they can’t raise price.</a:t>
            </a:r>
            <a:endParaRPr lang="en-US" sz="1050"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Between 2024 and LTM 2025, what is driving the increase in margins for Lighting and decrease in margins for Oxygen, Environmental Controls and Cupholders? </a:t>
            </a:r>
            <a:r>
              <a:rPr lang="en-US" sz="1050" b="1" dirty="0">
                <a:solidFill>
                  <a:srgbClr val="C00000"/>
                </a:solidFill>
              </a:rPr>
              <a:t>Accounting noise, likely supply chain risk</a:t>
            </a:r>
            <a:endParaRPr lang="en-US" sz="1050" b="1"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In the years after 2025, which products’ margins do you expect will deviate from the 2024A baseline? </a:t>
            </a:r>
            <a:r>
              <a:rPr lang="en-US" sz="1050" b="1" dirty="0">
                <a:solidFill>
                  <a:srgbClr val="C00000"/>
                </a:solidFill>
              </a:rPr>
              <a:t>Apart from significant mix shifts within a product line, post-accounting methodology change 2024/2025 is as good a baseline for forward-looking margins as you can get.</a:t>
            </a:r>
          </a:p>
          <a:p>
            <a:pPr marL="505800" lvl="1" indent="-228600">
              <a:lnSpc>
                <a:spcPct val="110000"/>
              </a:lnSpc>
              <a:buFont typeface="+mj-lt"/>
              <a:buAutoNum type="arabicPeriod"/>
            </a:pPr>
            <a:r>
              <a:rPr lang="en-US" sz="1050" dirty="0">
                <a:solidFill>
                  <a:srgbClr val="C00000"/>
                </a:solidFill>
              </a:rPr>
              <a:t>Would expect ECS margins to increase, as they’re re-engineering one product to have a material difference. Accounting methodology change may have overburdened ECS, likely the same thing with the Avionics margin 2023-2024 jump.</a:t>
            </a:r>
          </a:p>
          <a:p>
            <a:pPr marL="505800" lvl="1" indent="-228600">
              <a:lnSpc>
                <a:spcPct val="110000"/>
              </a:lnSpc>
              <a:buFont typeface="+mj-lt"/>
              <a:buAutoNum type="arabicPeriod"/>
            </a:pPr>
            <a:r>
              <a:rPr lang="en-US" sz="1050" dirty="0" err="1">
                <a:solidFill>
                  <a:srgbClr val="C00000"/>
                </a:solidFill>
              </a:rPr>
              <a:t>Obsolesence</a:t>
            </a:r>
            <a:r>
              <a:rPr lang="en-US" sz="1050" dirty="0">
                <a:solidFill>
                  <a:srgbClr val="C00000"/>
                </a:solidFill>
              </a:rPr>
              <a:t> of electronic components: Nothing they haven’t been able to overcome, constant sustaining engineering effort dedicated to that.</a:t>
            </a:r>
            <a:endParaRPr lang="en-US" sz="1050"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Discuss which of your suppliers have passed on or are expected to pass on significant price increases. What product-lines do these suppliers impact? </a:t>
            </a:r>
            <a:r>
              <a:rPr lang="en-US" sz="1050" b="1" dirty="0">
                <a:solidFill>
                  <a:srgbClr val="C00000"/>
                </a:solidFill>
              </a:rPr>
              <a:t>No clear answer. Strategic vertical integration initiative to manufacture components in-house vs. outsourcing small machined parts. Will drive margin growth.</a:t>
            </a:r>
            <a:endParaRPr lang="en-US" sz="1050" b="1" dirty="0">
              <a:solidFill>
                <a:schemeClr val="tx1"/>
              </a:solidFill>
            </a:endParaRPr>
          </a:p>
        </p:txBody>
      </p:sp>
    </p:spTree>
    <p:extLst>
      <p:ext uri="{BB962C8B-B14F-4D97-AF65-F5344CB8AC3E}">
        <p14:creationId xmlns:p14="http://schemas.microsoft.com/office/powerpoint/2010/main" val="1212617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0E22-FF0D-59B4-52BE-189F51682F7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C36073D-E9FB-7343-4B46-4D8D19997324}"/>
              </a:ext>
            </a:extLst>
          </p:cNvPr>
          <p:cNvSpPr/>
          <p:nvPr/>
        </p:nvSpPr>
        <p:spPr>
          <a:xfrm>
            <a:off x="407374" y="4730259"/>
            <a:ext cx="894617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Notes</a:t>
            </a:r>
          </a:p>
        </p:txBody>
      </p:sp>
      <p:pic>
        <p:nvPicPr>
          <p:cNvPr id="7" name="Picture 6">
            <a:extLst>
              <a:ext uri="{FF2B5EF4-FFF2-40B4-BE49-F238E27FC236}">
                <a16:creationId xmlns:a16="http://schemas.microsoft.com/office/drawing/2014/main" id="{44DAC382-2CE1-7A8B-F751-73765CA67C32}"/>
              </a:ext>
            </a:extLst>
          </p:cNvPr>
          <p:cNvPicPr>
            <a:picLocks noChangeAspect="1"/>
          </p:cNvPicPr>
          <p:nvPr/>
        </p:nvPicPr>
        <p:blipFill>
          <a:blip r:embed="rId2"/>
          <a:stretch>
            <a:fillRect/>
          </a:stretch>
        </p:blipFill>
        <p:spPr>
          <a:xfrm>
            <a:off x="385953" y="648843"/>
            <a:ext cx="8453247" cy="4117011"/>
          </a:xfrm>
          <a:prstGeom prst="rect">
            <a:avLst/>
          </a:prstGeom>
        </p:spPr>
      </p:pic>
      <p:sp>
        <p:nvSpPr>
          <p:cNvPr id="12" name="Title 3">
            <a:extLst>
              <a:ext uri="{FF2B5EF4-FFF2-40B4-BE49-F238E27FC236}">
                <a16:creationId xmlns:a16="http://schemas.microsoft.com/office/drawing/2014/main" id="{63502E1E-F845-4738-7D83-46A6C7D62DFE}"/>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Pipeline summary</a:t>
            </a:r>
          </a:p>
        </p:txBody>
      </p:sp>
      <p:sp>
        <p:nvSpPr>
          <p:cNvPr id="10" name="Rectangle 9">
            <a:extLst>
              <a:ext uri="{FF2B5EF4-FFF2-40B4-BE49-F238E27FC236}">
                <a16:creationId xmlns:a16="http://schemas.microsoft.com/office/drawing/2014/main" id="{DA98BA95-0C86-BE19-6E80-CBEEBBC5579A}"/>
              </a:ext>
            </a:extLst>
          </p:cNvPr>
          <p:cNvSpPr/>
          <p:nvPr/>
        </p:nvSpPr>
        <p:spPr>
          <a:xfrm>
            <a:off x="385953" y="609600"/>
            <a:ext cx="11152877" cy="4487343"/>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Discuss your approach to winning demand for Fabricated Tubes (#1-3, #11-12). Which customers and platforms are you pursuing?</a:t>
            </a:r>
          </a:p>
          <a:p>
            <a:pPr marL="505800" lvl="1" indent="-228600">
              <a:lnSpc>
                <a:spcPct val="110000"/>
              </a:lnSpc>
              <a:buFont typeface="+mj-lt"/>
              <a:buAutoNum type="alphaLcParenR"/>
            </a:pPr>
            <a:r>
              <a:rPr lang="en-US" sz="1050" dirty="0">
                <a:solidFill>
                  <a:schemeClr val="tx1"/>
                </a:solidFill>
              </a:rPr>
              <a:t>Is this demand build-to-print or your IP? Are margins expected to be in-line with existing Fabricated Tubes margins? </a:t>
            </a:r>
            <a:r>
              <a:rPr lang="en-US" sz="1050" dirty="0">
                <a:solidFill>
                  <a:srgbClr val="C00000"/>
                </a:solidFill>
              </a:rPr>
              <a:t>Vast majority is BTP. Several instances of early stage co-development w/ customers.</a:t>
            </a:r>
          </a:p>
          <a:p>
            <a:pPr marL="783001" lvl="2" indent="-228600">
              <a:lnSpc>
                <a:spcPct val="110000"/>
              </a:lnSpc>
              <a:buFont typeface="+mj-lt"/>
              <a:buAutoNum type="alphaLcParenR"/>
            </a:pPr>
            <a:r>
              <a:rPr lang="en-US" sz="1050" dirty="0">
                <a:solidFill>
                  <a:srgbClr val="C00000"/>
                </a:solidFill>
              </a:rPr>
              <a:t>Higher % probability opportunities are newer, lower probability are generally older opportunities that have been pushed to the right.</a:t>
            </a:r>
            <a:endParaRPr lang="en-US" sz="1050" dirty="0">
              <a:solidFill>
                <a:schemeClr val="tx1"/>
              </a:solidFill>
            </a:endParaRPr>
          </a:p>
          <a:p>
            <a:pPr marL="505800" lvl="1" indent="-228600">
              <a:lnSpc>
                <a:spcPct val="110000"/>
              </a:lnSpc>
              <a:buFont typeface="+mj-lt"/>
              <a:buAutoNum type="alphaLcParenR"/>
            </a:pPr>
            <a:r>
              <a:rPr lang="en-US" sz="1050" dirty="0">
                <a:solidFill>
                  <a:schemeClr val="tx1"/>
                </a:solidFill>
              </a:rPr>
              <a:t>Do you expect to be sole-sourced?</a:t>
            </a:r>
          </a:p>
          <a:p>
            <a:pPr marL="505800" lvl="1" indent="-228600">
              <a:lnSpc>
                <a:spcPct val="110000"/>
              </a:lnSpc>
              <a:buFont typeface="+mj-lt"/>
              <a:buAutoNum type="alphaLcParenR"/>
            </a:pPr>
            <a:r>
              <a:rPr lang="en-US" sz="1050" dirty="0">
                <a:solidFill>
                  <a:schemeClr val="tx1"/>
                </a:solidFill>
              </a:rPr>
              <a:t>What will it take to win this demand?</a:t>
            </a: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your approach to winning demand for </a:t>
            </a:r>
            <a:r>
              <a:rPr lang="en-US" sz="1050" b="1" dirty="0" err="1">
                <a:solidFill>
                  <a:schemeClr val="tx1"/>
                </a:solidFill>
              </a:rPr>
              <a:t>Pulselite</a:t>
            </a:r>
            <a:r>
              <a:rPr lang="en-US" sz="1050" b="1" dirty="0">
                <a:solidFill>
                  <a:schemeClr val="tx1"/>
                </a:solidFill>
              </a:rPr>
              <a:t> (#13-19). Which customers and platforms are you pursuing? </a:t>
            </a:r>
            <a:r>
              <a:rPr lang="en-US" sz="1050" b="1" dirty="0">
                <a:solidFill>
                  <a:srgbClr val="C00000"/>
                </a:solidFill>
              </a:rPr>
              <a:t>Can see in pipeline: “PL Commercial” is airline, “PL other fixed wing” is smaller fleets, “PL rotorcraft” is helicopter fleets.</a:t>
            </a:r>
            <a:endParaRPr lang="en-US" sz="1050" b="1" dirty="0">
              <a:solidFill>
                <a:schemeClr val="tx1"/>
              </a:solidFill>
            </a:endParaRPr>
          </a:p>
          <a:p>
            <a:pPr marL="505800" lvl="1" indent="-228600">
              <a:lnSpc>
                <a:spcPct val="110000"/>
              </a:lnSpc>
              <a:buFont typeface="+mj-lt"/>
              <a:buAutoNum type="alphaLcParenR"/>
            </a:pPr>
            <a:r>
              <a:rPr lang="en-US" sz="1050" dirty="0">
                <a:solidFill>
                  <a:schemeClr val="tx1"/>
                </a:solidFill>
              </a:rPr>
              <a:t>Why is all </a:t>
            </a:r>
            <a:r>
              <a:rPr lang="en-US" sz="1050" dirty="0" err="1">
                <a:solidFill>
                  <a:schemeClr val="tx1"/>
                </a:solidFill>
              </a:rPr>
              <a:t>Pulselite</a:t>
            </a:r>
            <a:r>
              <a:rPr lang="en-US" sz="1050" dirty="0">
                <a:solidFill>
                  <a:schemeClr val="tx1"/>
                </a:solidFill>
              </a:rPr>
              <a:t> demand one-time in nature? What will it take to win this demand?</a:t>
            </a:r>
          </a:p>
          <a:p>
            <a:pPr marL="505800" lvl="1" indent="-228600">
              <a:lnSpc>
                <a:spcPct val="110000"/>
              </a:lnSpc>
              <a:buFont typeface="+mj-lt"/>
              <a:buAutoNum type="alphaLcParenR"/>
            </a:pPr>
            <a:r>
              <a:rPr lang="en-US" sz="1050" dirty="0">
                <a:solidFill>
                  <a:schemeClr val="tx1"/>
                </a:solidFill>
              </a:rPr>
              <a:t>What factors do you believe customers care about most (pricing, features, reliability, etc.)? </a:t>
            </a:r>
            <a:r>
              <a:rPr lang="en-US" sz="1050" dirty="0">
                <a:solidFill>
                  <a:srgbClr val="C00000"/>
                </a:solidFill>
              </a:rPr>
              <a:t>Fleet modifications have no other competitive quotes. Delays are most often caused by budget changes.</a:t>
            </a:r>
          </a:p>
          <a:p>
            <a:pPr marL="783001" lvl="2" indent="-228600">
              <a:lnSpc>
                <a:spcPct val="110000"/>
              </a:lnSpc>
              <a:buFont typeface="+mj-lt"/>
              <a:buAutoNum type="alphaLcParenR"/>
            </a:pPr>
            <a:r>
              <a:rPr lang="en-US" sz="1050" dirty="0">
                <a:solidFill>
                  <a:srgbClr val="C00000"/>
                </a:solidFill>
              </a:rPr>
              <a:t>It’s also competitive to get into the window where you can install new equipment when a plane is on the ground, which can affect timing. Customers are making a decision to install </a:t>
            </a:r>
            <a:r>
              <a:rPr lang="en-US" sz="1050" dirty="0" err="1">
                <a:solidFill>
                  <a:srgbClr val="C00000"/>
                </a:solidFill>
              </a:rPr>
              <a:t>Pulselite</a:t>
            </a:r>
            <a:r>
              <a:rPr lang="en-US" sz="1050" dirty="0">
                <a:solidFill>
                  <a:srgbClr val="C00000"/>
                </a:solidFill>
              </a:rPr>
              <a:t> in conjunction with a number of other upgrades.</a:t>
            </a:r>
            <a:endParaRPr lang="en-US" sz="1050" dirty="0">
              <a:solidFill>
                <a:schemeClr val="tx1"/>
              </a:solidFill>
            </a:endParaRPr>
          </a:p>
          <a:p>
            <a:pPr marL="228600" indent="-228600">
              <a:lnSpc>
                <a:spcPct val="110000"/>
              </a:lnSpc>
              <a:buFont typeface="+mj-lt"/>
              <a:buAutoNum type="arabicPeriod"/>
            </a:pPr>
            <a:r>
              <a:rPr lang="en-US" sz="1050" b="1" dirty="0">
                <a:solidFill>
                  <a:schemeClr val="tx1"/>
                </a:solidFill>
              </a:rPr>
              <a:t>For the 100% </a:t>
            </a:r>
            <a:r>
              <a:rPr lang="en-US" sz="1050" b="1" dirty="0" err="1">
                <a:solidFill>
                  <a:schemeClr val="tx1"/>
                </a:solidFill>
              </a:rPr>
              <a:t>pWin</a:t>
            </a:r>
            <a:r>
              <a:rPr lang="en-US" sz="1050" b="1" dirty="0">
                <a:solidFill>
                  <a:schemeClr val="tx1"/>
                </a:solidFill>
              </a:rPr>
              <a:t> business, discuss the situation and any potential risk to shipping, timing, etc. </a:t>
            </a:r>
            <a:r>
              <a:rPr lang="en-US" sz="1050" b="1" dirty="0">
                <a:solidFill>
                  <a:srgbClr val="C00000"/>
                </a:solidFill>
              </a:rPr>
              <a:t>Need a PO for something to be considered 100%. No other detail given.</a:t>
            </a:r>
            <a:endParaRPr lang="en-US" sz="1050" b="1" dirty="0">
              <a:solidFill>
                <a:schemeClr val="tx1"/>
              </a:solidFill>
            </a:endParaRPr>
          </a:p>
          <a:p>
            <a:pPr marL="228600" indent="-228600">
              <a:lnSpc>
                <a:spcPct val="110000"/>
              </a:lnSpc>
              <a:buFont typeface="+mj-lt"/>
              <a:buAutoNum type="arabicPeriod"/>
            </a:pPr>
            <a:endParaRPr lang="en-US" sz="1050" b="1" dirty="0">
              <a:solidFill>
                <a:srgbClr val="C00000"/>
              </a:solidFill>
            </a:endParaRPr>
          </a:p>
          <a:p>
            <a:pPr marL="228600" indent="-228600">
              <a:lnSpc>
                <a:spcPct val="110000"/>
              </a:lnSpc>
              <a:buFont typeface="+mj-lt"/>
              <a:buAutoNum type="arabicPeriod"/>
            </a:pPr>
            <a:r>
              <a:rPr lang="en-US" sz="1050" b="1" dirty="0">
                <a:solidFill>
                  <a:srgbClr val="C00000"/>
                </a:solidFill>
              </a:rPr>
              <a:t>Line 9 on the prior page is a sustaining engineering contract that was recently won for TA defense. The repairs line (line 22) on prior page is the majority of the maintenance revenue in those years on the T-6 for TA defense.</a:t>
            </a:r>
          </a:p>
        </p:txBody>
      </p:sp>
    </p:spTree>
    <p:extLst>
      <p:ext uri="{BB962C8B-B14F-4D97-AF65-F5344CB8AC3E}">
        <p14:creationId xmlns:p14="http://schemas.microsoft.com/office/powerpoint/2010/main" val="211015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A16C-CC5E-A578-53C1-13E48771957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768DFD-5EC1-3AD3-9419-3894E5C71689}"/>
              </a:ext>
            </a:extLst>
          </p:cNvPr>
          <p:cNvSpPr/>
          <p:nvPr/>
        </p:nvSpPr>
        <p:spPr>
          <a:xfrm>
            <a:off x="407374" y="1074363"/>
            <a:ext cx="11175026" cy="425963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Discuss maintenance and growth </a:t>
            </a:r>
            <a:r>
              <a:rPr lang="en-US" sz="1050" b="1" dirty="0" err="1">
                <a:solidFill>
                  <a:schemeClr val="tx1"/>
                </a:solidFill>
              </a:rPr>
              <a:t>CapEx</a:t>
            </a:r>
            <a:r>
              <a:rPr lang="en-US" sz="1050" b="1" dirty="0">
                <a:solidFill>
                  <a:schemeClr val="tx1"/>
                </a:solidFill>
              </a:rPr>
              <a:t> needs for 2025 and onwards. Specifically, what is driving the increased spend in 2025 ($800K)?</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Why has inventory amount on the balance sheet increased substantially since 2021 ($2.8M to $5.8M in 2024)?</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Please confirm if the company is still an S-</a:t>
            </a:r>
            <a:r>
              <a:rPr lang="en-US" sz="1050" b="1" dirty="0" err="1">
                <a:solidFill>
                  <a:schemeClr val="tx1"/>
                </a:solidFill>
              </a:rPr>
              <a:t>corp</a:t>
            </a:r>
            <a:r>
              <a:rPr lang="en-US" sz="1050" b="1" dirty="0">
                <a:solidFill>
                  <a:schemeClr val="tx1"/>
                </a:solidFill>
              </a:rPr>
              <a:t> and has the same ownership mix as 2022. </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Assuming the 63354 Powell Butte property will be leased to the buyer, will go-forward rent expense match what’s included in the P&amp;L?</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EBITDA Adjustments:</a:t>
            </a:r>
          </a:p>
          <a:p>
            <a:pPr marL="505800" lvl="1" indent="-228600">
              <a:lnSpc>
                <a:spcPct val="110000"/>
              </a:lnSpc>
              <a:buFont typeface="+mj-lt"/>
              <a:buAutoNum type="alphaLcParenR"/>
            </a:pPr>
            <a:r>
              <a:rPr lang="en-US" sz="1050" dirty="0">
                <a:solidFill>
                  <a:schemeClr val="tx1"/>
                </a:solidFill>
              </a:rPr>
              <a:t>Owner Compensation ($670K) </a:t>
            </a:r>
            <a:r>
              <a:rPr lang="en-US" sz="1050" dirty="0">
                <a:solidFill>
                  <a:schemeClr val="tx1"/>
                </a:solidFill>
                <a:latin typeface="Century Gothic" panose="020B0502020202020204" pitchFamily="34" charset="0"/>
              </a:rPr>
              <a:t>–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discuss current functions for Doug and Scott. Please confirm if Bill and Steve intend to stay on with the business post-transaction? </a:t>
            </a:r>
            <a:r>
              <a:rPr lang="en-US" sz="1050" b="1" i="1" dirty="0">
                <a:solidFill>
                  <a:srgbClr val="C00000"/>
                </a:solidFill>
                <a:latin typeface="Century Gothic" panose="020B0502020202020204" pitchFamily="34" charset="0"/>
              </a:rPr>
              <a:t>[Doug and Scott live on the beach and say they aren’t involved in the business at all, but that’s clearly not true. They have connections with customers and are involved in Cirrus negotiations at a bare minimum.]</a:t>
            </a:r>
          </a:p>
          <a:p>
            <a:pPr marL="1060201" lvl="3" indent="-228600">
              <a:lnSpc>
                <a:spcPct val="110000"/>
              </a:lnSpc>
              <a:buFont typeface="+mj-lt"/>
              <a:buAutoNum type="alphaLcParenR"/>
            </a:pPr>
            <a:r>
              <a:rPr lang="en-US" sz="1050" dirty="0">
                <a:solidFill>
                  <a:srgbClr val="C00000"/>
                </a:solidFill>
                <a:latin typeface="Century Gothic" panose="020B0502020202020204" pitchFamily="34" charset="0"/>
              </a:rPr>
              <a:t>Per </a:t>
            </a:r>
            <a:r>
              <a:rPr lang="en-US" sz="1050" dirty="0" err="1">
                <a:solidFill>
                  <a:srgbClr val="C00000"/>
                </a:solidFill>
                <a:latin typeface="Century Gothic" panose="020B0502020202020204" pitchFamily="34" charset="0"/>
              </a:rPr>
              <a:t>mgmt</a:t>
            </a:r>
            <a:r>
              <a:rPr lang="en-US" sz="1050" dirty="0">
                <a:solidFill>
                  <a:srgbClr val="C00000"/>
                </a:solidFill>
                <a:latin typeface="Century Gothic" panose="020B0502020202020204" pitchFamily="34" charset="0"/>
              </a:rPr>
              <a:t>: Doug and Scott rebuilt the business from the ground up. Hired an industry-leading management team </a:t>
            </a:r>
            <a:r>
              <a:rPr lang="en-US" sz="1050" i="1" dirty="0">
                <a:solidFill>
                  <a:srgbClr val="C00000"/>
                </a:solidFill>
                <a:latin typeface="Century Gothic" panose="020B0502020202020204" pitchFamily="34" charset="0"/>
              </a:rPr>
              <a:t>[that didn’t lead the conversation, though Doug / Scott did defer to Bill a lot]</a:t>
            </a:r>
            <a:r>
              <a:rPr lang="en-US" sz="1050" dirty="0">
                <a:solidFill>
                  <a:srgbClr val="C00000"/>
                </a:solidFill>
                <a:latin typeface="Century Gothic" panose="020B0502020202020204" pitchFamily="34" charset="0"/>
              </a:rPr>
              <a:t> who know the business as well as they do, if not more. Doug and Scott dedicate a minimal amount of hours to the business. Were involved in Cirrus negotiation because they had those relationships, but Bill led those. Meet monthly as a shareholder group to discuss financial performance.</a:t>
            </a:r>
            <a:endParaRPr lang="en-US" sz="1050" dirty="0">
              <a:solidFill>
                <a:schemeClr val="tx1"/>
              </a:solidFill>
              <a:latin typeface="Century Gothic" panose="020B0502020202020204" pitchFamily="34" charset="0"/>
            </a:endParaRPr>
          </a:p>
          <a:p>
            <a:pPr marL="505800" lvl="1" indent="-228600">
              <a:lnSpc>
                <a:spcPct val="110000"/>
              </a:lnSpc>
              <a:buFont typeface="+mj-lt"/>
              <a:buAutoNum type="alphaLcParenR"/>
            </a:pPr>
            <a:r>
              <a:rPr lang="en-US" sz="1050" dirty="0">
                <a:solidFill>
                  <a:schemeClr val="tx1"/>
                </a:solidFill>
                <a:latin typeface="Century Gothic" panose="020B0502020202020204" pitchFamily="34" charset="0"/>
              </a:rPr>
              <a:t>Facility / Capability Expansion ($288K avg.) –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What is the timeline to getting the new facility set up and realizing the machining savings?</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What is the incremental cost of operating the new facility?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Will the real estate be leased back to the business by the owners at the same facility cost as in the historical reported financials? </a:t>
            </a:r>
            <a:r>
              <a:rPr lang="en-US" sz="1050" dirty="0">
                <a:solidFill>
                  <a:srgbClr val="C00000"/>
                </a:solidFill>
                <a:latin typeface="Century Gothic" panose="020B0502020202020204" pitchFamily="34" charset="0"/>
              </a:rPr>
              <a:t>Yes</a:t>
            </a:r>
          </a:p>
          <a:p>
            <a:pPr marL="505800" lvl="1" indent="-228600">
              <a:lnSpc>
                <a:spcPct val="110000"/>
              </a:lnSpc>
              <a:buFont typeface="+mj-lt"/>
              <a:buAutoNum type="alphaLcParenR"/>
            </a:pPr>
            <a:r>
              <a:rPr lang="en-US" sz="1050" dirty="0">
                <a:solidFill>
                  <a:schemeClr val="tx1"/>
                </a:solidFill>
                <a:latin typeface="Century Gothic" panose="020B0502020202020204" pitchFamily="34" charset="0"/>
              </a:rPr>
              <a:t>2025 Operating Lease ROU Asset AJE ($98K) –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Describe what this adjustment represents in further detail. How was it calculated?</a:t>
            </a:r>
            <a:endParaRPr lang="en-US" sz="1050" dirty="0">
              <a:solidFill>
                <a:schemeClr val="tx1"/>
              </a:solidFill>
            </a:endParaRPr>
          </a:p>
        </p:txBody>
      </p:sp>
      <p:sp>
        <p:nvSpPr>
          <p:cNvPr id="3" name="Rectangle 2">
            <a:extLst>
              <a:ext uri="{FF2B5EF4-FFF2-40B4-BE49-F238E27FC236}">
                <a16:creationId xmlns:a16="http://schemas.microsoft.com/office/drawing/2014/main" id="{EFE68C31-8449-C149-57BC-9403EC18EA70}"/>
              </a:ext>
            </a:extLst>
          </p:cNvPr>
          <p:cNvSpPr/>
          <p:nvPr/>
        </p:nvSpPr>
        <p:spPr>
          <a:xfrm>
            <a:off x="407374" y="812554"/>
            <a:ext cx="1117502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2" name="Title 3">
            <a:extLst>
              <a:ext uri="{FF2B5EF4-FFF2-40B4-BE49-F238E27FC236}">
                <a16:creationId xmlns:a16="http://schemas.microsoft.com/office/drawing/2014/main" id="{1B4E0912-F4CF-304A-4BCF-AF80C5F08251}"/>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Miscellaneous </a:t>
            </a:r>
          </a:p>
        </p:txBody>
      </p:sp>
    </p:spTree>
    <p:extLst>
      <p:ext uri="{BB962C8B-B14F-4D97-AF65-F5344CB8AC3E}">
        <p14:creationId xmlns:p14="http://schemas.microsoft.com/office/powerpoint/2010/main" val="39780884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EE4P_STYLE_ID" val="6cd991bf-f022-4378-96e7-2c338aeb3f5a"/>
  <p:tag name="EE4P_AGENDAWIZARD" val="&lt;ee4p&gt;&lt;layouts&gt;&lt;layout name=&quot;Line&quot; id=&quot;637_1&quot;&gt;&lt;standard&gt;&lt;textframe horizontalAnchor=&quot;1&quot; marginBottom=&quot;6&quot; marginLeft=&quot;0&quot; marginRight=&quot;0&quot; marginTop=&quot;6&quot; orientation=&quot;1&quot; verticalAnchor=&quot;1&quot; /&gt;&lt;font name=&quot;Century Gothic&quot; bold=&quot;0&quot; italic=&quot;0&quot; color=&quot;13&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1&quot; fontSize=&quot;16&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25.000001&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79.36835&quot; top=&quot;100.4924&quot; width=&quot;801.2636&quot; height=&quot;365.981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5|11|12|14|16|18&quot; allowedTimeFormatIds=&quot;1|2|3&quot; slideLayout=&quot;11&quot; customLayoutName=&quot;Title Only&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5&quot; topMaxSpacing=&quot;5&quot; bottomMinSpacing=&quot;0&quot; bottomMaxSpacing=&quot;0&quot;&gt;&lt;element field=&quot;itemno&quot; type=&quot;autoshape&quot; autoShapeType=&quot;1&quot;&gt;&lt;textframe marginLeft=&quot;6&quot; marginRight=&quot;0&quot; /&gt;&lt;paragraphformat alignment=&quot;1&quot; /&gt;&lt;fon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itemno&quot; type=&quot;autoshape&quot; autoShapeType=&quot;1&quot;&gt;&lt;textframe marginLeft=&quot;6&quot; marginRight=&quot;0&quot; /&gt;&lt;paragraphformat alignment=&quot;1&quot; /&gt;&lt;fon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2&quot; selected=&quot;0&quot; break=&quot;0&quot; topMinSpacing=&quot;5&quot; topMaxSpacing=&quot;5&quot; bottomMinSpacing=&quot;0&quot; bottomMaxSpacing=&quot;0&quot;&gt;&lt;element field=&quot;itemno&quot; type=&quot;autoshape&quot; autoShapeType=&quot;1&quot; indent=&quot;(level-1)*(itemSingleHeight*25/31.50472+topicLeftSpacing) &quot; indentType=&quot;1&quot;&gt;&lt;textframe marginLeft=&quot;2&quot; marginRight=&quot;0&quot; /&gt;&lt;paragraphformat alignment=&quot;1&quot; /&gt;&lt;font color=&quot;6&quot; size=&quot;14&quot; /&gt;&lt;/element&gt;&lt;element field=&quot;topic&quot; type=&quot;autoshape&quot; autoShapeType=&quot;1&quot; indent=&quot;(level-1)*(itemSingleHeight*25/31.50472+topicLeftSpacing) &quot; indentType=&quot;2&quot;&gt;&lt;paragraphformat alignment=&quot;1&quot; /&gt;&lt;textframe marginLeft=&quot;5&quot; /&gt;&lt;font size=&quot;14&quot; /&gt;&lt;/element&gt;&lt;element field=&quot;responsible&quot; type=&quot;autoshape&quot; autoShapeType=&quot;1&quot; indent=&quot;(level-1)*(itemSingleHeight*25/31.50472+topicLeftSpacing) &quot; indentType=&quot;1&quot;&gt;&lt;paragraphformat alignment=&quot;1&quot; /&gt;&lt;font size=&quot;14&quot; /&gt;&lt;/element&gt;&lt;element field=&quot;freecolumn&quot; type=&quot;autoshape&quot; autoShapeType=&quot;1&quot; indent=&quot;(level-1)*(itemSingleHeight*25/31.50472+topicLeftSpacing) &quot; indentType=&quot;1&quot;&gt;&lt;paragraphformat alignment=&quot;1&quot; /&gt;&lt;font size=&quot;14&quot; /&gt;&lt;/element&gt;&lt;element field=&quot;timeslot&quot; type=&quot;autoshape&quot; autoShapeType=&quot;1&quot;&gt;&lt;paragraphformat alignment=&quot;3&quot; /&gt;&lt;font size=&quot;14&quot; /&gt;&lt;/element&gt;&lt;element field=&quot;pageno&quot; type=&quot;autoshape&quot; autoShapeType=&quot;1&quot;&gt;&lt;paragraphformat alignment=&quot;3&quot; /&gt;&lt;font size=&quot;14&quot; /&gt;&lt;/element&gt;&lt;/case&gt;&lt;case level=&quot;2&quot; selected=&quot;1&quot; break=&quot;0&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itemno&quot; type=&quot;autoshape&quot; autoShapeType=&quot;1&quot; indent=&quot;(level-1)*(itemSingleHeight*25/31.50472+topicLeftSpacing) &quot; indentType=&quot;1&quot;&gt;&lt;textframe marginLeft=&quot;2&quot; marginRight=&quot;0&quot; /&gt;&lt;paragraphformat alignment=&quot;1&quot; /&gt;&lt;font color=&quot;6&quot; size=&quot;14&quot; /&gt;&lt;/element&gt;&lt;element field=&quot;topic&quot; type=&quot;autoshape&quot; autoShapeType=&quot;1&quot; indent=&quot;(level-1)*(itemSingleHeight*25/31.50472+topicLeftSpacing) &quot; indentType=&quot;2&quot;&gt;&lt;paragraphformat alignment=&quot;1&quot; /&gt;&lt;textframe marginLeft=&quot;5&quot; /&gt;&lt;font size=&quot;14&quot; /&gt;&lt;/element&gt;&lt;element field=&quot;responsible&quot; type=&quot;autoshape&quot; autoShapeType=&quot;1&quot; indent=&quot;(level-1)*(itemSingleHeight*25/31.50472+topicLeftSpacing) &quot; indentType=&quot;1&quot;&gt;&lt;paragraphformat alignment=&quot;1&quot; /&gt;&lt;font size=&quot;14&quot; /&gt;&lt;/element&gt;&lt;element field=&quot;freecolumn&quot; type=&quot;autoshape&quot; autoShapeType=&quot;1&quot; indent=&quot;(level-1)*(itemSingleHeight*25/31.50472+topicLeftSpacing) &quot; indentType=&quot;1&quot;&gt;&lt;paragraphformat alignment=&quot;1&quot; /&gt;&lt;font size=&quot;14&quot; /&gt;&lt;/element&gt;&lt;element field=&quot;timeslot&quot; type=&quot;autoshape&quot; autoShapeType=&quot;1&quot;&gt;&lt;paragraphformat alignment=&quot;3&quot; /&gt;&lt;font size=&quot;14&quot; /&gt;&lt;/element&gt;&lt;element field=&quot;pageno&quot; type=&quot;autoshape&quot; autoShapeType=&quot;1&quot;&gt;&lt;paragraphformat alignment=&quot;3&quot; /&gt;&lt;font size=&quot;14&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25/31.50472+topicLeftSpacing) &quot; indentType=&quot;2&quot;&gt;&lt;paragraphformat alignment=&quot;1&quot; /&gt;&lt;font italic=&quot;1&quot; /&gt;&lt;/element&gt;&lt;element field=&quot;responsible&quot; type=&quot;autoshape&quot; autoShapeType=&quot;1&quot; indent=&quot;(level-1)*(itemSingleHeight*25/31.50472+topicLeftSpacing) &quot; indentType=&quot;1&quot;&gt;&lt;paragraphformat alignment=&quot;1&quot; /&gt;&lt;font italic=&quot;1&quot; /&gt;&lt;/element&gt;&lt;element field=&quot;freecolumn&quot; type=&quot;autoshape&quot; autoShapeType=&quot;1&quot; indent=&quot;(level-1)*(itemSingleHeight*25/31.50472+topicLeftSpacing) &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topic&quot; type=&quot;autoshape&quot; autoShapeType=&quot;1&quot; indent=&quot;(level-1)*(itemSingleHeight*25/31.50472+topicLeftSpacing) &quot; indentType=&quot;2&quot;&gt;&lt;paragraphformat alignment=&quot;1&quot; /&gt;&lt;font italic=&quot;1&quot; /&gt;&lt;/element&gt;&lt;element field=&quot;responsible&quot; type=&quot;autoshape&quot; autoShapeType=&quot;1&quot; indent=&quot;(level-1)*(itemSingleHeight*25/31.50472+topicLeftSpacing) &quot; indentType=&quot;1&quot;&gt;&lt;paragraphformat alignment=&quot;1&quot; /&gt;&lt;font italic=&quot;1&quot; /&gt;&lt;/element&gt;&lt;element field=&quot;freecolumn&quot; type=&quot;autoshape&quot; autoShapeType=&quot;1&quot; indent=&quot;(level-1)*(itemSingleHeight*25/31.50472+topicLeftSpacing) &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1&quot; fontSize=&quot;16&quot; fontSizeAuto=&quot;1&quot; startTime=&quot;540&quot; timeFormatId=&quot;2&quot; startItemNo=&quot;1&quot; createSingleAgendaSlide=&quot;1&quot; createSeparatingSlides=&quot;1&quot; createBackupSlide=&quot;1&quot; layoutId=&quot;637_1&quot; hideSeparatingSlides=&quot;0&quot; createSections=&quot;0&quot; singleSlideId=&quot;00483a67-d2a8-4165-ad3e-c1e39859e28d&quot; backupSlideId=&quot;c5f4baf3-ea3a-40fb-89b4-0acb9d00c3b6&quot;&gt;&lt;columns leftSpacing=&quot;0&quot; rightSpacing=&quot;0&quot;&gt;&lt;column field=&quot;itemno&quot; label=&quot;No.&quot; checked=&quot;1&quot; leftSpacing=&quot;0&quot; rightSpacing=&quot;0&quot; dock=&quot;1&quot; fixedWidth=&quot;25.000001&quot; /&gt;&lt;column field=&quot;topic&quot; label=&quot;Topic&quot; leftSpacing=&quot;5&quot; rightDistribute=&quot;1&quot; dock=&quot;1&quot; rightSpacing=&quot;694.9001&quot; /&gt;&lt;column field=&quot;responsible&quot; label=&quot;Responsible&quot; visible=&quot;1&quot; checked=&quot;0&quot; leftSpacing=&quot;10&quot; rightDistribute=&quot;1&quot; dock=&quot;1&quot; rightSpacing=&quot;192.323&quot; /&gt;&lt;column field=&quot;freecolumn&quot; label=&quot;&quot; visible=&quot;1&quot; checked=&quot;0&quot; leftSpacing=&quot;10&quot; rightDistribute=&quot;1&quot; dock=&quot;1&quot; /&gt;&lt;column field=&quot;timeslot&quot; label=&quot;Time Slot&quot; visible=&quot;1&quot; checked=&quot;0&quot; leftSpacing=&quot;10&quot; rightSpacing=&quot;6&quot; dock=&quot;2&quot; /&gt;&lt;column field=&quot;pageno&quot; label=&quot;Page No.&quot; visible=&quot;1&quot; checked=&quot;0&quot; leftSpacing=&quot;10&quot; rightSpacing=&quot;6&quot; dock=&quot;2&quot; /&gt;&lt;/columns&gt;&lt;items&gt;&lt;item duration=&quot;30&quot; id=&quot;704ce50c-0f61-4d0e-8bb9-ef02cf292a8e&quot; parentId=&quot;&quot; level=&quot;1&quot; generateAgendaSlide=&quot;1&quot; showAgendaItem=&quot;1&quot; isBreak=&quot;0&quot; topic=&quot;Used&quot; agendaSlideId=&quot;82021604-bac2-4ece-afd6-385279f2439b&quot; /&gt;&lt;item duration=&quot;30&quot; id=&quot;b7480e07-5838-4de6-88c9-1b0d53e9bd92&quot; parentId=&quot;&quot; level=&quot;1&quot; generateAgendaSlide=&quot;1&quot; showAgendaItem=&quot;1&quot; isBreak=&quot;0&quot; topic=&quot;New&quot; agendaSlideId=&quot;5508b4d0-4c5e-4bae-b8cd-645a2bccc960&quot; /&gt;&lt;item duration=&quot;30&quot; id=&quot;2fc60e96-3947-4cb8-aaab-f3a57cd8f4be&quot; parentId=&quot;&quot; level=&quot;1&quot; generateAgendaSlide=&quot;1&quot; showAgendaItem=&quot;1&quot; isBreak=&quot;0&quot; topic=&quot;Appendix&quot; agendaSlideId=&quot;3c2647b2-2403-4832-982f-52686bd1692c&quot; /&gt;&lt;/items&gt;&lt;/agenda&gt;&lt;/contents&gt;&lt;/ee4p&gt;"/>
  <p:tag name="MEKKOMRUCOLORS" val="&lt;?xml version=&quot;1.0&quot; encoding=&quot;utf-8&quot;?&gt;&#10;&lt;MRU&gt;&#10;  &lt;CustomColorsMRU&gt;&#10;    &lt;Color aRGB=&quot;FF8FFFCC&quot; Intensity=&quot;1&quot; /&gt;&#10;    &lt;Color aRGB=&quot;FFABF3FB&quot; Intensity=&quot;1&quot; /&gt;&#10;    &lt;Color aRGB=&quot;FF97F0FB&quot; Intensity=&quot;1&quot; /&gt;&#10;    &lt;Color aRGB=&quot;FFAFB9D3&quot; Intensity=&quot;1&quot; /&gt;&#10;    &lt;Color aRGB=&quot;FF9BA7C8&quot; Intensity=&quot;1&quot; /&gt;&#10;    &lt;Color aRGB=&quot;FFA3AECC&quot; Intensity=&quot;1&quot; /&gt;&#10;    &lt;Color aRGB=&quot;FF5B6783&quot; Intensity=&quot;3&quot; /&gt;&#10;    &lt;Color aRGB=&quot;FF81D6E0&quot; Intensity=&quot;1&quot; /&gt;&#10;  &lt;/CustomColorsMRU&gt;&#10;  &lt;ColorsPatternsMRU&gt;&#10;    &lt;Button ID=&quot;menuFontColor&quot; Color=&quot;40&quot; /&gt;&#10;    &lt;Button ID=&quot;menuSegmentColor&quot; Color=&quot;36&quot; /&gt;&#10;    &lt;Button ID=&quot;menuSegmentBorderColor&quot; Color=&quot;41&quot; /&gt;&#10;    &lt;Button ID=&quot;menuSeriesBorderColor&quot; Color=&quot;41&quot; /&gt;&#10;    &lt;Button ID=&quot;menuSeriesColor&quot; Color=&quot;38&quot; /&gt;&#10;  &lt;/ColorsPatternsMRU&gt;&#10;&lt;/MRU&gt;"/>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Arcline">
      <a:dk1>
        <a:srgbClr val="050A09"/>
      </a:dk1>
      <a:lt1>
        <a:srgbClr val="FFFFFF"/>
      </a:lt1>
      <a:dk2>
        <a:srgbClr val="343434"/>
      </a:dk2>
      <a:lt2>
        <a:srgbClr val="F4F4F4"/>
      </a:lt2>
      <a:accent1>
        <a:srgbClr val="234948"/>
      </a:accent1>
      <a:accent2>
        <a:srgbClr val="3A736F"/>
      </a:accent2>
      <a:accent3>
        <a:srgbClr val="8CB3AC"/>
      </a:accent3>
      <a:accent4>
        <a:srgbClr val="5B4F2F"/>
      </a:accent4>
      <a:accent5>
        <a:srgbClr val="897637"/>
      </a:accent5>
      <a:accent6>
        <a:srgbClr val="C6BA9C"/>
      </a:accent6>
      <a:hlink>
        <a:srgbClr val="234948"/>
      </a:hlink>
      <a:folHlink>
        <a:srgbClr val="8CB3AC"/>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Arcline.pptx" id="{DC695F6C-ECAE-45A7-833C-02B2090F11D7}" vid="{430F29A4-41D2-4BB9-A52D-9D71931FA4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45435</TotalTime>
  <Words>3129</Words>
  <Application>Microsoft Office PowerPoint</Application>
  <PresentationFormat>Widescreen</PresentationFormat>
  <Paragraphs>139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Century Gothic</vt:lpstr>
      <vt:lpstr>Greycliff CF</vt:lpstr>
      <vt:lpstr>Greycliff CF Light</vt:lpstr>
      <vt:lpstr>Office Theme</vt:lpstr>
      <vt:lpstr>P&amp;L summary</vt:lpstr>
      <vt:lpstr>PowerPoint Presentation</vt:lpstr>
      <vt:lpstr>Customer summary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Mathur</dc:creator>
  <cp:lastModifiedBy>Ben Raper</cp:lastModifiedBy>
  <cp:revision>1307</cp:revision>
  <dcterms:created xsi:type="dcterms:W3CDTF">2021-08-23T17:39:55Z</dcterms:created>
  <dcterms:modified xsi:type="dcterms:W3CDTF">2026-04-17T17:22:55Z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2019-07-18T00:00:00Z</vt:filetime>
  </property>
  <property fmtid="{D5CDD505-2E9C-101B-9397-08002B2CF9AE}" pid="3" name="Creator">
    <vt:lpwstr>Adobe InDesign 14.0 (Macintosh)</vt:lpwstr>
  </property>
  <property fmtid="{D5CDD505-2E9C-101B-9397-08002B2CF9AE}" pid="4" name="LastSaved">
    <vt:filetime>2019-07-18T00:00:00Z</vt:filetime>
  </property>
</Properties>
</file>